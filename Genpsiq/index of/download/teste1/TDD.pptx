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4"/>
    <p:sldMasterId id="2147483681" r:id="rId5"/>
  </p:sldMasterIdLst>
  <p:notesMasterIdLst>
    <p:notesMasterId r:id="rId20"/>
  </p:notesMasterIdLst>
  <p:sldIdLst>
    <p:sldId id="256" r:id="rId6"/>
    <p:sldId id="258" r:id="rId7"/>
    <p:sldId id="261" r:id="rId8"/>
    <p:sldId id="264" r:id="rId9"/>
    <p:sldId id="265" r:id="rId10"/>
    <p:sldId id="263" r:id="rId11"/>
    <p:sldId id="305" r:id="rId12"/>
    <p:sldId id="268" r:id="rId13"/>
    <p:sldId id="307" r:id="rId14"/>
    <p:sldId id="306" r:id="rId15"/>
    <p:sldId id="273" r:id="rId16"/>
    <p:sldId id="262" r:id="rId17"/>
    <p:sldId id="271" r:id="rId18"/>
    <p:sldId id="304" r:id="rId19"/>
  </p:sldIdLst>
  <p:sldSz cx="9144000" cy="5143500" type="screen16x9"/>
  <p:notesSz cx="6858000" cy="9144000"/>
  <p:embeddedFontLst>
    <p:embeddedFont>
      <p:font typeface="Archivo" panose="020B0604020202020204" charset="0"/>
      <p:regular r:id="rId21"/>
      <p:bold r:id="rId22"/>
      <p:italic r:id="rId23"/>
      <p:boldItalic r:id="rId24"/>
    </p:embeddedFont>
    <p:embeddedFont>
      <p:font typeface="Archivo Light" panose="020B0604020202020204" charset="0"/>
      <p:regular r:id="rId25"/>
      <p:bold r:id="rId26"/>
      <p:italic r:id="rId27"/>
      <p:boldItalic r:id="rId28"/>
    </p:embeddedFont>
    <p:embeddedFont>
      <p:font typeface="Arial Rounded MT Bold" panose="020F0704030504030204" pitchFamily="34" charset="0"/>
      <p:regular r:id="rId29"/>
    </p:embeddedFont>
    <p:embeddedFont>
      <p:font typeface="Orbitron" panose="020B0604020202020204" charset="0"/>
      <p:regular r:id="rId30"/>
      <p:bold r:id="rId31"/>
    </p:embeddedFont>
    <p:embeddedFont>
      <p:font typeface="Proxima Nova" panose="020B0604020202020204" charset="0"/>
      <p:regular r:id="rId32"/>
      <p:bold r:id="rId33"/>
      <p:italic r:id="rId34"/>
      <p:boldItalic r:id="rId35"/>
    </p:embeddedFont>
    <p:embeddedFont>
      <p:font typeface="Proxima Nova Semibold" panose="020B0604020202020204" charset="0"/>
      <p:regular r:id="rId36"/>
      <p:bold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9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109B8B-008C-486A-83A9-3826E7C48C24}">
  <a:tblStyle styleId="{46109B8B-008C-486A-83A9-3826E7C48C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Eduarda" userId="1fb1664ecfaf0847" providerId="LiveId" clId="{A1C39A0C-FEF0-4AA8-A1B6-56D8260577E0}"/>
    <pc:docChg chg="delSld">
      <pc:chgData name="Maria Eduarda" userId="1fb1664ecfaf0847" providerId="LiveId" clId="{A1C39A0C-FEF0-4AA8-A1B6-56D8260577E0}" dt="2024-03-03T21:10:22.592" v="10" actId="47"/>
      <pc:docMkLst>
        <pc:docMk/>
      </pc:docMkLst>
      <pc:sldChg chg="del">
        <pc:chgData name="Maria Eduarda" userId="1fb1664ecfaf0847" providerId="LiveId" clId="{A1C39A0C-FEF0-4AA8-A1B6-56D8260577E0}" dt="2024-03-03T21:10:13.842" v="0" actId="47"/>
        <pc:sldMkLst>
          <pc:docMk/>
          <pc:sldMk cId="0" sldId="257"/>
        </pc:sldMkLst>
      </pc:sldChg>
      <pc:sldChg chg="del">
        <pc:chgData name="Maria Eduarda" userId="1fb1664ecfaf0847" providerId="LiveId" clId="{A1C39A0C-FEF0-4AA8-A1B6-56D8260577E0}" dt="2024-03-03T21:10:15.195" v="1" actId="47"/>
        <pc:sldMkLst>
          <pc:docMk/>
          <pc:sldMk cId="0" sldId="259"/>
        </pc:sldMkLst>
      </pc:sldChg>
      <pc:sldChg chg="del">
        <pc:chgData name="Maria Eduarda" userId="1fb1664ecfaf0847" providerId="LiveId" clId="{A1C39A0C-FEF0-4AA8-A1B6-56D8260577E0}" dt="2024-03-03T21:10:16.581" v="2" actId="47"/>
        <pc:sldMkLst>
          <pc:docMk/>
          <pc:sldMk cId="0" sldId="260"/>
        </pc:sldMkLst>
      </pc:sldChg>
      <pc:sldChg chg="del">
        <pc:chgData name="Maria Eduarda" userId="1fb1664ecfaf0847" providerId="LiveId" clId="{A1C39A0C-FEF0-4AA8-A1B6-56D8260577E0}" dt="2024-03-03T21:10:16.645" v="3" actId="47"/>
        <pc:sldMkLst>
          <pc:docMk/>
          <pc:sldMk cId="0" sldId="266"/>
        </pc:sldMkLst>
      </pc:sldChg>
      <pc:sldChg chg="del">
        <pc:chgData name="Maria Eduarda" userId="1fb1664ecfaf0847" providerId="LiveId" clId="{A1C39A0C-FEF0-4AA8-A1B6-56D8260577E0}" dt="2024-03-03T21:10:17.482" v="4" actId="47"/>
        <pc:sldMkLst>
          <pc:docMk/>
          <pc:sldMk cId="0" sldId="267"/>
        </pc:sldMkLst>
      </pc:sldChg>
      <pc:sldChg chg="del">
        <pc:chgData name="Maria Eduarda" userId="1fb1664ecfaf0847" providerId="LiveId" clId="{A1C39A0C-FEF0-4AA8-A1B6-56D8260577E0}" dt="2024-03-03T21:10:18.290" v="5" actId="47"/>
        <pc:sldMkLst>
          <pc:docMk/>
          <pc:sldMk cId="0" sldId="269"/>
        </pc:sldMkLst>
      </pc:sldChg>
      <pc:sldChg chg="del">
        <pc:chgData name="Maria Eduarda" userId="1fb1664ecfaf0847" providerId="LiveId" clId="{A1C39A0C-FEF0-4AA8-A1B6-56D8260577E0}" dt="2024-03-03T21:10:20.348" v="6" actId="47"/>
        <pc:sldMkLst>
          <pc:docMk/>
          <pc:sldMk cId="0" sldId="270"/>
        </pc:sldMkLst>
      </pc:sldChg>
      <pc:sldChg chg="del">
        <pc:chgData name="Maria Eduarda" userId="1fb1664ecfaf0847" providerId="LiveId" clId="{A1C39A0C-FEF0-4AA8-A1B6-56D8260577E0}" dt="2024-03-03T21:10:20.473" v="7" actId="47"/>
        <pc:sldMkLst>
          <pc:docMk/>
          <pc:sldMk cId="0" sldId="272"/>
        </pc:sldMkLst>
      </pc:sldChg>
      <pc:sldChg chg="del">
        <pc:chgData name="Maria Eduarda" userId="1fb1664ecfaf0847" providerId="LiveId" clId="{A1C39A0C-FEF0-4AA8-A1B6-56D8260577E0}" dt="2024-03-03T21:10:21.330" v="8" actId="47"/>
        <pc:sldMkLst>
          <pc:docMk/>
          <pc:sldMk cId="0" sldId="274"/>
        </pc:sldMkLst>
      </pc:sldChg>
      <pc:sldChg chg="del">
        <pc:chgData name="Maria Eduarda" userId="1fb1664ecfaf0847" providerId="LiveId" clId="{A1C39A0C-FEF0-4AA8-A1B6-56D8260577E0}" dt="2024-03-03T21:10:21.519" v="9" actId="47"/>
        <pc:sldMkLst>
          <pc:docMk/>
          <pc:sldMk cId="0" sldId="284"/>
        </pc:sldMkLst>
      </pc:sldChg>
      <pc:sldChg chg="del">
        <pc:chgData name="Maria Eduarda" userId="1fb1664ecfaf0847" providerId="LiveId" clId="{A1C39A0C-FEF0-4AA8-A1B6-56D8260577E0}" dt="2024-03-03T21:10:22.592" v="10" actId="47"/>
        <pc:sldMkLst>
          <pc:docMk/>
          <pc:sldMk cId="0" sldId="285"/>
        </pc:sldMkLst>
      </pc:sldChg>
      <pc:sldMasterChg chg="delSldLayout">
        <pc:chgData name="Maria Eduarda" userId="1fb1664ecfaf0847" providerId="LiveId" clId="{A1C39A0C-FEF0-4AA8-A1B6-56D8260577E0}" dt="2024-03-03T21:10:21.519" v="9" actId="47"/>
        <pc:sldMasterMkLst>
          <pc:docMk/>
          <pc:sldMasterMk cId="0" sldId="2147483680"/>
        </pc:sldMasterMkLst>
        <pc:sldLayoutChg chg="del">
          <pc:chgData name="Maria Eduarda" userId="1fb1664ecfaf0847" providerId="LiveId" clId="{A1C39A0C-FEF0-4AA8-A1B6-56D8260577E0}" dt="2024-03-03T21:10:13.842" v="0" actId="47"/>
          <pc:sldLayoutMkLst>
            <pc:docMk/>
            <pc:sldMasterMk cId="0" sldId="2147483680"/>
            <pc:sldLayoutMk cId="0" sldId="2147483650"/>
          </pc:sldLayoutMkLst>
        </pc:sldLayoutChg>
        <pc:sldLayoutChg chg="del">
          <pc:chgData name="Maria Eduarda" userId="1fb1664ecfaf0847" providerId="LiveId" clId="{A1C39A0C-FEF0-4AA8-A1B6-56D8260577E0}" dt="2024-03-03T21:10:20.473" v="7" actId="47"/>
          <pc:sldLayoutMkLst>
            <pc:docMk/>
            <pc:sldMasterMk cId="0" sldId="2147483680"/>
            <pc:sldLayoutMk cId="0" sldId="2147483652"/>
          </pc:sldLayoutMkLst>
        </pc:sldLayoutChg>
        <pc:sldLayoutChg chg="del">
          <pc:chgData name="Maria Eduarda" userId="1fb1664ecfaf0847" providerId="LiveId" clId="{A1C39A0C-FEF0-4AA8-A1B6-56D8260577E0}" dt="2024-03-03T21:10:15.195" v="1" actId="47"/>
          <pc:sldLayoutMkLst>
            <pc:docMk/>
            <pc:sldMasterMk cId="0" sldId="2147483680"/>
            <pc:sldLayoutMk cId="0" sldId="2147483655"/>
          </pc:sldLayoutMkLst>
        </pc:sldLayoutChg>
        <pc:sldLayoutChg chg="del">
          <pc:chgData name="Maria Eduarda" userId="1fb1664ecfaf0847" providerId="LiveId" clId="{A1C39A0C-FEF0-4AA8-A1B6-56D8260577E0}" dt="2024-03-03T21:10:17.482" v="4" actId="47"/>
          <pc:sldLayoutMkLst>
            <pc:docMk/>
            <pc:sldMasterMk cId="0" sldId="2147483680"/>
            <pc:sldLayoutMk cId="0" sldId="2147483656"/>
          </pc:sldLayoutMkLst>
        </pc:sldLayoutChg>
        <pc:sldLayoutChg chg="del">
          <pc:chgData name="Maria Eduarda" userId="1fb1664ecfaf0847" providerId="LiveId" clId="{A1C39A0C-FEF0-4AA8-A1B6-56D8260577E0}" dt="2024-03-03T21:10:16.581" v="2" actId="47"/>
          <pc:sldLayoutMkLst>
            <pc:docMk/>
            <pc:sldMasterMk cId="0" sldId="2147483680"/>
            <pc:sldLayoutMk cId="0" sldId="2147483668"/>
          </pc:sldLayoutMkLst>
        </pc:sldLayoutChg>
        <pc:sldLayoutChg chg="del">
          <pc:chgData name="Maria Eduarda" userId="1fb1664ecfaf0847" providerId="LiveId" clId="{A1C39A0C-FEF0-4AA8-A1B6-56D8260577E0}" dt="2024-03-03T21:10:20.348" v="6" actId="47"/>
          <pc:sldLayoutMkLst>
            <pc:docMk/>
            <pc:sldMasterMk cId="0" sldId="2147483680"/>
            <pc:sldLayoutMk cId="0" sldId="2147483669"/>
          </pc:sldLayoutMkLst>
        </pc:sldLayoutChg>
        <pc:sldLayoutChg chg="del">
          <pc:chgData name="Maria Eduarda" userId="1fb1664ecfaf0847" providerId="LiveId" clId="{A1C39A0C-FEF0-4AA8-A1B6-56D8260577E0}" dt="2024-03-03T21:10:16.645" v="3" actId="47"/>
          <pc:sldLayoutMkLst>
            <pc:docMk/>
            <pc:sldMasterMk cId="0" sldId="2147483680"/>
            <pc:sldLayoutMk cId="0" sldId="2147483670"/>
          </pc:sldLayoutMkLst>
        </pc:sldLayoutChg>
        <pc:sldLayoutChg chg="del">
          <pc:chgData name="Maria Eduarda" userId="1fb1664ecfaf0847" providerId="LiveId" clId="{A1C39A0C-FEF0-4AA8-A1B6-56D8260577E0}" dt="2024-03-03T21:10:21.519" v="9" actId="47"/>
          <pc:sldLayoutMkLst>
            <pc:docMk/>
            <pc:sldMasterMk cId="0" sldId="2147483680"/>
            <pc:sldLayoutMk cId="0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11ff4044692_0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11ff4044692_0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f7d89ae380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f7d89ae380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g112e1aada3f_0_2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g112e1aada3f_0_2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f7d89ae380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f7d89ae380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112e1aada3f_0_2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112e1aada3f_0_2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5">
          <a:extLst>
            <a:ext uri="{FF2B5EF4-FFF2-40B4-BE49-F238E27FC236}">
              <a16:creationId xmlns:a16="http://schemas.microsoft.com/office/drawing/2014/main" id="{C3E4587A-BE63-2AE8-33B8-614A29C8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6" name="Google Shape;3436;gf7d89ae380_1_172:notes">
            <a:extLst>
              <a:ext uri="{FF2B5EF4-FFF2-40B4-BE49-F238E27FC236}">
                <a16:creationId xmlns:a16="http://schemas.microsoft.com/office/drawing/2014/main" id="{A8B7639F-E84B-9684-97E5-ABD2CA476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7" name="Google Shape;3437;gf7d89ae380_1_172:notes">
            <a:extLst>
              <a:ext uri="{FF2B5EF4-FFF2-40B4-BE49-F238E27FC236}">
                <a16:creationId xmlns:a16="http://schemas.microsoft.com/office/drawing/2014/main" id="{8AAB7BB7-289D-2EC3-5DCF-8814A11DE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1266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112e1aada3f_0_2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112e1aada3f_0_2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>
          <a:extLst>
            <a:ext uri="{FF2B5EF4-FFF2-40B4-BE49-F238E27FC236}">
              <a16:creationId xmlns:a16="http://schemas.microsoft.com/office/drawing/2014/main" id="{042ABC8C-E6B3-1E01-86AD-43EFEF1DB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112e1aada3f_0_2223:notes">
            <a:extLst>
              <a:ext uri="{FF2B5EF4-FFF2-40B4-BE49-F238E27FC236}">
                <a16:creationId xmlns:a16="http://schemas.microsoft.com/office/drawing/2014/main" id="{52BABF3C-B02D-702C-BA91-A9F57E45F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112e1aada3f_0_2223:notes">
            <a:extLst>
              <a:ext uri="{FF2B5EF4-FFF2-40B4-BE49-F238E27FC236}">
                <a16:creationId xmlns:a16="http://schemas.microsoft.com/office/drawing/2014/main" id="{51D4FCF4-4E70-4539-8044-49795F80B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415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>
          <a:extLst>
            <a:ext uri="{FF2B5EF4-FFF2-40B4-BE49-F238E27FC236}">
              <a16:creationId xmlns:a16="http://schemas.microsoft.com/office/drawing/2014/main" id="{0E900301-45B0-9EE2-121E-74681FDE3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f7d89ae380_1_30:notes">
            <a:extLst>
              <a:ext uri="{FF2B5EF4-FFF2-40B4-BE49-F238E27FC236}">
                <a16:creationId xmlns:a16="http://schemas.microsoft.com/office/drawing/2014/main" id="{1A429E2C-A4C8-FD6B-2FA6-0F4C96667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f7d89ae380_1_30:notes">
            <a:extLst>
              <a:ext uri="{FF2B5EF4-FFF2-40B4-BE49-F238E27FC236}">
                <a16:creationId xmlns:a16="http://schemas.microsoft.com/office/drawing/2014/main" id="{7BBDBB8E-AA75-E8AA-215A-F836F67B2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568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112e1aada3f_0_2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112e1aada3f_0_2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f7d89ae380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f7d89ae380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f7d89ae380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f7d89ae380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9" name="Google Shape;10779;g136110b5469_0_20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0" name="Google Shape;10780;g136110b5469_0_20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00" y="1166625"/>
            <a:ext cx="4640100" cy="223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093" y="3398924"/>
            <a:ext cx="423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98627" y="452709"/>
            <a:ext cx="232368" cy="973684"/>
            <a:chOff x="6656577" y="3252597"/>
            <a:chExt cx="232368" cy="973684"/>
          </a:xfrm>
        </p:grpSpPr>
        <p:sp>
          <p:nvSpPr>
            <p:cNvPr id="12" name="Google Shape;12;p2"/>
            <p:cNvSpPr/>
            <p:nvPr/>
          </p:nvSpPr>
          <p:spPr>
            <a:xfrm>
              <a:off x="6797232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69" y="3937"/>
                    <a:pt x="3936" y="3069"/>
                    <a:pt x="3936" y="1969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797232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797232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656577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36" y="3937"/>
                    <a:pt x="3937" y="3069"/>
                    <a:pt x="3937" y="1969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656577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656577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97232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69" y="3936"/>
                    <a:pt x="3936" y="3069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797232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69" y="3937"/>
                    <a:pt x="3936" y="3070"/>
                    <a:pt x="3936" y="1969"/>
                  </a:cubicBezTo>
                  <a:cubicBezTo>
                    <a:pt x="3936" y="902"/>
                    <a:pt x="3069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798001" y="4135338"/>
              <a:ext cx="90944" cy="90944"/>
            </a:xfrm>
            <a:custGeom>
              <a:avLst/>
              <a:gdLst/>
              <a:ahLst/>
              <a:cxnLst/>
              <a:rect l="l" t="t" r="r" b="b"/>
              <a:pathLst>
                <a:path w="3904" h="3904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35" y="3903"/>
                  </a:cubicBezTo>
                  <a:cubicBezTo>
                    <a:pt x="3036" y="3903"/>
                    <a:pt x="3903" y="3036"/>
                    <a:pt x="3903" y="1935"/>
                  </a:cubicBezTo>
                  <a:cubicBezTo>
                    <a:pt x="3903" y="868"/>
                    <a:pt x="3036" y="0"/>
                    <a:pt x="1935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656577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36" y="3936"/>
                    <a:pt x="3937" y="3069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656577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36" y="3937"/>
                    <a:pt x="3937" y="3070"/>
                    <a:pt x="3937" y="1969"/>
                  </a:cubicBezTo>
                  <a:cubicBezTo>
                    <a:pt x="3937" y="902"/>
                    <a:pt x="3036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656577" y="4135338"/>
              <a:ext cx="91712" cy="90944"/>
            </a:xfrm>
            <a:custGeom>
              <a:avLst/>
              <a:gdLst/>
              <a:ahLst/>
              <a:cxnLst/>
              <a:rect l="l" t="t" r="r" b="b"/>
              <a:pathLst>
                <a:path w="3937" h="3904" extrusionOk="0">
                  <a:moveTo>
                    <a:pt x="1968" y="0"/>
                  </a:moveTo>
                  <a:cubicBezTo>
                    <a:pt x="901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68" y="3903"/>
                  </a:cubicBezTo>
                  <a:cubicBezTo>
                    <a:pt x="3069" y="3903"/>
                    <a:pt x="3937" y="3036"/>
                    <a:pt x="3937" y="1935"/>
                  </a:cubicBezTo>
                  <a:cubicBezTo>
                    <a:pt x="3937" y="868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783960" y="4261704"/>
            <a:ext cx="518269" cy="328105"/>
            <a:chOff x="783960" y="4261704"/>
            <a:chExt cx="518269" cy="328105"/>
          </a:xfrm>
        </p:grpSpPr>
        <p:sp>
          <p:nvSpPr>
            <p:cNvPr id="25" name="Google Shape;25;p2"/>
            <p:cNvSpPr/>
            <p:nvPr/>
          </p:nvSpPr>
          <p:spPr>
            <a:xfrm>
              <a:off x="1072397" y="4333585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83960" y="4261704"/>
              <a:ext cx="518269" cy="328105"/>
              <a:chOff x="783960" y="4261704"/>
              <a:chExt cx="518269" cy="3281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1216509" y="4325297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34" y="601"/>
                    </a:moveTo>
                    <a:cubicBezTo>
                      <a:pt x="2035" y="601"/>
                      <a:pt x="2502" y="1001"/>
                      <a:pt x="2502" y="1568"/>
                    </a:cubicBezTo>
                    <a:cubicBezTo>
                      <a:pt x="2502" y="2102"/>
                      <a:pt x="2102" y="2502"/>
                      <a:pt x="1534" y="2502"/>
                    </a:cubicBezTo>
                    <a:cubicBezTo>
                      <a:pt x="1001" y="2502"/>
                      <a:pt x="600" y="2102"/>
                      <a:pt x="600" y="1568"/>
                    </a:cubicBezTo>
                    <a:cubicBezTo>
                      <a:pt x="600" y="1001"/>
                      <a:pt x="1001" y="601"/>
                      <a:pt x="1534" y="601"/>
                    </a:cubicBezTo>
                    <a:close/>
                    <a:moveTo>
                      <a:pt x="1534" y="1"/>
                    </a:moveTo>
                    <a:cubicBezTo>
                      <a:pt x="701" y="1"/>
                      <a:pt x="0" y="734"/>
                      <a:pt x="0" y="1568"/>
                    </a:cubicBezTo>
                    <a:cubicBezTo>
                      <a:pt x="0" y="2402"/>
                      <a:pt x="701" y="3103"/>
                      <a:pt x="1534" y="3103"/>
                    </a:cubicBezTo>
                    <a:cubicBezTo>
                      <a:pt x="2368" y="3103"/>
                      <a:pt x="3036" y="2436"/>
                      <a:pt x="3102" y="1568"/>
                    </a:cubicBezTo>
                    <a:cubicBezTo>
                      <a:pt x="3102" y="734"/>
                      <a:pt x="2368" y="1"/>
                      <a:pt x="15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057995" y="4504061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601"/>
                    </a:moveTo>
                    <a:cubicBezTo>
                      <a:pt x="2069" y="601"/>
                      <a:pt x="2536" y="1035"/>
                      <a:pt x="2502" y="1535"/>
                    </a:cubicBezTo>
                    <a:cubicBezTo>
                      <a:pt x="2502" y="2069"/>
                      <a:pt x="2069" y="2503"/>
                      <a:pt x="1535" y="2503"/>
                    </a:cubicBezTo>
                    <a:cubicBezTo>
                      <a:pt x="1001" y="2503"/>
                      <a:pt x="568" y="2069"/>
                      <a:pt x="568" y="1535"/>
                    </a:cubicBezTo>
                    <a:cubicBezTo>
                      <a:pt x="568" y="1002"/>
                      <a:pt x="1001" y="601"/>
                      <a:pt x="1535" y="601"/>
                    </a:cubicBezTo>
                    <a:close/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402" y="3103"/>
                      <a:pt x="3069" y="2369"/>
                      <a:pt x="3069" y="1535"/>
                    </a:cubicBezTo>
                    <a:cubicBezTo>
                      <a:pt x="3069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83495" y="4261704"/>
                <a:ext cx="15691" cy="213818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40" extrusionOk="0">
                    <a:moveTo>
                      <a:pt x="300" y="1"/>
                    </a:moveTo>
                    <a:cubicBezTo>
                      <a:pt x="133" y="1"/>
                      <a:pt x="0" y="134"/>
                      <a:pt x="0" y="301"/>
                    </a:cubicBezTo>
                    <a:lnTo>
                      <a:pt x="0" y="7440"/>
                    </a:lnTo>
                    <a:cubicBezTo>
                      <a:pt x="0" y="7606"/>
                      <a:pt x="133" y="7740"/>
                      <a:pt x="300" y="7740"/>
                    </a:cubicBezTo>
                    <a:cubicBezTo>
                      <a:pt x="400" y="7740"/>
                      <a:pt x="534" y="7606"/>
                      <a:pt x="567" y="7440"/>
                    </a:cubicBezTo>
                    <a:lnTo>
                      <a:pt x="567" y="301"/>
                    </a:lnTo>
                    <a:cubicBezTo>
                      <a:pt x="567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783960" y="4360326"/>
                <a:ext cx="213818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68" extrusionOk="0">
                    <a:moveTo>
                      <a:pt x="301" y="0"/>
                    </a:moveTo>
                    <a:cubicBezTo>
                      <a:pt x="134" y="0"/>
                      <a:pt x="0" y="134"/>
                      <a:pt x="0" y="300"/>
                    </a:cubicBezTo>
                    <a:cubicBezTo>
                      <a:pt x="0" y="467"/>
                      <a:pt x="134" y="567"/>
                      <a:pt x="301" y="567"/>
                    </a:cubicBezTo>
                    <a:lnTo>
                      <a:pt x="7439" y="567"/>
                    </a:lnTo>
                    <a:cubicBezTo>
                      <a:pt x="7606" y="567"/>
                      <a:pt x="7739" y="467"/>
                      <a:pt x="7739" y="300"/>
                    </a:cubicBezTo>
                    <a:cubicBezTo>
                      <a:pt x="7739" y="100"/>
                      <a:pt x="7606" y="0"/>
                      <a:pt x="7439" y="0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" name="Google Shape;31;p2"/>
          <p:cNvGrpSpPr/>
          <p:nvPr/>
        </p:nvGrpSpPr>
        <p:grpSpPr>
          <a:xfrm>
            <a:off x="107062" y="345649"/>
            <a:ext cx="4182177" cy="4176917"/>
            <a:chOff x="3047674" y="939549"/>
            <a:chExt cx="4182177" cy="4176917"/>
          </a:xfrm>
        </p:grpSpPr>
        <p:sp>
          <p:nvSpPr>
            <p:cNvPr id="32" name="Google Shape;32;p2"/>
            <p:cNvSpPr/>
            <p:nvPr/>
          </p:nvSpPr>
          <p:spPr>
            <a:xfrm>
              <a:off x="6974568" y="939549"/>
              <a:ext cx="15691" cy="212906"/>
            </a:xfrm>
            <a:custGeom>
              <a:avLst/>
              <a:gdLst/>
              <a:ahLst/>
              <a:cxnLst/>
              <a:rect l="l" t="t" r="r" b="b"/>
              <a:pathLst>
                <a:path w="568" h="7707" extrusionOk="0">
                  <a:moveTo>
                    <a:pt x="267" y="1"/>
                  </a:moveTo>
                  <a:cubicBezTo>
                    <a:pt x="100" y="1"/>
                    <a:pt x="0" y="101"/>
                    <a:pt x="0" y="268"/>
                  </a:cubicBezTo>
                  <a:lnTo>
                    <a:pt x="0" y="7406"/>
                  </a:lnTo>
                  <a:cubicBezTo>
                    <a:pt x="0" y="7573"/>
                    <a:pt x="100" y="7706"/>
                    <a:pt x="267" y="7706"/>
                  </a:cubicBezTo>
                  <a:cubicBezTo>
                    <a:pt x="400" y="7706"/>
                    <a:pt x="534" y="7573"/>
                    <a:pt x="567" y="7406"/>
                  </a:cubicBezTo>
                  <a:lnTo>
                    <a:pt x="567" y="268"/>
                  </a:lnTo>
                  <a:cubicBezTo>
                    <a:pt x="567" y="101"/>
                    <a:pt x="434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875033" y="1037232"/>
              <a:ext cx="212906" cy="15691"/>
            </a:xfrm>
            <a:custGeom>
              <a:avLst/>
              <a:gdLst/>
              <a:ahLst/>
              <a:cxnLst/>
              <a:rect l="l" t="t" r="r" b="b"/>
              <a:pathLst>
                <a:path w="7707" h="568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468"/>
                    <a:pt x="134" y="568"/>
                    <a:pt x="301" y="568"/>
                  </a:cubicBezTo>
                  <a:lnTo>
                    <a:pt x="7439" y="568"/>
                  </a:lnTo>
                  <a:cubicBezTo>
                    <a:pt x="7606" y="568"/>
                    <a:pt x="7706" y="468"/>
                    <a:pt x="7706" y="301"/>
                  </a:cubicBezTo>
                  <a:cubicBezTo>
                    <a:pt x="7706" y="101"/>
                    <a:pt x="7606" y="1"/>
                    <a:pt x="7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074406" y="1181381"/>
              <a:ext cx="155446" cy="160916"/>
            </a:xfrm>
            <a:custGeom>
              <a:avLst/>
              <a:gdLst/>
              <a:ahLst/>
              <a:cxnLst/>
              <a:rect l="l" t="t" r="r" b="b"/>
              <a:pathLst>
                <a:path w="5627" h="5825" extrusionOk="0">
                  <a:moveTo>
                    <a:pt x="673" y="0"/>
                  </a:moveTo>
                  <a:cubicBezTo>
                    <a:pt x="305" y="0"/>
                    <a:pt x="1" y="343"/>
                    <a:pt x="55" y="754"/>
                  </a:cubicBezTo>
                  <a:lnTo>
                    <a:pt x="623" y="5290"/>
                  </a:lnTo>
                  <a:cubicBezTo>
                    <a:pt x="669" y="5613"/>
                    <a:pt x="955" y="5825"/>
                    <a:pt x="1248" y="5825"/>
                  </a:cubicBezTo>
                  <a:cubicBezTo>
                    <a:pt x="1378" y="5825"/>
                    <a:pt x="1510" y="5783"/>
                    <a:pt x="1623" y="5690"/>
                  </a:cubicBezTo>
                  <a:lnTo>
                    <a:pt x="5259" y="2922"/>
                  </a:lnTo>
                  <a:cubicBezTo>
                    <a:pt x="5626" y="2622"/>
                    <a:pt x="5526" y="2021"/>
                    <a:pt x="5126" y="1821"/>
                  </a:cubicBezTo>
                  <a:lnTo>
                    <a:pt x="923" y="53"/>
                  </a:lnTo>
                  <a:cubicBezTo>
                    <a:pt x="839" y="17"/>
                    <a:pt x="754" y="0"/>
                    <a:pt x="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656876" y="5030718"/>
              <a:ext cx="84809" cy="85748"/>
            </a:xfrm>
            <a:custGeom>
              <a:avLst/>
              <a:gdLst/>
              <a:ahLst/>
              <a:cxnLst/>
              <a:rect l="l" t="t" r="r" b="b"/>
              <a:pathLst>
                <a:path w="3070" h="3104" extrusionOk="0"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369" y="3103"/>
                    <a:pt x="3070" y="2369"/>
                    <a:pt x="3070" y="1535"/>
                  </a:cubicBezTo>
                  <a:cubicBezTo>
                    <a:pt x="3070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533418" y="4684960"/>
              <a:ext cx="175087" cy="191303"/>
            </a:xfrm>
            <a:custGeom>
              <a:avLst/>
              <a:gdLst/>
              <a:ahLst/>
              <a:cxnLst/>
              <a:rect l="l" t="t" r="r" b="b"/>
              <a:pathLst>
                <a:path w="6338" h="6925" extrusionOk="0">
                  <a:moveTo>
                    <a:pt x="749" y="0"/>
                  </a:moveTo>
                  <a:cubicBezTo>
                    <a:pt x="358" y="0"/>
                    <a:pt x="0" y="307"/>
                    <a:pt x="0" y="708"/>
                  </a:cubicBezTo>
                  <a:lnTo>
                    <a:pt x="0" y="6179"/>
                  </a:lnTo>
                  <a:cubicBezTo>
                    <a:pt x="0" y="6626"/>
                    <a:pt x="351" y="6925"/>
                    <a:pt x="737" y="6925"/>
                  </a:cubicBezTo>
                  <a:cubicBezTo>
                    <a:pt x="870" y="6925"/>
                    <a:pt x="1006" y="6890"/>
                    <a:pt x="1134" y="6813"/>
                  </a:cubicBezTo>
                  <a:lnTo>
                    <a:pt x="5838" y="4111"/>
                  </a:lnTo>
                  <a:cubicBezTo>
                    <a:pt x="6338" y="3811"/>
                    <a:pt x="6338" y="3077"/>
                    <a:pt x="5838" y="2810"/>
                  </a:cubicBezTo>
                  <a:lnTo>
                    <a:pt x="1134" y="108"/>
                  </a:lnTo>
                  <a:cubicBezTo>
                    <a:pt x="1010" y="34"/>
                    <a:pt x="878" y="0"/>
                    <a:pt x="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047674" y="3856443"/>
              <a:ext cx="69145" cy="69118"/>
            </a:xfrm>
            <a:custGeom>
              <a:avLst/>
              <a:gdLst/>
              <a:ahLst/>
              <a:cxnLst/>
              <a:rect l="l" t="t" r="r" b="b"/>
              <a:pathLst>
                <a:path w="2503" h="2502" extrusionOk="0">
                  <a:moveTo>
                    <a:pt x="1268" y="0"/>
                  </a:moveTo>
                  <a:cubicBezTo>
                    <a:pt x="534" y="0"/>
                    <a:pt x="1" y="534"/>
                    <a:pt x="1" y="1234"/>
                  </a:cubicBezTo>
                  <a:cubicBezTo>
                    <a:pt x="1" y="1968"/>
                    <a:pt x="534" y="2502"/>
                    <a:pt x="1268" y="2502"/>
                  </a:cubicBezTo>
                  <a:cubicBezTo>
                    <a:pt x="1969" y="2502"/>
                    <a:pt x="2502" y="1968"/>
                    <a:pt x="2502" y="1234"/>
                  </a:cubicBezTo>
                  <a:cubicBezTo>
                    <a:pt x="2502" y="534"/>
                    <a:pt x="1935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191437" y="3990978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68" y="0"/>
                  </a:moveTo>
                  <a:cubicBezTo>
                    <a:pt x="734" y="0"/>
                    <a:pt x="0" y="701"/>
                    <a:pt x="0" y="1535"/>
                  </a:cubicBezTo>
                  <a:cubicBezTo>
                    <a:pt x="0" y="2369"/>
                    <a:pt x="734" y="3102"/>
                    <a:pt x="1568" y="3102"/>
                  </a:cubicBezTo>
                  <a:cubicBezTo>
                    <a:pt x="2402" y="3102"/>
                    <a:pt x="3102" y="2369"/>
                    <a:pt x="3102" y="1535"/>
                  </a:cubicBezTo>
                  <a:cubicBezTo>
                    <a:pt x="3102" y="667"/>
                    <a:pt x="2402" y="0"/>
                    <a:pt x="1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165635" y="3676741"/>
              <a:ext cx="200917" cy="171662"/>
            </a:xfrm>
            <a:custGeom>
              <a:avLst/>
              <a:gdLst/>
              <a:ahLst/>
              <a:cxnLst/>
              <a:rect l="l" t="t" r="r" b="b"/>
              <a:pathLst>
                <a:path w="7273" h="6214" extrusionOk="0">
                  <a:moveTo>
                    <a:pt x="934" y="0"/>
                  </a:moveTo>
                  <a:cubicBezTo>
                    <a:pt x="367" y="0"/>
                    <a:pt x="0" y="634"/>
                    <a:pt x="267" y="1135"/>
                  </a:cubicBezTo>
                  <a:lnTo>
                    <a:pt x="3002" y="5838"/>
                  </a:lnTo>
                  <a:cubicBezTo>
                    <a:pt x="3136" y="6088"/>
                    <a:pt x="3386" y="6213"/>
                    <a:pt x="3636" y="6213"/>
                  </a:cubicBezTo>
                  <a:cubicBezTo>
                    <a:pt x="3886" y="6213"/>
                    <a:pt x="4137" y="6088"/>
                    <a:pt x="4270" y="5838"/>
                  </a:cubicBezTo>
                  <a:lnTo>
                    <a:pt x="7005" y="1135"/>
                  </a:lnTo>
                  <a:cubicBezTo>
                    <a:pt x="7272" y="601"/>
                    <a:pt x="6905" y="0"/>
                    <a:pt x="6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40;p2"/>
          <p:cNvGrpSpPr/>
          <p:nvPr/>
        </p:nvGrpSpPr>
        <p:grpSpPr>
          <a:xfrm>
            <a:off x="1714228" y="4261677"/>
            <a:ext cx="1271472" cy="625139"/>
            <a:chOff x="855125" y="612150"/>
            <a:chExt cx="511700" cy="251575"/>
          </a:xfrm>
        </p:grpSpPr>
        <p:sp>
          <p:nvSpPr>
            <p:cNvPr id="41" name="Google Shape;41;p2"/>
            <p:cNvSpPr/>
            <p:nvPr/>
          </p:nvSpPr>
          <p:spPr>
            <a:xfrm>
              <a:off x="1309725" y="612150"/>
              <a:ext cx="57100" cy="57100"/>
            </a:xfrm>
            <a:custGeom>
              <a:avLst/>
              <a:gdLst/>
              <a:ahLst/>
              <a:cxnLst/>
              <a:rect l="l" t="t" r="r" b="b"/>
              <a:pathLst>
                <a:path w="2284" h="2284" extrusionOk="0">
                  <a:moveTo>
                    <a:pt x="1" y="1"/>
                  </a:moveTo>
                  <a:lnTo>
                    <a:pt x="1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55125" y="730100"/>
              <a:ext cx="103700" cy="104150"/>
            </a:xfrm>
            <a:custGeom>
              <a:avLst/>
              <a:gdLst/>
              <a:ahLst/>
              <a:cxnLst/>
              <a:rect l="l" t="t" r="r" b="b"/>
              <a:pathLst>
                <a:path w="4148" h="4166" extrusionOk="0">
                  <a:moveTo>
                    <a:pt x="1" y="0"/>
                  </a:moveTo>
                  <a:lnTo>
                    <a:pt x="1" y="4166"/>
                  </a:lnTo>
                  <a:lnTo>
                    <a:pt x="4147" y="4166"/>
                  </a:lnTo>
                  <a:lnTo>
                    <a:pt x="414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917425" y="792375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1" y="1"/>
                  </a:moveTo>
                  <a:lnTo>
                    <a:pt x="1" y="2854"/>
                  </a:lnTo>
                  <a:lnTo>
                    <a:pt x="2854" y="2854"/>
                  </a:lnTo>
                  <a:lnTo>
                    <a:pt x="285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44;p2"/>
          <p:cNvGrpSpPr/>
          <p:nvPr/>
        </p:nvGrpSpPr>
        <p:grpSpPr>
          <a:xfrm>
            <a:off x="1476312" y="221824"/>
            <a:ext cx="609540" cy="583574"/>
            <a:chOff x="3105300" y="593625"/>
            <a:chExt cx="256800" cy="245850"/>
          </a:xfrm>
        </p:grpSpPr>
        <p:sp>
          <p:nvSpPr>
            <p:cNvPr id="45" name="Google Shape;45;p2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49;p2"/>
          <p:cNvGrpSpPr/>
          <p:nvPr/>
        </p:nvGrpSpPr>
        <p:grpSpPr>
          <a:xfrm>
            <a:off x="3963663" y="-2091225"/>
            <a:ext cx="8043475" cy="8043475"/>
            <a:chOff x="1241175" y="-1300650"/>
            <a:chExt cx="8043475" cy="8043475"/>
          </a:xfrm>
        </p:grpSpPr>
        <p:sp>
          <p:nvSpPr>
            <p:cNvPr id="50" name="Google Shape;50;p2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>
            <a:spLocks noGrp="1"/>
          </p:cNvSpPr>
          <p:nvPr>
            <p:ph type="title"/>
          </p:nvPr>
        </p:nvSpPr>
        <p:spPr>
          <a:xfrm>
            <a:off x="728363" y="2063200"/>
            <a:ext cx="3520200" cy="154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title" idx="2" hasCustomPrompt="1"/>
          </p:nvPr>
        </p:nvSpPr>
        <p:spPr>
          <a:xfrm>
            <a:off x="1736363" y="1231507"/>
            <a:ext cx="150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0" name="Google Shape;60;p3"/>
          <p:cNvSpPr txBox="1">
            <a:spLocks noGrp="1"/>
          </p:cNvSpPr>
          <p:nvPr>
            <p:ph type="subTitle" idx="1"/>
          </p:nvPr>
        </p:nvSpPr>
        <p:spPr>
          <a:xfrm>
            <a:off x="728363" y="3604718"/>
            <a:ext cx="35202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3"/>
          <p:cNvGrpSpPr/>
          <p:nvPr/>
        </p:nvGrpSpPr>
        <p:grpSpPr>
          <a:xfrm>
            <a:off x="107062" y="345649"/>
            <a:ext cx="5576778" cy="4450078"/>
            <a:chOff x="107062" y="345649"/>
            <a:chExt cx="5576778" cy="4450078"/>
          </a:xfrm>
        </p:grpSpPr>
        <p:grpSp>
          <p:nvGrpSpPr>
            <p:cNvPr id="62" name="Google Shape;62;p3"/>
            <p:cNvGrpSpPr/>
            <p:nvPr/>
          </p:nvGrpSpPr>
          <p:grpSpPr>
            <a:xfrm>
              <a:off x="5035534" y="4146447"/>
              <a:ext cx="648306" cy="649281"/>
              <a:chOff x="5022684" y="4300597"/>
              <a:chExt cx="648306" cy="649281"/>
            </a:xfrm>
          </p:grpSpPr>
          <p:sp>
            <p:nvSpPr>
              <p:cNvPr id="63" name="Google Shape;63;p3"/>
              <p:cNvSpPr/>
              <p:nvPr/>
            </p:nvSpPr>
            <p:spPr>
              <a:xfrm>
                <a:off x="5022684" y="4300597"/>
                <a:ext cx="235516" cy="235528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4851" extrusionOk="0">
                    <a:moveTo>
                      <a:pt x="0" y="1"/>
                    </a:moveTo>
                    <a:lnTo>
                      <a:pt x="0" y="4851"/>
                    </a:lnTo>
                    <a:lnTo>
                      <a:pt x="4850" y="4851"/>
                    </a:lnTo>
                    <a:lnTo>
                      <a:pt x="4850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5157512" y="4434502"/>
                <a:ext cx="166235" cy="166292"/>
              </a:xfrm>
              <a:custGeom>
                <a:avLst/>
                <a:gdLst/>
                <a:ahLst/>
                <a:cxnLst/>
                <a:rect l="l" t="t" r="r" b="b"/>
                <a:pathLst>
                  <a:path w="3424" h="3425" extrusionOk="0">
                    <a:moveTo>
                      <a:pt x="0" y="1"/>
                    </a:moveTo>
                    <a:lnTo>
                      <a:pt x="0" y="3424"/>
                    </a:lnTo>
                    <a:lnTo>
                      <a:pt x="3424" y="3424"/>
                    </a:lnTo>
                    <a:lnTo>
                      <a:pt x="342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5569375" y="4434502"/>
                <a:ext cx="101615" cy="10162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093" extrusionOk="0">
                    <a:moveTo>
                      <a:pt x="0" y="1"/>
                    </a:moveTo>
                    <a:lnTo>
                      <a:pt x="0" y="2093"/>
                    </a:lnTo>
                    <a:lnTo>
                      <a:pt x="2093" y="2093"/>
                    </a:lnTo>
                    <a:lnTo>
                      <a:pt x="209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5294185" y="4811309"/>
                <a:ext cx="138562" cy="138569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0" y="0"/>
                    </a:moveTo>
                    <a:lnTo>
                      <a:pt x="0" y="2853"/>
                    </a:lnTo>
                    <a:lnTo>
                      <a:pt x="2853" y="2853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198627" y="452709"/>
              <a:ext cx="232368" cy="973684"/>
              <a:chOff x="6656577" y="3252597"/>
              <a:chExt cx="232368" cy="973684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6797232" y="325259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69" y="3937"/>
                      <a:pt x="3936" y="3069"/>
                      <a:pt x="3936" y="1969"/>
                    </a:cubicBezTo>
                    <a:cubicBezTo>
                      <a:pt x="3936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6797232" y="3434438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36"/>
                      <a:pt x="901" y="3936"/>
                      <a:pt x="1968" y="3936"/>
                    </a:cubicBezTo>
                    <a:cubicBezTo>
                      <a:pt x="3069" y="3936"/>
                      <a:pt x="3936" y="3036"/>
                      <a:pt x="3936" y="1968"/>
                    </a:cubicBezTo>
                    <a:cubicBezTo>
                      <a:pt x="3936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6797232" y="361704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36"/>
                      <a:pt x="901" y="3936"/>
                      <a:pt x="1968" y="3936"/>
                    </a:cubicBezTo>
                    <a:cubicBezTo>
                      <a:pt x="3069" y="3936"/>
                      <a:pt x="3936" y="3036"/>
                      <a:pt x="3936" y="1968"/>
                    </a:cubicBezTo>
                    <a:cubicBezTo>
                      <a:pt x="3936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6656577" y="325259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36" y="3937"/>
                      <a:pt x="3937" y="3069"/>
                      <a:pt x="3937" y="1969"/>
                    </a:cubicBezTo>
                    <a:cubicBezTo>
                      <a:pt x="3937" y="901"/>
                      <a:pt x="3036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6656577" y="3434438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36"/>
                      <a:pt x="901" y="3936"/>
                      <a:pt x="1968" y="3936"/>
                    </a:cubicBezTo>
                    <a:cubicBezTo>
                      <a:pt x="3036" y="3936"/>
                      <a:pt x="3937" y="3036"/>
                      <a:pt x="3937" y="1968"/>
                    </a:cubicBezTo>
                    <a:cubicBezTo>
                      <a:pt x="3937" y="901"/>
                      <a:pt x="3036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6656577" y="361704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36"/>
                      <a:pt x="901" y="3936"/>
                      <a:pt x="1968" y="3936"/>
                    </a:cubicBezTo>
                    <a:cubicBezTo>
                      <a:pt x="3036" y="3936"/>
                      <a:pt x="3937" y="3036"/>
                      <a:pt x="3937" y="1968"/>
                    </a:cubicBezTo>
                    <a:cubicBezTo>
                      <a:pt x="3937" y="901"/>
                      <a:pt x="3036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6797232" y="376935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69" y="3936"/>
                      <a:pt x="3936" y="3069"/>
                      <a:pt x="3936" y="1968"/>
                    </a:cubicBezTo>
                    <a:cubicBezTo>
                      <a:pt x="3936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6797232" y="3951936"/>
                <a:ext cx="91712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8" extrusionOk="0">
                    <a:moveTo>
                      <a:pt x="1968" y="1"/>
                    </a:moveTo>
                    <a:cubicBezTo>
                      <a:pt x="901" y="1"/>
                      <a:pt x="0" y="902"/>
                      <a:pt x="0" y="1969"/>
                    </a:cubicBezTo>
                    <a:cubicBezTo>
                      <a:pt x="0" y="3070"/>
                      <a:pt x="901" y="3937"/>
                      <a:pt x="1968" y="3937"/>
                    </a:cubicBezTo>
                    <a:cubicBezTo>
                      <a:pt x="3069" y="3937"/>
                      <a:pt x="3936" y="3070"/>
                      <a:pt x="3936" y="1969"/>
                    </a:cubicBezTo>
                    <a:cubicBezTo>
                      <a:pt x="3936" y="902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6798001" y="4135338"/>
                <a:ext cx="90944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04" extrusionOk="0">
                    <a:moveTo>
                      <a:pt x="1935" y="0"/>
                    </a:moveTo>
                    <a:cubicBezTo>
                      <a:pt x="868" y="0"/>
                      <a:pt x="0" y="868"/>
                      <a:pt x="0" y="1935"/>
                    </a:cubicBezTo>
                    <a:cubicBezTo>
                      <a:pt x="0" y="3036"/>
                      <a:pt x="868" y="3903"/>
                      <a:pt x="1935" y="3903"/>
                    </a:cubicBezTo>
                    <a:cubicBezTo>
                      <a:pt x="3036" y="3903"/>
                      <a:pt x="3903" y="3036"/>
                      <a:pt x="3903" y="1935"/>
                    </a:cubicBezTo>
                    <a:cubicBezTo>
                      <a:pt x="3903" y="868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6656577" y="376935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36" y="3936"/>
                      <a:pt x="3937" y="3069"/>
                      <a:pt x="3937" y="1968"/>
                    </a:cubicBezTo>
                    <a:cubicBezTo>
                      <a:pt x="3937" y="901"/>
                      <a:pt x="3036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6656577" y="3951936"/>
                <a:ext cx="91712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8" extrusionOk="0">
                    <a:moveTo>
                      <a:pt x="1968" y="1"/>
                    </a:moveTo>
                    <a:cubicBezTo>
                      <a:pt x="901" y="1"/>
                      <a:pt x="0" y="902"/>
                      <a:pt x="0" y="1969"/>
                    </a:cubicBezTo>
                    <a:cubicBezTo>
                      <a:pt x="0" y="3070"/>
                      <a:pt x="901" y="3937"/>
                      <a:pt x="1968" y="3937"/>
                    </a:cubicBezTo>
                    <a:cubicBezTo>
                      <a:pt x="3036" y="3937"/>
                      <a:pt x="3937" y="3070"/>
                      <a:pt x="3937" y="1969"/>
                    </a:cubicBezTo>
                    <a:cubicBezTo>
                      <a:pt x="3937" y="902"/>
                      <a:pt x="3036" y="1"/>
                      <a:pt x="1968" y="1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6656577" y="4135338"/>
                <a:ext cx="91712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04" extrusionOk="0">
                    <a:moveTo>
                      <a:pt x="1968" y="0"/>
                    </a:moveTo>
                    <a:cubicBezTo>
                      <a:pt x="901" y="0"/>
                      <a:pt x="0" y="868"/>
                      <a:pt x="0" y="1935"/>
                    </a:cubicBezTo>
                    <a:cubicBezTo>
                      <a:pt x="0" y="3036"/>
                      <a:pt x="868" y="3903"/>
                      <a:pt x="1968" y="3903"/>
                    </a:cubicBezTo>
                    <a:cubicBezTo>
                      <a:pt x="3069" y="3903"/>
                      <a:pt x="3937" y="3036"/>
                      <a:pt x="3937" y="1935"/>
                    </a:cubicBezTo>
                    <a:cubicBezTo>
                      <a:pt x="3937" y="868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" name="Google Shape;80;p3"/>
            <p:cNvGrpSpPr/>
            <p:nvPr/>
          </p:nvGrpSpPr>
          <p:grpSpPr>
            <a:xfrm>
              <a:off x="107062" y="345649"/>
              <a:ext cx="4182177" cy="4176917"/>
              <a:chOff x="3047674" y="939549"/>
              <a:chExt cx="4182177" cy="4176917"/>
            </a:xfrm>
          </p:grpSpPr>
          <p:sp>
            <p:nvSpPr>
              <p:cNvPr id="81" name="Google Shape;81;p3"/>
              <p:cNvSpPr/>
              <p:nvPr/>
            </p:nvSpPr>
            <p:spPr>
              <a:xfrm>
                <a:off x="6974568" y="939549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6875033" y="1037232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7074406" y="1181381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6656876" y="5030718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369" y="3103"/>
                      <a:pt x="3070" y="2369"/>
                      <a:pt x="3070" y="1535"/>
                    </a:cubicBezTo>
                    <a:cubicBezTo>
                      <a:pt x="3070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6533418" y="4684960"/>
                <a:ext cx="175087" cy="19130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6925" extrusionOk="0">
                    <a:moveTo>
                      <a:pt x="749" y="0"/>
                    </a:moveTo>
                    <a:cubicBezTo>
                      <a:pt x="358" y="0"/>
                      <a:pt x="0" y="307"/>
                      <a:pt x="0" y="708"/>
                    </a:cubicBezTo>
                    <a:lnTo>
                      <a:pt x="0" y="6179"/>
                    </a:lnTo>
                    <a:cubicBezTo>
                      <a:pt x="0" y="6626"/>
                      <a:pt x="351" y="6925"/>
                      <a:pt x="737" y="6925"/>
                    </a:cubicBezTo>
                    <a:cubicBezTo>
                      <a:pt x="870" y="6925"/>
                      <a:pt x="1006" y="6890"/>
                      <a:pt x="1134" y="6813"/>
                    </a:cubicBezTo>
                    <a:lnTo>
                      <a:pt x="5838" y="4111"/>
                    </a:lnTo>
                    <a:cubicBezTo>
                      <a:pt x="6338" y="3811"/>
                      <a:pt x="6338" y="3077"/>
                      <a:pt x="5838" y="2810"/>
                    </a:cubicBezTo>
                    <a:lnTo>
                      <a:pt x="1134" y="108"/>
                    </a:lnTo>
                    <a:cubicBezTo>
                      <a:pt x="1010" y="34"/>
                      <a:pt x="878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3047674" y="3856443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3191437" y="3990978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3165635" y="3676741"/>
                <a:ext cx="200917" cy="171662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214" extrusionOk="0">
                    <a:moveTo>
                      <a:pt x="934" y="0"/>
                    </a:moveTo>
                    <a:cubicBezTo>
                      <a:pt x="367" y="0"/>
                      <a:pt x="0" y="634"/>
                      <a:pt x="267" y="1135"/>
                    </a:cubicBezTo>
                    <a:lnTo>
                      <a:pt x="3002" y="5838"/>
                    </a:lnTo>
                    <a:cubicBezTo>
                      <a:pt x="3136" y="6088"/>
                      <a:pt x="3386" y="6213"/>
                      <a:pt x="3636" y="6213"/>
                    </a:cubicBezTo>
                    <a:cubicBezTo>
                      <a:pt x="3886" y="6213"/>
                      <a:pt x="4137" y="6088"/>
                      <a:pt x="4270" y="5838"/>
                    </a:cubicBezTo>
                    <a:lnTo>
                      <a:pt x="7005" y="1135"/>
                    </a:lnTo>
                    <a:cubicBezTo>
                      <a:pt x="7272" y="601"/>
                      <a:pt x="6905" y="0"/>
                      <a:pt x="6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" name="Google Shape;89;p3"/>
          <p:cNvGrpSpPr/>
          <p:nvPr/>
        </p:nvGrpSpPr>
        <p:grpSpPr>
          <a:xfrm>
            <a:off x="3967105" y="-2089664"/>
            <a:ext cx="8043475" cy="8043475"/>
            <a:chOff x="1241175" y="-1300650"/>
            <a:chExt cx="8043475" cy="8043475"/>
          </a:xfrm>
        </p:grpSpPr>
        <p:sp>
          <p:nvSpPr>
            <p:cNvPr id="90" name="Google Shape;90;p3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 txBox="1">
            <a:spLocks noGrp="1"/>
          </p:cNvSpPr>
          <p:nvPr>
            <p:ph type="body" idx="1"/>
          </p:nvPr>
        </p:nvSpPr>
        <p:spPr>
          <a:xfrm>
            <a:off x="4419600" y="1340893"/>
            <a:ext cx="3858900" cy="26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7"/>
          <p:cNvSpPr txBox="1">
            <a:spLocks noGrp="1"/>
          </p:cNvSpPr>
          <p:nvPr>
            <p:ph type="title"/>
          </p:nvPr>
        </p:nvSpPr>
        <p:spPr>
          <a:xfrm>
            <a:off x="713100" y="2012175"/>
            <a:ext cx="2755200" cy="10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5" name="Google Shape;225;p7"/>
          <p:cNvGrpSpPr/>
          <p:nvPr/>
        </p:nvGrpSpPr>
        <p:grpSpPr>
          <a:xfrm>
            <a:off x="4846105" y="-5016964"/>
            <a:ext cx="8043475" cy="8043475"/>
            <a:chOff x="1241175" y="-1300650"/>
            <a:chExt cx="8043475" cy="8043475"/>
          </a:xfrm>
        </p:grpSpPr>
        <p:sp>
          <p:nvSpPr>
            <p:cNvPr id="226" name="Google Shape;226;p7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" name="Google Shape;233;p7"/>
          <p:cNvGrpSpPr/>
          <p:nvPr/>
        </p:nvGrpSpPr>
        <p:grpSpPr>
          <a:xfrm>
            <a:off x="280137" y="93801"/>
            <a:ext cx="8677908" cy="4873927"/>
            <a:chOff x="280137" y="93801"/>
            <a:chExt cx="8677908" cy="4873927"/>
          </a:xfrm>
        </p:grpSpPr>
        <p:sp>
          <p:nvSpPr>
            <p:cNvPr id="234" name="Google Shape;234;p7"/>
            <p:cNvSpPr/>
            <p:nvPr/>
          </p:nvSpPr>
          <p:spPr>
            <a:xfrm>
              <a:off x="7601469" y="93801"/>
              <a:ext cx="462359" cy="462382"/>
            </a:xfrm>
            <a:custGeom>
              <a:avLst/>
              <a:gdLst/>
              <a:ahLst/>
              <a:cxnLst/>
              <a:rect l="l" t="t" r="r" b="b"/>
              <a:pathLst>
                <a:path w="19848" h="19849" extrusionOk="0">
                  <a:moveTo>
                    <a:pt x="9640" y="935"/>
                  </a:moveTo>
                  <a:lnTo>
                    <a:pt x="9640" y="3803"/>
                  </a:lnTo>
                  <a:cubicBezTo>
                    <a:pt x="8907" y="3803"/>
                    <a:pt x="8173" y="3803"/>
                    <a:pt x="7506" y="3837"/>
                  </a:cubicBezTo>
                  <a:cubicBezTo>
                    <a:pt x="8306" y="2469"/>
                    <a:pt x="9140" y="1468"/>
                    <a:pt x="9640" y="935"/>
                  </a:cubicBezTo>
                  <a:close/>
                  <a:moveTo>
                    <a:pt x="10241" y="801"/>
                  </a:moveTo>
                  <a:cubicBezTo>
                    <a:pt x="10741" y="1302"/>
                    <a:pt x="11742" y="2436"/>
                    <a:pt x="12643" y="4004"/>
                  </a:cubicBezTo>
                  <a:cubicBezTo>
                    <a:pt x="11809" y="3937"/>
                    <a:pt x="11008" y="3837"/>
                    <a:pt x="10241" y="3837"/>
                  </a:cubicBezTo>
                  <a:lnTo>
                    <a:pt x="10241" y="801"/>
                  </a:lnTo>
                  <a:close/>
                  <a:moveTo>
                    <a:pt x="9073" y="768"/>
                  </a:moveTo>
                  <a:lnTo>
                    <a:pt x="9073" y="768"/>
                  </a:lnTo>
                  <a:cubicBezTo>
                    <a:pt x="8440" y="1435"/>
                    <a:pt x="7572" y="2503"/>
                    <a:pt x="6805" y="3937"/>
                  </a:cubicBezTo>
                  <a:cubicBezTo>
                    <a:pt x="5771" y="4004"/>
                    <a:pt x="4837" y="4170"/>
                    <a:pt x="4003" y="4337"/>
                  </a:cubicBezTo>
                  <a:cubicBezTo>
                    <a:pt x="5237" y="2636"/>
                    <a:pt x="6972" y="1402"/>
                    <a:pt x="9073" y="768"/>
                  </a:cubicBezTo>
                  <a:close/>
                  <a:moveTo>
                    <a:pt x="10975" y="768"/>
                  </a:moveTo>
                  <a:lnTo>
                    <a:pt x="10975" y="768"/>
                  </a:lnTo>
                  <a:cubicBezTo>
                    <a:pt x="13176" y="1402"/>
                    <a:pt x="15011" y="2803"/>
                    <a:pt x="16245" y="4637"/>
                  </a:cubicBezTo>
                  <a:cubicBezTo>
                    <a:pt x="15244" y="4437"/>
                    <a:pt x="14277" y="4237"/>
                    <a:pt x="13310" y="4104"/>
                  </a:cubicBezTo>
                  <a:cubicBezTo>
                    <a:pt x="12509" y="2603"/>
                    <a:pt x="11608" y="1468"/>
                    <a:pt x="10975" y="768"/>
                  </a:cubicBezTo>
                  <a:close/>
                  <a:moveTo>
                    <a:pt x="6805" y="1102"/>
                  </a:moveTo>
                  <a:lnTo>
                    <a:pt x="6805" y="1102"/>
                  </a:lnTo>
                  <a:cubicBezTo>
                    <a:pt x="5337" y="1935"/>
                    <a:pt x="4103" y="3103"/>
                    <a:pt x="3169" y="4571"/>
                  </a:cubicBezTo>
                  <a:cubicBezTo>
                    <a:pt x="2769" y="4671"/>
                    <a:pt x="2402" y="4771"/>
                    <a:pt x="2002" y="4871"/>
                  </a:cubicBezTo>
                  <a:cubicBezTo>
                    <a:pt x="3169" y="3136"/>
                    <a:pt x="4837" y="1802"/>
                    <a:pt x="6805" y="1102"/>
                  </a:cubicBezTo>
                  <a:close/>
                  <a:moveTo>
                    <a:pt x="13543" y="1302"/>
                  </a:moveTo>
                  <a:lnTo>
                    <a:pt x="13543" y="1302"/>
                  </a:lnTo>
                  <a:cubicBezTo>
                    <a:pt x="15411" y="2069"/>
                    <a:pt x="16946" y="3437"/>
                    <a:pt x="17980" y="5138"/>
                  </a:cubicBezTo>
                  <a:cubicBezTo>
                    <a:pt x="17646" y="5038"/>
                    <a:pt x="17346" y="4971"/>
                    <a:pt x="17012" y="4871"/>
                  </a:cubicBezTo>
                  <a:cubicBezTo>
                    <a:pt x="16178" y="3437"/>
                    <a:pt x="14978" y="2169"/>
                    <a:pt x="13543" y="1302"/>
                  </a:cubicBezTo>
                  <a:close/>
                  <a:moveTo>
                    <a:pt x="6505" y="4471"/>
                  </a:moveTo>
                  <a:lnTo>
                    <a:pt x="6505" y="4471"/>
                  </a:lnTo>
                  <a:cubicBezTo>
                    <a:pt x="5838" y="5838"/>
                    <a:pt x="5337" y="7506"/>
                    <a:pt x="5271" y="9341"/>
                  </a:cubicBezTo>
                  <a:lnTo>
                    <a:pt x="5271" y="9574"/>
                  </a:lnTo>
                  <a:lnTo>
                    <a:pt x="2268" y="9574"/>
                  </a:lnTo>
                  <a:cubicBezTo>
                    <a:pt x="2302" y="7906"/>
                    <a:pt x="2802" y="6339"/>
                    <a:pt x="3603" y="4971"/>
                  </a:cubicBezTo>
                  <a:cubicBezTo>
                    <a:pt x="4103" y="4871"/>
                    <a:pt x="4737" y="4771"/>
                    <a:pt x="5337" y="4637"/>
                  </a:cubicBezTo>
                  <a:cubicBezTo>
                    <a:pt x="5738" y="4604"/>
                    <a:pt x="6105" y="4504"/>
                    <a:pt x="6505" y="4471"/>
                  </a:cubicBezTo>
                  <a:close/>
                  <a:moveTo>
                    <a:pt x="2802" y="5238"/>
                  </a:moveTo>
                  <a:cubicBezTo>
                    <a:pt x="2135" y="6539"/>
                    <a:pt x="1735" y="8006"/>
                    <a:pt x="1668" y="9608"/>
                  </a:cubicBezTo>
                  <a:lnTo>
                    <a:pt x="567" y="9608"/>
                  </a:lnTo>
                  <a:cubicBezTo>
                    <a:pt x="601" y="8173"/>
                    <a:pt x="968" y="6806"/>
                    <a:pt x="1601" y="5638"/>
                  </a:cubicBezTo>
                  <a:cubicBezTo>
                    <a:pt x="1935" y="5505"/>
                    <a:pt x="2335" y="5405"/>
                    <a:pt x="2802" y="5238"/>
                  </a:cubicBezTo>
                  <a:close/>
                  <a:moveTo>
                    <a:pt x="8888" y="4376"/>
                  </a:moveTo>
                  <a:cubicBezTo>
                    <a:pt x="9135" y="4376"/>
                    <a:pt x="9386" y="4384"/>
                    <a:pt x="9640" y="4404"/>
                  </a:cubicBezTo>
                  <a:lnTo>
                    <a:pt x="9640" y="9608"/>
                  </a:lnTo>
                  <a:lnTo>
                    <a:pt x="5804" y="9608"/>
                  </a:lnTo>
                  <a:lnTo>
                    <a:pt x="5804" y="9441"/>
                  </a:lnTo>
                  <a:cubicBezTo>
                    <a:pt x="5904" y="7506"/>
                    <a:pt x="6471" y="5838"/>
                    <a:pt x="7172" y="4471"/>
                  </a:cubicBezTo>
                  <a:cubicBezTo>
                    <a:pt x="7714" y="4423"/>
                    <a:pt x="8290" y="4376"/>
                    <a:pt x="8888" y="4376"/>
                  </a:cubicBezTo>
                  <a:close/>
                  <a:moveTo>
                    <a:pt x="10241" y="4404"/>
                  </a:moveTo>
                  <a:cubicBezTo>
                    <a:pt x="11075" y="4437"/>
                    <a:pt x="11975" y="4504"/>
                    <a:pt x="12943" y="4637"/>
                  </a:cubicBezTo>
                  <a:cubicBezTo>
                    <a:pt x="13610" y="5972"/>
                    <a:pt x="14144" y="7606"/>
                    <a:pt x="14244" y="9441"/>
                  </a:cubicBezTo>
                  <a:lnTo>
                    <a:pt x="14244" y="9608"/>
                  </a:lnTo>
                  <a:lnTo>
                    <a:pt x="10241" y="9608"/>
                  </a:lnTo>
                  <a:lnTo>
                    <a:pt x="10241" y="4404"/>
                  </a:lnTo>
                  <a:close/>
                  <a:moveTo>
                    <a:pt x="13643" y="4737"/>
                  </a:moveTo>
                  <a:cubicBezTo>
                    <a:pt x="14611" y="4871"/>
                    <a:pt x="15611" y="5104"/>
                    <a:pt x="16679" y="5338"/>
                  </a:cubicBezTo>
                  <a:cubicBezTo>
                    <a:pt x="17313" y="6605"/>
                    <a:pt x="17746" y="8073"/>
                    <a:pt x="17813" y="9608"/>
                  </a:cubicBezTo>
                  <a:lnTo>
                    <a:pt x="14811" y="9608"/>
                  </a:lnTo>
                  <a:lnTo>
                    <a:pt x="14811" y="9407"/>
                  </a:lnTo>
                  <a:cubicBezTo>
                    <a:pt x="14744" y="7640"/>
                    <a:pt x="14277" y="6072"/>
                    <a:pt x="13643" y="4737"/>
                  </a:cubicBezTo>
                  <a:close/>
                  <a:moveTo>
                    <a:pt x="17346" y="5571"/>
                  </a:moveTo>
                  <a:lnTo>
                    <a:pt x="17346" y="5571"/>
                  </a:lnTo>
                  <a:cubicBezTo>
                    <a:pt x="17679" y="5638"/>
                    <a:pt x="18013" y="5772"/>
                    <a:pt x="18347" y="5838"/>
                  </a:cubicBezTo>
                  <a:cubicBezTo>
                    <a:pt x="18914" y="6972"/>
                    <a:pt x="19247" y="8273"/>
                    <a:pt x="19314" y="9608"/>
                  </a:cubicBezTo>
                  <a:lnTo>
                    <a:pt x="18347" y="9608"/>
                  </a:lnTo>
                  <a:cubicBezTo>
                    <a:pt x="18313" y="8140"/>
                    <a:pt x="17946" y="6806"/>
                    <a:pt x="17346" y="5571"/>
                  </a:cubicBezTo>
                  <a:close/>
                  <a:moveTo>
                    <a:pt x="1668" y="10108"/>
                  </a:moveTo>
                  <a:lnTo>
                    <a:pt x="1668" y="10141"/>
                  </a:lnTo>
                  <a:cubicBezTo>
                    <a:pt x="1735" y="11843"/>
                    <a:pt x="2168" y="13477"/>
                    <a:pt x="2969" y="14911"/>
                  </a:cubicBezTo>
                  <a:cubicBezTo>
                    <a:pt x="2602" y="14811"/>
                    <a:pt x="2235" y="14678"/>
                    <a:pt x="1801" y="14578"/>
                  </a:cubicBezTo>
                  <a:cubicBezTo>
                    <a:pt x="1068" y="13210"/>
                    <a:pt x="601" y="11742"/>
                    <a:pt x="567" y="10108"/>
                  </a:cubicBezTo>
                  <a:close/>
                  <a:moveTo>
                    <a:pt x="19314" y="10141"/>
                  </a:moveTo>
                  <a:cubicBezTo>
                    <a:pt x="19281" y="11843"/>
                    <a:pt x="18780" y="13444"/>
                    <a:pt x="17946" y="14811"/>
                  </a:cubicBezTo>
                  <a:cubicBezTo>
                    <a:pt x="17646" y="14911"/>
                    <a:pt x="17313" y="15012"/>
                    <a:pt x="16946" y="15112"/>
                  </a:cubicBezTo>
                  <a:cubicBezTo>
                    <a:pt x="17813" y="13677"/>
                    <a:pt x="18313" y="11976"/>
                    <a:pt x="18347" y="10141"/>
                  </a:cubicBezTo>
                  <a:close/>
                  <a:moveTo>
                    <a:pt x="5237" y="10141"/>
                  </a:moveTo>
                  <a:cubicBezTo>
                    <a:pt x="5271" y="12009"/>
                    <a:pt x="5771" y="13844"/>
                    <a:pt x="6738" y="15679"/>
                  </a:cubicBezTo>
                  <a:cubicBezTo>
                    <a:pt x="5771" y="15579"/>
                    <a:pt x="4770" y="15345"/>
                    <a:pt x="3736" y="15112"/>
                  </a:cubicBezTo>
                  <a:cubicBezTo>
                    <a:pt x="2802" y="13677"/>
                    <a:pt x="2268" y="11976"/>
                    <a:pt x="2235" y="10141"/>
                  </a:cubicBezTo>
                  <a:close/>
                  <a:moveTo>
                    <a:pt x="17813" y="10141"/>
                  </a:moveTo>
                  <a:cubicBezTo>
                    <a:pt x="17780" y="12076"/>
                    <a:pt x="17179" y="13844"/>
                    <a:pt x="16145" y="15345"/>
                  </a:cubicBezTo>
                  <a:cubicBezTo>
                    <a:pt x="15645" y="15479"/>
                    <a:pt x="15111" y="15612"/>
                    <a:pt x="14511" y="15679"/>
                  </a:cubicBezTo>
                  <a:cubicBezTo>
                    <a:pt x="14110" y="15779"/>
                    <a:pt x="13677" y="15812"/>
                    <a:pt x="13243" y="15845"/>
                  </a:cubicBezTo>
                  <a:cubicBezTo>
                    <a:pt x="14244" y="13977"/>
                    <a:pt x="14777" y="12109"/>
                    <a:pt x="14811" y="10141"/>
                  </a:cubicBezTo>
                  <a:close/>
                  <a:moveTo>
                    <a:pt x="9640" y="10141"/>
                  </a:moveTo>
                  <a:lnTo>
                    <a:pt x="9640" y="15946"/>
                  </a:lnTo>
                  <a:cubicBezTo>
                    <a:pt x="8940" y="15912"/>
                    <a:pt x="8173" y="15845"/>
                    <a:pt x="7439" y="15779"/>
                  </a:cubicBezTo>
                  <a:cubicBezTo>
                    <a:pt x="6405" y="13944"/>
                    <a:pt x="5838" y="12076"/>
                    <a:pt x="5804" y="10141"/>
                  </a:cubicBezTo>
                  <a:close/>
                  <a:moveTo>
                    <a:pt x="14244" y="10141"/>
                  </a:moveTo>
                  <a:cubicBezTo>
                    <a:pt x="14177" y="12109"/>
                    <a:pt x="13610" y="14011"/>
                    <a:pt x="12509" y="15912"/>
                  </a:cubicBezTo>
                  <a:cubicBezTo>
                    <a:pt x="11809" y="15979"/>
                    <a:pt x="11075" y="15979"/>
                    <a:pt x="10241" y="15979"/>
                  </a:cubicBezTo>
                  <a:lnTo>
                    <a:pt x="10241" y="10141"/>
                  </a:lnTo>
                  <a:close/>
                  <a:moveTo>
                    <a:pt x="17446" y="15612"/>
                  </a:moveTo>
                  <a:cubicBezTo>
                    <a:pt x="16445" y="16913"/>
                    <a:pt x="15111" y="17947"/>
                    <a:pt x="13577" y="18614"/>
                  </a:cubicBezTo>
                  <a:cubicBezTo>
                    <a:pt x="14744" y="17914"/>
                    <a:pt x="15745" y="16946"/>
                    <a:pt x="16512" y="15845"/>
                  </a:cubicBezTo>
                  <a:cubicBezTo>
                    <a:pt x="16846" y="15779"/>
                    <a:pt x="17146" y="15679"/>
                    <a:pt x="17446" y="15612"/>
                  </a:cubicBezTo>
                  <a:close/>
                  <a:moveTo>
                    <a:pt x="2268" y="15312"/>
                  </a:moveTo>
                  <a:lnTo>
                    <a:pt x="2268" y="15312"/>
                  </a:lnTo>
                  <a:cubicBezTo>
                    <a:pt x="2635" y="15445"/>
                    <a:pt x="3002" y="15512"/>
                    <a:pt x="3403" y="15612"/>
                  </a:cubicBezTo>
                  <a:cubicBezTo>
                    <a:pt x="4270" y="16913"/>
                    <a:pt x="5437" y="18014"/>
                    <a:pt x="6805" y="18781"/>
                  </a:cubicBezTo>
                  <a:cubicBezTo>
                    <a:pt x="4970" y="18147"/>
                    <a:pt x="3336" y="16913"/>
                    <a:pt x="2268" y="15312"/>
                  </a:cubicBezTo>
                  <a:close/>
                  <a:moveTo>
                    <a:pt x="7772" y="16413"/>
                  </a:moveTo>
                  <a:lnTo>
                    <a:pt x="7772" y="16413"/>
                  </a:lnTo>
                  <a:cubicBezTo>
                    <a:pt x="8440" y="16446"/>
                    <a:pt x="9073" y="16479"/>
                    <a:pt x="9640" y="16513"/>
                  </a:cubicBezTo>
                  <a:lnTo>
                    <a:pt x="9640" y="18914"/>
                  </a:lnTo>
                  <a:cubicBezTo>
                    <a:pt x="8940" y="18080"/>
                    <a:pt x="8306" y="17246"/>
                    <a:pt x="7772" y="16413"/>
                  </a:cubicBezTo>
                  <a:close/>
                  <a:moveTo>
                    <a:pt x="12176" y="16479"/>
                  </a:moveTo>
                  <a:lnTo>
                    <a:pt x="12176" y="16479"/>
                  </a:lnTo>
                  <a:cubicBezTo>
                    <a:pt x="11642" y="17347"/>
                    <a:pt x="10975" y="18247"/>
                    <a:pt x="10241" y="19081"/>
                  </a:cubicBezTo>
                  <a:lnTo>
                    <a:pt x="10241" y="16513"/>
                  </a:lnTo>
                  <a:lnTo>
                    <a:pt x="10608" y="16513"/>
                  </a:lnTo>
                  <a:cubicBezTo>
                    <a:pt x="11141" y="16513"/>
                    <a:pt x="11675" y="16513"/>
                    <a:pt x="12176" y="16479"/>
                  </a:cubicBezTo>
                  <a:close/>
                  <a:moveTo>
                    <a:pt x="4237" y="15812"/>
                  </a:moveTo>
                  <a:cubicBezTo>
                    <a:pt x="5237" y="16012"/>
                    <a:pt x="6171" y="16179"/>
                    <a:pt x="7105" y="16312"/>
                  </a:cubicBezTo>
                  <a:cubicBezTo>
                    <a:pt x="7639" y="17280"/>
                    <a:pt x="8339" y="18247"/>
                    <a:pt x="9140" y="19148"/>
                  </a:cubicBezTo>
                  <a:cubicBezTo>
                    <a:pt x="7139" y="18614"/>
                    <a:pt x="5437" y="17413"/>
                    <a:pt x="4237" y="15812"/>
                  </a:cubicBezTo>
                  <a:close/>
                  <a:moveTo>
                    <a:pt x="15645" y="16012"/>
                  </a:moveTo>
                  <a:lnTo>
                    <a:pt x="15645" y="16012"/>
                  </a:lnTo>
                  <a:cubicBezTo>
                    <a:pt x="14444" y="17480"/>
                    <a:pt x="12809" y="18614"/>
                    <a:pt x="10908" y="19148"/>
                  </a:cubicBezTo>
                  <a:cubicBezTo>
                    <a:pt x="11675" y="18247"/>
                    <a:pt x="12342" y="17347"/>
                    <a:pt x="12909" y="16446"/>
                  </a:cubicBezTo>
                  <a:cubicBezTo>
                    <a:pt x="13943" y="16346"/>
                    <a:pt x="14844" y="16179"/>
                    <a:pt x="15645" y="16012"/>
                  </a:cubicBezTo>
                  <a:close/>
                  <a:moveTo>
                    <a:pt x="9941" y="1"/>
                  </a:moveTo>
                  <a:cubicBezTo>
                    <a:pt x="4470" y="1"/>
                    <a:pt x="0" y="4471"/>
                    <a:pt x="0" y="9941"/>
                  </a:cubicBezTo>
                  <a:cubicBezTo>
                    <a:pt x="0" y="15412"/>
                    <a:pt x="4470" y="19848"/>
                    <a:pt x="9941" y="19848"/>
                  </a:cubicBezTo>
                  <a:lnTo>
                    <a:pt x="10174" y="19848"/>
                  </a:lnTo>
                  <a:cubicBezTo>
                    <a:pt x="15511" y="19782"/>
                    <a:pt x="19848" y="15345"/>
                    <a:pt x="19848" y="9941"/>
                  </a:cubicBezTo>
                  <a:cubicBezTo>
                    <a:pt x="19848" y="4504"/>
                    <a:pt x="15511" y="134"/>
                    <a:pt x="10141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" name="Google Shape;235;p7"/>
            <p:cNvGrpSpPr/>
            <p:nvPr/>
          </p:nvGrpSpPr>
          <p:grpSpPr>
            <a:xfrm>
              <a:off x="4632210" y="228066"/>
              <a:ext cx="365869" cy="328105"/>
              <a:chOff x="7194285" y="1228366"/>
              <a:chExt cx="365869" cy="328105"/>
            </a:xfrm>
          </p:grpSpPr>
          <p:sp>
            <p:nvSpPr>
              <p:cNvPr id="236" name="Google Shape;236;p7"/>
              <p:cNvSpPr/>
              <p:nvPr/>
            </p:nvSpPr>
            <p:spPr>
              <a:xfrm>
                <a:off x="7474434" y="1291960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34" y="601"/>
                    </a:moveTo>
                    <a:cubicBezTo>
                      <a:pt x="2035" y="601"/>
                      <a:pt x="2502" y="1001"/>
                      <a:pt x="2502" y="1568"/>
                    </a:cubicBezTo>
                    <a:cubicBezTo>
                      <a:pt x="2502" y="2102"/>
                      <a:pt x="2102" y="2502"/>
                      <a:pt x="1534" y="2502"/>
                    </a:cubicBezTo>
                    <a:cubicBezTo>
                      <a:pt x="1001" y="2502"/>
                      <a:pt x="600" y="2102"/>
                      <a:pt x="600" y="1568"/>
                    </a:cubicBezTo>
                    <a:cubicBezTo>
                      <a:pt x="600" y="1001"/>
                      <a:pt x="1001" y="601"/>
                      <a:pt x="1534" y="601"/>
                    </a:cubicBezTo>
                    <a:close/>
                    <a:moveTo>
                      <a:pt x="1534" y="1"/>
                    </a:moveTo>
                    <a:cubicBezTo>
                      <a:pt x="701" y="1"/>
                      <a:pt x="0" y="734"/>
                      <a:pt x="0" y="1568"/>
                    </a:cubicBezTo>
                    <a:cubicBezTo>
                      <a:pt x="0" y="2402"/>
                      <a:pt x="701" y="3103"/>
                      <a:pt x="1534" y="3103"/>
                    </a:cubicBezTo>
                    <a:cubicBezTo>
                      <a:pt x="2368" y="3103"/>
                      <a:pt x="3036" y="2436"/>
                      <a:pt x="3102" y="1568"/>
                    </a:cubicBezTo>
                    <a:cubicBezTo>
                      <a:pt x="3102" y="734"/>
                      <a:pt x="2368" y="1"/>
                      <a:pt x="15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7315920" y="1470723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601"/>
                    </a:moveTo>
                    <a:cubicBezTo>
                      <a:pt x="2069" y="601"/>
                      <a:pt x="2536" y="1035"/>
                      <a:pt x="2502" y="1535"/>
                    </a:cubicBezTo>
                    <a:cubicBezTo>
                      <a:pt x="2502" y="2069"/>
                      <a:pt x="2069" y="2503"/>
                      <a:pt x="1535" y="2503"/>
                    </a:cubicBezTo>
                    <a:cubicBezTo>
                      <a:pt x="1001" y="2503"/>
                      <a:pt x="568" y="2069"/>
                      <a:pt x="568" y="1535"/>
                    </a:cubicBezTo>
                    <a:cubicBezTo>
                      <a:pt x="568" y="1002"/>
                      <a:pt x="1001" y="601"/>
                      <a:pt x="1535" y="601"/>
                    </a:cubicBezTo>
                    <a:close/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402" y="3103"/>
                      <a:pt x="3069" y="2369"/>
                      <a:pt x="3069" y="1535"/>
                    </a:cubicBezTo>
                    <a:cubicBezTo>
                      <a:pt x="3069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7293820" y="1228366"/>
                <a:ext cx="15691" cy="2138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40" extrusionOk="0">
                    <a:moveTo>
                      <a:pt x="300" y="1"/>
                    </a:moveTo>
                    <a:cubicBezTo>
                      <a:pt x="133" y="1"/>
                      <a:pt x="0" y="134"/>
                      <a:pt x="0" y="301"/>
                    </a:cubicBezTo>
                    <a:lnTo>
                      <a:pt x="0" y="7440"/>
                    </a:lnTo>
                    <a:cubicBezTo>
                      <a:pt x="0" y="7606"/>
                      <a:pt x="133" y="7740"/>
                      <a:pt x="300" y="7740"/>
                    </a:cubicBezTo>
                    <a:cubicBezTo>
                      <a:pt x="400" y="7740"/>
                      <a:pt x="534" y="7606"/>
                      <a:pt x="567" y="7440"/>
                    </a:cubicBezTo>
                    <a:lnTo>
                      <a:pt x="567" y="301"/>
                    </a:lnTo>
                    <a:cubicBezTo>
                      <a:pt x="567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7194285" y="1326989"/>
                <a:ext cx="213818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68" extrusionOk="0">
                    <a:moveTo>
                      <a:pt x="301" y="0"/>
                    </a:moveTo>
                    <a:cubicBezTo>
                      <a:pt x="134" y="0"/>
                      <a:pt x="0" y="134"/>
                      <a:pt x="0" y="300"/>
                    </a:cubicBezTo>
                    <a:cubicBezTo>
                      <a:pt x="0" y="467"/>
                      <a:pt x="134" y="567"/>
                      <a:pt x="301" y="567"/>
                    </a:cubicBezTo>
                    <a:lnTo>
                      <a:pt x="7439" y="567"/>
                    </a:lnTo>
                    <a:cubicBezTo>
                      <a:pt x="7606" y="567"/>
                      <a:pt x="7739" y="467"/>
                      <a:pt x="7739" y="300"/>
                    </a:cubicBezTo>
                    <a:cubicBezTo>
                      <a:pt x="7739" y="100"/>
                      <a:pt x="7606" y="0"/>
                      <a:pt x="7439" y="0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0" name="Google Shape;240;p7"/>
            <p:cNvSpPr/>
            <p:nvPr/>
          </p:nvSpPr>
          <p:spPr>
            <a:xfrm>
              <a:off x="860780" y="296472"/>
              <a:ext cx="175087" cy="191303"/>
            </a:xfrm>
            <a:custGeom>
              <a:avLst/>
              <a:gdLst/>
              <a:ahLst/>
              <a:cxnLst/>
              <a:rect l="l" t="t" r="r" b="b"/>
              <a:pathLst>
                <a:path w="6338" h="6925" extrusionOk="0">
                  <a:moveTo>
                    <a:pt x="749" y="0"/>
                  </a:moveTo>
                  <a:cubicBezTo>
                    <a:pt x="358" y="0"/>
                    <a:pt x="0" y="307"/>
                    <a:pt x="0" y="708"/>
                  </a:cubicBezTo>
                  <a:lnTo>
                    <a:pt x="0" y="6179"/>
                  </a:lnTo>
                  <a:cubicBezTo>
                    <a:pt x="0" y="6626"/>
                    <a:pt x="351" y="6925"/>
                    <a:pt x="737" y="6925"/>
                  </a:cubicBezTo>
                  <a:cubicBezTo>
                    <a:pt x="870" y="6925"/>
                    <a:pt x="1006" y="6890"/>
                    <a:pt x="1134" y="6813"/>
                  </a:cubicBezTo>
                  <a:lnTo>
                    <a:pt x="5838" y="4111"/>
                  </a:lnTo>
                  <a:cubicBezTo>
                    <a:pt x="6338" y="3811"/>
                    <a:pt x="6338" y="3077"/>
                    <a:pt x="5838" y="2810"/>
                  </a:cubicBezTo>
                  <a:lnTo>
                    <a:pt x="1134" y="108"/>
                  </a:lnTo>
                  <a:cubicBezTo>
                    <a:pt x="1010" y="34"/>
                    <a:pt x="878" y="0"/>
                    <a:pt x="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1" name="Google Shape;241;p7"/>
            <p:cNvGrpSpPr/>
            <p:nvPr/>
          </p:nvGrpSpPr>
          <p:grpSpPr>
            <a:xfrm>
              <a:off x="8602321" y="2462062"/>
              <a:ext cx="355724" cy="1888212"/>
              <a:chOff x="124471" y="1153724"/>
              <a:chExt cx="355724" cy="1888212"/>
            </a:xfrm>
          </p:grpSpPr>
          <p:sp>
            <p:nvSpPr>
              <p:cNvPr id="242" name="Google Shape;242;p7"/>
              <p:cNvSpPr/>
              <p:nvPr/>
            </p:nvSpPr>
            <p:spPr>
              <a:xfrm>
                <a:off x="224005" y="1153724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124471" y="1251407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323843" y="1395556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250712" y="2821681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394474" y="2956216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7"/>
            <p:cNvGrpSpPr/>
            <p:nvPr/>
          </p:nvGrpSpPr>
          <p:grpSpPr>
            <a:xfrm>
              <a:off x="280137" y="1059674"/>
              <a:ext cx="609540" cy="583574"/>
              <a:chOff x="3105300" y="593625"/>
              <a:chExt cx="256800" cy="245850"/>
            </a:xfrm>
          </p:grpSpPr>
          <p:sp>
            <p:nvSpPr>
              <p:cNvPr id="248" name="Google Shape;248;p7"/>
              <p:cNvSpPr/>
              <p:nvPr/>
            </p:nvSpPr>
            <p:spPr>
              <a:xfrm>
                <a:off x="3130975" y="695850"/>
                <a:ext cx="109875" cy="10987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4395" extrusionOk="0">
                    <a:moveTo>
                      <a:pt x="1" y="1"/>
                    </a:moveTo>
                    <a:lnTo>
                      <a:pt x="1" y="4394"/>
                    </a:lnTo>
                    <a:lnTo>
                      <a:pt x="4394" y="4394"/>
                    </a:lnTo>
                    <a:lnTo>
                      <a:pt x="439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3202300" y="765275"/>
                <a:ext cx="74200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968" extrusionOk="0">
                    <a:moveTo>
                      <a:pt x="1" y="1"/>
                    </a:moveTo>
                    <a:lnTo>
                      <a:pt x="1" y="2968"/>
                    </a:lnTo>
                    <a:lnTo>
                      <a:pt x="2968" y="2968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7"/>
              <p:cNvSpPr/>
              <p:nvPr/>
            </p:nvSpPr>
            <p:spPr>
              <a:xfrm>
                <a:off x="3293125" y="652575"/>
                <a:ext cx="6897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759" extrusionOk="0">
                    <a:moveTo>
                      <a:pt x="1" y="1"/>
                    </a:moveTo>
                    <a:lnTo>
                      <a:pt x="1" y="2759"/>
                    </a:lnTo>
                    <a:lnTo>
                      <a:pt x="2759" y="2759"/>
                    </a:lnTo>
                    <a:lnTo>
                      <a:pt x="2759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3105300" y="593625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0"/>
                    </a:moveTo>
                    <a:lnTo>
                      <a:pt x="0" y="1427"/>
                    </a:lnTo>
                    <a:lnTo>
                      <a:pt x="1427" y="14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" name="Google Shape;252;p7"/>
            <p:cNvGrpSpPr/>
            <p:nvPr/>
          </p:nvGrpSpPr>
          <p:grpSpPr>
            <a:xfrm>
              <a:off x="488778" y="4452227"/>
              <a:ext cx="631910" cy="457789"/>
              <a:chOff x="855125" y="679497"/>
              <a:chExt cx="254310" cy="184228"/>
            </a:xfrm>
          </p:grpSpPr>
          <p:sp>
            <p:nvSpPr>
              <p:cNvPr id="253" name="Google Shape;253;p7"/>
              <p:cNvSpPr/>
              <p:nvPr/>
            </p:nvSpPr>
            <p:spPr>
              <a:xfrm>
                <a:off x="1052335" y="679497"/>
                <a:ext cx="57100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84" extrusionOk="0">
                    <a:moveTo>
                      <a:pt x="1" y="1"/>
                    </a:moveTo>
                    <a:lnTo>
                      <a:pt x="1" y="2283"/>
                    </a:lnTo>
                    <a:lnTo>
                      <a:pt x="2283" y="2283"/>
                    </a:lnTo>
                    <a:lnTo>
                      <a:pt x="228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855125" y="730100"/>
                <a:ext cx="103700" cy="104150"/>
              </a:xfrm>
              <a:custGeom>
                <a:avLst/>
                <a:gdLst/>
                <a:ahLst/>
                <a:cxnLst/>
                <a:rect l="l" t="t" r="r" b="b"/>
                <a:pathLst>
                  <a:path w="4148" h="4166" extrusionOk="0">
                    <a:moveTo>
                      <a:pt x="1" y="0"/>
                    </a:moveTo>
                    <a:lnTo>
                      <a:pt x="1" y="4166"/>
                    </a:lnTo>
                    <a:lnTo>
                      <a:pt x="4147" y="4166"/>
                    </a:lnTo>
                    <a:lnTo>
                      <a:pt x="414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917425" y="792375"/>
                <a:ext cx="71350" cy="713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1" y="1"/>
                    </a:moveTo>
                    <a:lnTo>
                      <a:pt x="1" y="2854"/>
                    </a:lnTo>
                    <a:lnTo>
                      <a:pt x="2854" y="2854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>
              <a:off x="7450012" y="4632477"/>
              <a:ext cx="456233" cy="335252"/>
              <a:chOff x="8353512" y="4107552"/>
              <a:chExt cx="456233" cy="335252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8353512" y="4162027"/>
                <a:ext cx="159778" cy="158864"/>
              </a:xfrm>
              <a:custGeom>
                <a:avLst/>
                <a:gdLst/>
                <a:ahLst/>
                <a:cxnLst/>
                <a:rect l="l" t="t" r="r" b="b"/>
                <a:pathLst>
                  <a:path w="3291" h="3272" extrusionOk="0">
                    <a:moveTo>
                      <a:pt x="0" y="0"/>
                    </a:moveTo>
                    <a:lnTo>
                      <a:pt x="0" y="3272"/>
                    </a:lnTo>
                    <a:lnTo>
                      <a:pt x="3291" y="3272"/>
                    </a:lnTo>
                    <a:lnTo>
                      <a:pt x="3291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8452315" y="4256216"/>
                <a:ext cx="185655" cy="186587"/>
              </a:xfrm>
              <a:custGeom>
                <a:avLst/>
                <a:gdLst/>
                <a:ahLst/>
                <a:cxnLst/>
                <a:rect l="l" t="t" r="r" b="b"/>
                <a:pathLst>
                  <a:path w="3824" h="3843" extrusionOk="0">
                    <a:moveTo>
                      <a:pt x="1" y="0"/>
                    </a:moveTo>
                    <a:lnTo>
                      <a:pt x="1" y="3843"/>
                    </a:lnTo>
                    <a:lnTo>
                      <a:pt x="3824" y="3843"/>
                    </a:lnTo>
                    <a:lnTo>
                      <a:pt x="3824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8616710" y="4107552"/>
                <a:ext cx="193035" cy="193045"/>
              </a:xfrm>
              <a:custGeom>
                <a:avLst/>
                <a:gdLst/>
                <a:ahLst/>
                <a:cxnLst/>
                <a:rect l="l" t="t" r="r" b="b"/>
                <a:pathLst>
                  <a:path w="3976" h="3976" extrusionOk="0">
                    <a:moveTo>
                      <a:pt x="0" y="0"/>
                    </a:moveTo>
                    <a:lnTo>
                      <a:pt x="0" y="3975"/>
                    </a:lnTo>
                    <a:lnTo>
                      <a:pt x="3976" y="3975"/>
                    </a:lnTo>
                    <a:lnTo>
                      <a:pt x="3976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 txBox="1">
            <a:spLocks noGrp="1"/>
          </p:cNvSpPr>
          <p:nvPr>
            <p:ph type="title"/>
          </p:nvPr>
        </p:nvSpPr>
        <p:spPr>
          <a:xfrm>
            <a:off x="2447100" y="662625"/>
            <a:ext cx="5983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62" name="Google Shape;262;p8"/>
          <p:cNvGrpSpPr/>
          <p:nvPr/>
        </p:nvGrpSpPr>
        <p:grpSpPr>
          <a:xfrm>
            <a:off x="3963663" y="-2091225"/>
            <a:ext cx="8043475" cy="8043475"/>
            <a:chOff x="1241175" y="-1300650"/>
            <a:chExt cx="8043475" cy="8043475"/>
          </a:xfrm>
        </p:grpSpPr>
        <p:sp>
          <p:nvSpPr>
            <p:cNvPr id="263" name="Google Shape;263;p8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8"/>
          <p:cNvGrpSpPr/>
          <p:nvPr/>
        </p:nvGrpSpPr>
        <p:grpSpPr>
          <a:xfrm>
            <a:off x="551187" y="193699"/>
            <a:ext cx="609540" cy="583574"/>
            <a:chOff x="3105300" y="593625"/>
            <a:chExt cx="256800" cy="245850"/>
          </a:xfrm>
        </p:grpSpPr>
        <p:sp>
          <p:nvSpPr>
            <p:cNvPr id="271" name="Google Shape;271;p8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" name="Google Shape;275;p8"/>
          <p:cNvGrpSpPr/>
          <p:nvPr/>
        </p:nvGrpSpPr>
        <p:grpSpPr>
          <a:xfrm>
            <a:off x="8184044" y="317575"/>
            <a:ext cx="498706" cy="477465"/>
            <a:chOff x="3105300" y="593625"/>
            <a:chExt cx="256800" cy="245850"/>
          </a:xfrm>
        </p:grpSpPr>
        <p:sp>
          <p:nvSpPr>
            <p:cNvPr id="276" name="Google Shape;276;p8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" name="Google Shape;280;p8"/>
          <p:cNvGrpSpPr/>
          <p:nvPr/>
        </p:nvGrpSpPr>
        <p:grpSpPr>
          <a:xfrm>
            <a:off x="8353512" y="4107552"/>
            <a:ext cx="456233" cy="335252"/>
            <a:chOff x="8353512" y="4107552"/>
            <a:chExt cx="456233" cy="335252"/>
          </a:xfrm>
        </p:grpSpPr>
        <p:sp>
          <p:nvSpPr>
            <p:cNvPr id="281" name="Google Shape;281;p8"/>
            <p:cNvSpPr/>
            <p:nvPr/>
          </p:nvSpPr>
          <p:spPr>
            <a:xfrm>
              <a:off x="8353512" y="4162027"/>
              <a:ext cx="159778" cy="158864"/>
            </a:xfrm>
            <a:custGeom>
              <a:avLst/>
              <a:gdLst/>
              <a:ahLst/>
              <a:cxnLst/>
              <a:rect l="l" t="t" r="r" b="b"/>
              <a:pathLst>
                <a:path w="3291" h="3272" extrusionOk="0">
                  <a:moveTo>
                    <a:pt x="0" y="0"/>
                  </a:moveTo>
                  <a:lnTo>
                    <a:pt x="0" y="3272"/>
                  </a:lnTo>
                  <a:lnTo>
                    <a:pt x="3291" y="3272"/>
                  </a:lnTo>
                  <a:lnTo>
                    <a:pt x="3291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8452315" y="4256216"/>
              <a:ext cx="185655" cy="186587"/>
            </a:xfrm>
            <a:custGeom>
              <a:avLst/>
              <a:gdLst/>
              <a:ahLst/>
              <a:cxnLst/>
              <a:rect l="l" t="t" r="r" b="b"/>
              <a:pathLst>
                <a:path w="3824" h="3843" extrusionOk="0">
                  <a:moveTo>
                    <a:pt x="1" y="0"/>
                  </a:moveTo>
                  <a:lnTo>
                    <a:pt x="1" y="3843"/>
                  </a:lnTo>
                  <a:lnTo>
                    <a:pt x="3824" y="3843"/>
                  </a:lnTo>
                  <a:lnTo>
                    <a:pt x="3824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8616710" y="4107552"/>
              <a:ext cx="193035" cy="193045"/>
            </a:xfrm>
            <a:custGeom>
              <a:avLst/>
              <a:gdLst/>
              <a:ahLst/>
              <a:cxnLst/>
              <a:rect l="l" t="t" r="r" b="b"/>
              <a:pathLst>
                <a:path w="3976" h="3976" extrusionOk="0">
                  <a:moveTo>
                    <a:pt x="0" y="0"/>
                  </a:moveTo>
                  <a:lnTo>
                    <a:pt x="0" y="3975"/>
                  </a:lnTo>
                  <a:lnTo>
                    <a:pt x="3976" y="3975"/>
                  </a:lnTo>
                  <a:lnTo>
                    <a:pt x="3976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" name="Google Shape;284;p8"/>
          <p:cNvGrpSpPr/>
          <p:nvPr/>
        </p:nvGrpSpPr>
        <p:grpSpPr>
          <a:xfrm>
            <a:off x="4713835" y="193704"/>
            <a:ext cx="518269" cy="328105"/>
            <a:chOff x="783960" y="4261704"/>
            <a:chExt cx="518269" cy="328105"/>
          </a:xfrm>
        </p:grpSpPr>
        <p:sp>
          <p:nvSpPr>
            <p:cNvPr id="285" name="Google Shape;285;p8"/>
            <p:cNvSpPr/>
            <p:nvPr/>
          </p:nvSpPr>
          <p:spPr>
            <a:xfrm>
              <a:off x="1072397" y="4333585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6" name="Google Shape;286;p8"/>
            <p:cNvGrpSpPr/>
            <p:nvPr/>
          </p:nvGrpSpPr>
          <p:grpSpPr>
            <a:xfrm>
              <a:off x="783960" y="4261704"/>
              <a:ext cx="518269" cy="328105"/>
              <a:chOff x="783960" y="4261704"/>
              <a:chExt cx="518269" cy="328105"/>
            </a:xfrm>
          </p:grpSpPr>
          <p:sp>
            <p:nvSpPr>
              <p:cNvPr id="287" name="Google Shape;287;p8"/>
              <p:cNvSpPr/>
              <p:nvPr/>
            </p:nvSpPr>
            <p:spPr>
              <a:xfrm>
                <a:off x="1216509" y="4325297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34" y="601"/>
                    </a:moveTo>
                    <a:cubicBezTo>
                      <a:pt x="2035" y="601"/>
                      <a:pt x="2502" y="1001"/>
                      <a:pt x="2502" y="1568"/>
                    </a:cubicBezTo>
                    <a:cubicBezTo>
                      <a:pt x="2502" y="2102"/>
                      <a:pt x="2102" y="2502"/>
                      <a:pt x="1534" y="2502"/>
                    </a:cubicBezTo>
                    <a:cubicBezTo>
                      <a:pt x="1001" y="2502"/>
                      <a:pt x="600" y="2102"/>
                      <a:pt x="600" y="1568"/>
                    </a:cubicBezTo>
                    <a:cubicBezTo>
                      <a:pt x="600" y="1001"/>
                      <a:pt x="1001" y="601"/>
                      <a:pt x="1534" y="601"/>
                    </a:cubicBezTo>
                    <a:close/>
                    <a:moveTo>
                      <a:pt x="1534" y="1"/>
                    </a:moveTo>
                    <a:cubicBezTo>
                      <a:pt x="701" y="1"/>
                      <a:pt x="0" y="734"/>
                      <a:pt x="0" y="1568"/>
                    </a:cubicBezTo>
                    <a:cubicBezTo>
                      <a:pt x="0" y="2402"/>
                      <a:pt x="701" y="3103"/>
                      <a:pt x="1534" y="3103"/>
                    </a:cubicBezTo>
                    <a:cubicBezTo>
                      <a:pt x="2368" y="3103"/>
                      <a:pt x="3036" y="2436"/>
                      <a:pt x="3102" y="1568"/>
                    </a:cubicBezTo>
                    <a:cubicBezTo>
                      <a:pt x="3102" y="734"/>
                      <a:pt x="2368" y="1"/>
                      <a:pt x="15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1057995" y="4504061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601"/>
                    </a:moveTo>
                    <a:cubicBezTo>
                      <a:pt x="2069" y="601"/>
                      <a:pt x="2536" y="1035"/>
                      <a:pt x="2502" y="1535"/>
                    </a:cubicBezTo>
                    <a:cubicBezTo>
                      <a:pt x="2502" y="2069"/>
                      <a:pt x="2069" y="2503"/>
                      <a:pt x="1535" y="2503"/>
                    </a:cubicBezTo>
                    <a:cubicBezTo>
                      <a:pt x="1001" y="2503"/>
                      <a:pt x="568" y="2069"/>
                      <a:pt x="568" y="1535"/>
                    </a:cubicBezTo>
                    <a:cubicBezTo>
                      <a:pt x="568" y="1002"/>
                      <a:pt x="1001" y="601"/>
                      <a:pt x="1535" y="601"/>
                    </a:cubicBezTo>
                    <a:close/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402" y="3103"/>
                      <a:pt x="3069" y="2369"/>
                      <a:pt x="3069" y="1535"/>
                    </a:cubicBezTo>
                    <a:cubicBezTo>
                      <a:pt x="3069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883495" y="4261704"/>
                <a:ext cx="15691" cy="213818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40" extrusionOk="0">
                    <a:moveTo>
                      <a:pt x="300" y="1"/>
                    </a:moveTo>
                    <a:cubicBezTo>
                      <a:pt x="133" y="1"/>
                      <a:pt x="0" y="134"/>
                      <a:pt x="0" y="301"/>
                    </a:cubicBezTo>
                    <a:lnTo>
                      <a:pt x="0" y="7440"/>
                    </a:lnTo>
                    <a:cubicBezTo>
                      <a:pt x="0" y="7606"/>
                      <a:pt x="133" y="7740"/>
                      <a:pt x="300" y="7740"/>
                    </a:cubicBezTo>
                    <a:cubicBezTo>
                      <a:pt x="400" y="7740"/>
                      <a:pt x="534" y="7606"/>
                      <a:pt x="567" y="7440"/>
                    </a:cubicBezTo>
                    <a:lnTo>
                      <a:pt x="567" y="301"/>
                    </a:lnTo>
                    <a:cubicBezTo>
                      <a:pt x="567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783960" y="4360326"/>
                <a:ext cx="213818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68" extrusionOk="0">
                    <a:moveTo>
                      <a:pt x="301" y="0"/>
                    </a:moveTo>
                    <a:cubicBezTo>
                      <a:pt x="134" y="0"/>
                      <a:pt x="0" y="134"/>
                      <a:pt x="0" y="300"/>
                    </a:cubicBezTo>
                    <a:cubicBezTo>
                      <a:pt x="0" y="467"/>
                      <a:pt x="134" y="567"/>
                      <a:pt x="301" y="567"/>
                    </a:cubicBezTo>
                    <a:lnTo>
                      <a:pt x="7439" y="567"/>
                    </a:lnTo>
                    <a:cubicBezTo>
                      <a:pt x="7606" y="567"/>
                      <a:pt x="7739" y="467"/>
                      <a:pt x="7739" y="300"/>
                    </a:cubicBezTo>
                    <a:cubicBezTo>
                      <a:pt x="7739" y="100"/>
                      <a:pt x="7606" y="0"/>
                      <a:pt x="7439" y="0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1" name="Google Shape;291;p8"/>
          <p:cNvGrpSpPr/>
          <p:nvPr/>
        </p:nvGrpSpPr>
        <p:grpSpPr>
          <a:xfrm>
            <a:off x="8682758" y="1527568"/>
            <a:ext cx="232368" cy="974453"/>
            <a:chOff x="2546733" y="2525280"/>
            <a:chExt cx="232368" cy="974453"/>
          </a:xfrm>
        </p:grpSpPr>
        <p:sp>
          <p:nvSpPr>
            <p:cNvPr id="292" name="Google Shape;292;p8"/>
            <p:cNvSpPr/>
            <p:nvPr/>
          </p:nvSpPr>
          <p:spPr>
            <a:xfrm>
              <a:off x="2688157" y="2525280"/>
              <a:ext cx="90944" cy="91712"/>
            </a:xfrm>
            <a:custGeom>
              <a:avLst/>
              <a:gdLst/>
              <a:ahLst/>
              <a:cxnLst/>
              <a:rect l="l" t="t" r="r" b="b"/>
              <a:pathLst>
                <a:path w="3904" h="3937" extrusionOk="0">
                  <a:moveTo>
                    <a:pt x="1935" y="0"/>
                  </a:moveTo>
                  <a:cubicBezTo>
                    <a:pt x="868" y="0"/>
                    <a:pt x="0" y="901"/>
                    <a:pt x="0" y="1968"/>
                  </a:cubicBezTo>
                  <a:cubicBezTo>
                    <a:pt x="0" y="3036"/>
                    <a:pt x="868" y="3936"/>
                    <a:pt x="1935" y="3936"/>
                  </a:cubicBezTo>
                  <a:cubicBezTo>
                    <a:pt x="3036" y="3936"/>
                    <a:pt x="3903" y="3036"/>
                    <a:pt x="3903" y="1968"/>
                  </a:cubicBezTo>
                  <a:cubicBezTo>
                    <a:pt x="3903" y="901"/>
                    <a:pt x="3036" y="0"/>
                    <a:pt x="19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2688157" y="2707890"/>
              <a:ext cx="90944" cy="91712"/>
            </a:xfrm>
            <a:custGeom>
              <a:avLst/>
              <a:gdLst/>
              <a:ahLst/>
              <a:cxnLst/>
              <a:rect l="l" t="t" r="r" b="b"/>
              <a:pathLst>
                <a:path w="3904" h="3937" extrusionOk="0">
                  <a:moveTo>
                    <a:pt x="1935" y="0"/>
                  </a:moveTo>
                  <a:cubicBezTo>
                    <a:pt x="868" y="0"/>
                    <a:pt x="0" y="901"/>
                    <a:pt x="0" y="1968"/>
                  </a:cubicBezTo>
                  <a:cubicBezTo>
                    <a:pt x="0" y="3036"/>
                    <a:pt x="868" y="3936"/>
                    <a:pt x="1935" y="3936"/>
                  </a:cubicBezTo>
                  <a:cubicBezTo>
                    <a:pt x="3036" y="3936"/>
                    <a:pt x="3903" y="3036"/>
                    <a:pt x="3903" y="1968"/>
                  </a:cubicBezTo>
                  <a:cubicBezTo>
                    <a:pt x="3903" y="901"/>
                    <a:pt x="3036" y="0"/>
                    <a:pt x="19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2688157" y="2890500"/>
              <a:ext cx="90944" cy="91712"/>
            </a:xfrm>
            <a:custGeom>
              <a:avLst/>
              <a:gdLst/>
              <a:ahLst/>
              <a:cxnLst/>
              <a:rect l="l" t="t" r="r" b="b"/>
              <a:pathLst>
                <a:path w="3904" h="3937" extrusionOk="0">
                  <a:moveTo>
                    <a:pt x="1935" y="0"/>
                  </a:moveTo>
                  <a:cubicBezTo>
                    <a:pt x="868" y="0"/>
                    <a:pt x="0" y="901"/>
                    <a:pt x="0" y="1968"/>
                  </a:cubicBezTo>
                  <a:cubicBezTo>
                    <a:pt x="0" y="3036"/>
                    <a:pt x="868" y="3936"/>
                    <a:pt x="1935" y="3936"/>
                  </a:cubicBezTo>
                  <a:cubicBezTo>
                    <a:pt x="3036" y="3936"/>
                    <a:pt x="3903" y="3036"/>
                    <a:pt x="3903" y="1968"/>
                  </a:cubicBezTo>
                  <a:cubicBezTo>
                    <a:pt x="3903" y="901"/>
                    <a:pt x="3036" y="0"/>
                    <a:pt x="19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2546733" y="252528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867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03" y="3936"/>
                    <a:pt x="3903" y="3069"/>
                    <a:pt x="3937" y="1968"/>
                  </a:cubicBezTo>
                  <a:cubicBezTo>
                    <a:pt x="3937" y="867"/>
                    <a:pt x="3069" y="0"/>
                    <a:pt x="19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2546733" y="270789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03" y="3936"/>
                    <a:pt x="3937" y="3069"/>
                    <a:pt x="3937" y="1968"/>
                  </a:cubicBezTo>
                  <a:cubicBezTo>
                    <a:pt x="3937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2546733" y="288970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1"/>
                  </a:moveTo>
                  <a:cubicBezTo>
                    <a:pt x="901" y="1"/>
                    <a:pt x="0" y="868"/>
                    <a:pt x="0" y="1969"/>
                  </a:cubicBezTo>
                  <a:cubicBezTo>
                    <a:pt x="0" y="3036"/>
                    <a:pt x="901" y="3937"/>
                    <a:pt x="1968" y="3937"/>
                  </a:cubicBezTo>
                  <a:cubicBezTo>
                    <a:pt x="3003" y="3937"/>
                    <a:pt x="3937" y="3036"/>
                    <a:pt x="3937" y="1969"/>
                  </a:cubicBezTo>
                  <a:cubicBezTo>
                    <a:pt x="3937" y="868"/>
                    <a:pt x="3069" y="1"/>
                    <a:pt x="19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2688157" y="3043571"/>
              <a:ext cx="90944" cy="90944"/>
            </a:xfrm>
            <a:custGeom>
              <a:avLst/>
              <a:gdLst/>
              <a:ahLst/>
              <a:cxnLst/>
              <a:rect l="l" t="t" r="r" b="b"/>
              <a:pathLst>
                <a:path w="3904" h="3904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35" y="3903"/>
                  </a:cubicBezTo>
                  <a:cubicBezTo>
                    <a:pt x="3036" y="3903"/>
                    <a:pt x="3903" y="3036"/>
                    <a:pt x="3903" y="1935"/>
                  </a:cubicBezTo>
                  <a:cubicBezTo>
                    <a:pt x="3903" y="868"/>
                    <a:pt x="3036" y="0"/>
                    <a:pt x="19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2688157" y="3225388"/>
              <a:ext cx="90944" cy="91736"/>
            </a:xfrm>
            <a:custGeom>
              <a:avLst/>
              <a:gdLst/>
              <a:ahLst/>
              <a:cxnLst/>
              <a:rect l="l" t="t" r="r" b="b"/>
              <a:pathLst>
                <a:path w="3904" h="3938" extrusionOk="0">
                  <a:moveTo>
                    <a:pt x="1935" y="1"/>
                  </a:moveTo>
                  <a:cubicBezTo>
                    <a:pt x="868" y="1"/>
                    <a:pt x="0" y="902"/>
                    <a:pt x="0" y="1969"/>
                  </a:cubicBezTo>
                  <a:cubicBezTo>
                    <a:pt x="0" y="3070"/>
                    <a:pt x="868" y="3937"/>
                    <a:pt x="1935" y="3937"/>
                  </a:cubicBezTo>
                  <a:cubicBezTo>
                    <a:pt x="3036" y="3937"/>
                    <a:pt x="3903" y="3070"/>
                    <a:pt x="3903" y="1969"/>
                  </a:cubicBezTo>
                  <a:cubicBezTo>
                    <a:pt x="3903" y="902"/>
                    <a:pt x="3036" y="1"/>
                    <a:pt x="19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2688157" y="3407998"/>
              <a:ext cx="90944" cy="91736"/>
            </a:xfrm>
            <a:custGeom>
              <a:avLst/>
              <a:gdLst/>
              <a:ahLst/>
              <a:cxnLst/>
              <a:rect l="l" t="t" r="r" b="b"/>
              <a:pathLst>
                <a:path w="3904" h="3938" extrusionOk="0">
                  <a:moveTo>
                    <a:pt x="1935" y="1"/>
                  </a:moveTo>
                  <a:cubicBezTo>
                    <a:pt x="868" y="1"/>
                    <a:pt x="0" y="902"/>
                    <a:pt x="0" y="1969"/>
                  </a:cubicBezTo>
                  <a:cubicBezTo>
                    <a:pt x="0" y="3070"/>
                    <a:pt x="868" y="3937"/>
                    <a:pt x="1935" y="3937"/>
                  </a:cubicBezTo>
                  <a:cubicBezTo>
                    <a:pt x="3036" y="3937"/>
                    <a:pt x="3903" y="3070"/>
                    <a:pt x="3903" y="1969"/>
                  </a:cubicBezTo>
                  <a:cubicBezTo>
                    <a:pt x="3903" y="902"/>
                    <a:pt x="3036" y="1"/>
                    <a:pt x="19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2546733" y="3043571"/>
              <a:ext cx="91712" cy="90944"/>
            </a:xfrm>
            <a:custGeom>
              <a:avLst/>
              <a:gdLst/>
              <a:ahLst/>
              <a:cxnLst/>
              <a:rect l="l" t="t" r="r" b="b"/>
              <a:pathLst>
                <a:path w="3937" h="3904" extrusionOk="0">
                  <a:moveTo>
                    <a:pt x="1968" y="0"/>
                  </a:moveTo>
                  <a:cubicBezTo>
                    <a:pt x="901" y="0"/>
                    <a:pt x="0" y="868"/>
                    <a:pt x="0" y="1935"/>
                  </a:cubicBezTo>
                  <a:cubicBezTo>
                    <a:pt x="0" y="3036"/>
                    <a:pt x="901" y="3903"/>
                    <a:pt x="1968" y="3903"/>
                  </a:cubicBezTo>
                  <a:cubicBezTo>
                    <a:pt x="3003" y="3903"/>
                    <a:pt x="3903" y="3036"/>
                    <a:pt x="3937" y="1935"/>
                  </a:cubicBezTo>
                  <a:cubicBezTo>
                    <a:pt x="3937" y="868"/>
                    <a:pt x="3069" y="0"/>
                    <a:pt x="19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2546733" y="322462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1"/>
                  </a:moveTo>
                  <a:cubicBezTo>
                    <a:pt x="901" y="1"/>
                    <a:pt x="0" y="868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03" y="3937"/>
                    <a:pt x="3903" y="3103"/>
                    <a:pt x="3937" y="1969"/>
                  </a:cubicBezTo>
                  <a:cubicBezTo>
                    <a:pt x="3937" y="868"/>
                    <a:pt x="3069" y="1"/>
                    <a:pt x="19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2546733" y="3407229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1"/>
                  </a:moveTo>
                  <a:cubicBezTo>
                    <a:pt x="901" y="1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03" y="3937"/>
                    <a:pt x="3903" y="3069"/>
                    <a:pt x="3937" y="1969"/>
                  </a:cubicBezTo>
                  <a:cubicBezTo>
                    <a:pt x="3937" y="901"/>
                    <a:pt x="3069" y="1"/>
                    <a:pt x="19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" name="Google Shape;304;p8"/>
          <p:cNvGrpSpPr/>
          <p:nvPr/>
        </p:nvGrpSpPr>
        <p:grpSpPr>
          <a:xfrm>
            <a:off x="4081928" y="4515327"/>
            <a:ext cx="631910" cy="457789"/>
            <a:chOff x="855125" y="679497"/>
            <a:chExt cx="254310" cy="184228"/>
          </a:xfrm>
        </p:grpSpPr>
        <p:sp>
          <p:nvSpPr>
            <p:cNvPr id="305" name="Google Shape;305;p8"/>
            <p:cNvSpPr/>
            <p:nvPr/>
          </p:nvSpPr>
          <p:spPr>
            <a:xfrm>
              <a:off x="1052335" y="679497"/>
              <a:ext cx="57100" cy="57100"/>
            </a:xfrm>
            <a:custGeom>
              <a:avLst/>
              <a:gdLst/>
              <a:ahLst/>
              <a:cxnLst/>
              <a:rect l="l" t="t" r="r" b="b"/>
              <a:pathLst>
                <a:path w="2284" h="2284" extrusionOk="0">
                  <a:moveTo>
                    <a:pt x="1" y="1"/>
                  </a:moveTo>
                  <a:lnTo>
                    <a:pt x="1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855125" y="730100"/>
              <a:ext cx="103700" cy="104150"/>
            </a:xfrm>
            <a:custGeom>
              <a:avLst/>
              <a:gdLst/>
              <a:ahLst/>
              <a:cxnLst/>
              <a:rect l="l" t="t" r="r" b="b"/>
              <a:pathLst>
                <a:path w="4148" h="4166" extrusionOk="0">
                  <a:moveTo>
                    <a:pt x="1" y="0"/>
                  </a:moveTo>
                  <a:lnTo>
                    <a:pt x="1" y="4166"/>
                  </a:lnTo>
                  <a:lnTo>
                    <a:pt x="4147" y="4166"/>
                  </a:lnTo>
                  <a:lnTo>
                    <a:pt x="414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917425" y="792375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1" y="1"/>
                  </a:moveTo>
                  <a:lnTo>
                    <a:pt x="1" y="2854"/>
                  </a:lnTo>
                  <a:lnTo>
                    <a:pt x="2854" y="2854"/>
                  </a:lnTo>
                  <a:lnTo>
                    <a:pt x="285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3"/>
          <p:cNvSpPr txBox="1">
            <a:spLocks noGrp="1"/>
          </p:cNvSpPr>
          <p:nvPr>
            <p:ph type="title"/>
          </p:nvPr>
        </p:nvSpPr>
        <p:spPr>
          <a:xfrm>
            <a:off x="720000" y="1832050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1" name="Google Shape;441;p13"/>
          <p:cNvSpPr txBox="1">
            <a:spLocks noGrp="1"/>
          </p:cNvSpPr>
          <p:nvPr>
            <p:ph type="title" idx="2" hasCustomPrompt="1"/>
          </p:nvPr>
        </p:nvSpPr>
        <p:spPr>
          <a:xfrm>
            <a:off x="1309050" y="143729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2" name="Google Shape;442;p13"/>
          <p:cNvSpPr txBox="1">
            <a:spLocks noGrp="1"/>
          </p:cNvSpPr>
          <p:nvPr>
            <p:ph type="subTitle" idx="1"/>
          </p:nvPr>
        </p:nvSpPr>
        <p:spPr>
          <a:xfrm>
            <a:off x="720000" y="2359748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3" name="Google Shape;443;p13"/>
          <p:cNvSpPr txBox="1">
            <a:spLocks noGrp="1"/>
          </p:cNvSpPr>
          <p:nvPr>
            <p:ph type="title" idx="3"/>
          </p:nvPr>
        </p:nvSpPr>
        <p:spPr>
          <a:xfrm>
            <a:off x="3535950" y="1832050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4" name="Google Shape;444;p13"/>
          <p:cNvSpPr txBox="1">
            <a:spLocks noGrp="1"/>
          </p:cNvSpPr>
          <p:nvPr>
            <p:ph type="title" idx="4" hasCustomPrompt="1"/>
          </p:nvPr>
        </p:nvSpPr>
        <p:spPr>
          <a:xfrm>
            <a:off x="4092375" y="143729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5" name="Google Shape;445;p13"/>
          <p:cNvSpPr txBox="1">
            <a:spLocks noGrp="1"/>
          </p:cNvSpPr>
          <p:nvPr>
            <p:ph type="subTitle" idx="5"/>
          </p:nvPr>
        </p:nvSpPr>
        <p:spPr>
          <a:xfrm>
            <a:off x="3535950" y="2359748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6" name="Google Shape;446;p13"/>
          <p:cNvSpPr txBox="1">
            <a:spLocks noGrp="1"/>
          </p:cNvSpPr>
          <p:nvPr>
            <p:ph type="title" idx="6"/>
          </p:nvPr>
        </p:nvSpPr>
        <p:spPr>
          <a:xfrm>
            <a:off x="6351900" y="1832050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7" name="Google Shape;447;p13"/>
          <p:cNvSpPr txBox="1">
            <a:spLocks noGrp="1"/>
          </p:cNvSpPr>
          <p:nvPr>
            <p:ph type="title" idx="7" hasCustomPrompt="1"/>
          </p:nvPr>
        </p:nvSpPr>
        <p:spPr>
          <a:xfrm>
            <a:off x="6908325" y="143729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8" name="Google Shape;448;p13"/>
          <p:cNvSpPr txBox="1">
            <a:spLocks noGrp="1"/>
          </p:cNvSpPr>
          <p:nvPr>
            <p:ph type="subTitle" idx="8"/>
          </p:nvPr>
        </p:nvSpPr>
        <p:spPr>
          <a:xfrm>
            <a:off x="6351900" y="2359748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9" name="Google Shape;449;p13"/>
          <p:cNvSpPr txBox="1">
            <a:spLocks noGrp="1"/>
          </p:cNvSpPr>
          <p:nvPr>
            <p:ph type="title" idx="9"/>
          </p:nvPr>
        </p:nvSpPr>
        <p:spPr>
          <a:xfrm>
            <a:off x="720000" y="3624304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0" name="Google Shape;450;p13"/>
          <p:cNvSpPr txBox="1">
            <a:spLocks noGrp="1"/>
          </p:cNvSpPr>
          <p:nvPr>
            <p:ph type="title" idx="13" hasCustomPrompt="1"/>
          </p:nvPr>
        </p:nvSpPr>
        <p:spPr>
          <a:xfrm>
            <a:off x="1309050" y="3232758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51" name="Google Shape;451;p13"/>
          <p:cNvSpPr txBox="1">
            <a:spLocks noGrp="1"/>
          </p:cNvSpPr>
          <p:nvPr>
            <p:ph type="subTitle" idx="14"/>
          </p:nvPr>
        </p:nvSpPr>
        <p:spPr>
          <a:xfrm>
            <a:off x="720000" y="4152027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52" name="Google Shape;452;p13"/>
          <p:cNvSpPr txBox="1">
            <a:spLocks noGrp="1"/>
          </p:cNvSpPr>
          <p:nvPr>
            <p:ph type="title" idx="15"/>
          </p:nvPr>
        </p:nvSpPr>
        <p:spPr>
          <a:xfrm>
            <a:off x="3535950" y="3624304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3" name="Google Shape;453;p13"/>
          <p:cNvSpPr txBox="1">
            <a:spLocks noGrp="1"/>
          </p:cNvSpPr>
          <p:nvPr>
            <p:ph type="title" idx="16" hasCustomPrompt="1"/>
          </p:nvPr>
        </p:nvSpPr>
        <p:spPr>
          <a:xfrm>
            <a:off x="4092375" y="3232758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54" name="Google Shape;454;p13"/>
          <p:cNvSpPr txBox="1">
            <a:spLocks noGrp="1"/>
          </p:cNvSpPr>
          <p:nvPr>
            <p:ph type="subTitle" idx="17"/>
          </p:nvPr>
        </p:nvSpPr>
        <p:spPr>
          <a:xfrm>
            <a:off x="3535950" y="4152027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55" name="Google Shape;455;p13"/>
          <p:cNvSpPr txBox="1">
            <a:spLocks noGrp="1"/>
          </p:cNvSpPr>
          <p:nvPr>
            <p:ph type="title" idx="18"/>
          </p:nvPr>
        </p:nvSpPr>
        <p:spPr>
          <a:xfrm>
            <a:off x="6351900" y="3624304"/>
            <a:ext cx="207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6" name="Google Shape;456;p13"/>
          <p:cNvSpPr txBox="1">
            <a:spLocks noGrp="1"/>
          </p:cNvSpPr>
          <p:nvPr>
            <p:ph type="title" idx="19" hasCustomPrompt="1"/>
          </p:nvPr>
        </p:nvSpPr>
        <p:spPr>
          <a:xfrm>
            <a:off x="6908325" y="3232758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57" name="Google Shape;457;p13"/>
          <p:cNvSpPr txBox="1">
            <a:spLocks noGrp="1"/>
          </p:cNvSpPr>
          <p:nvPr>
            <p:ph type="subTitle" idx="20"/>
          </p:nvPr>
        </p:nvSpPr>
        <p:spPr>
          <a:xfrm>
            <a:off x="6351900" y="4152027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58" name="Google Shape;458;p13"/>
          <p:cNvSpPr txBox="1">
            <a:spLocks noGrp="1"/>
          </p:cNvSpPr>
          <p:nvPr>
            <p:ph type="title" idx="21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59" name="Google Shape;459;p13"/>
          <p:cNvGrpSpPr/>
          <p:nvPr/>
        </p:nvGrpSpPr>
        <p:grpSpPr>
          <a:xfrm>
            <a:off x="4796439" y="-2911087"/>
            <a:ext cx="8043475" cy="8043475"/>
            <a:chOff x="1241175" y="-1300650"/>
            <a:chExt cx="8043475" cy="8043475"/>
          </a:xfrm>
        </p:grpSpPr>
        <p:sp>
          <p:nvSpPr>
            <p:cNvPr id="460" name="Google Shape;460;p13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13"/>
          <p:cNvGrpSpPr/>
          <p:nvPr/>
        </p:nvGrpSpPr>
        <p:grpSpPr>
          <a:xfrm>
            <a:off x="194827" y="164749"/>
            <a:ext cx="8680795" cy="4879924"/>
            <a:chOff x="194827" y="164749"/>
            <a:chExt cx="8680795" cy="4879924"/>
          </a:xfrm>
        </p:grpSpPr>
        <p:grpSp>
          <p:nvGrpSpPr>
            <p:cNvPr id="468" name="Google Shape;468;p13"/>
            <p:cNvGrpSpPr/>
            <p:nvPr/>
          </p:nvGrpSpPr>
          <p:grpSpPr>
            <a:xfrm>
              <a:off x="1019937" y="206524"/>
              <a:ext cx="609540" cy="583574"/>
              <a:chOff x="3105300" y="593625"/>
              <a:chExt cx="256800" cy="245850"/>
            </a:xfrm>
          </p:grpSpPr>
          <p:sp>
            <p:nvSpPr>
              <p:cNvPr id="469" name="Google Shape;469;p13"/>
              <p:cNvSpPr/>
              <p:nvPr/>
            </p:nvSpPr>
            <p:spPr>
              <a:xfrm>
                <a:off x="3130975" y="695850"/>
                <a:ext cx="109875" cy="10987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4395" extrusionOk="0">
                    <a:moveTo>
                      <a:pt x="1" y="1"/>
                    </a:moveTo>
                    <a:lnTo>
                      <a:pt x="1" y="4394"/>
                    </a:lnTo>
                    <a:lnTo>
                      <a:pt x="4394" y="4394"/>
                    </a:lnTo>
                    <a:lnTo>
                      <a:pt x="439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3"/>
              <p:cNvSpPr/>
              <p:nvPr/>
            </p:nvSpPr>
            <p:spPr>
              <a:xfrm>
                <a:off x="3202300" y="765275"/>
                <a:ext cx="74200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968" extrusionOk="0">
                    <a:moveTo>
                      <a:pt x="1" y="1"/>
                    </a:moveTo>
                    <a:lnTo>
                      <a:pt x="1" y="2968"/>
                    </a:lnTo>
                    <a:lnTo>
                      <a:pt x="2968" y="2968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3"/>
              <p:cNvSpPr/>
              <p:nvPr/>
            </p:nvSpPr>
            <p:spPr>
              <a:xfrm>
                <a:off x="3293125" y="652575"/>
                <a:ext cx="6897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759" extrusionOk="0">
                    <a:moveTo>
                      <a:pt x="1" y="1"/>
                    </a:moveTo>
                    <a:lnTo>
                      <a:pt x="1" y="2759"/>
                    </a:lnTo>
                    <a:lnTo>
                      <a:pt x="2759" y="2759"/>
                    </a:lnTo>
                    <a:lnTo>
                      <a:pt x="2759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3"/>
              <p:cNvSpPr/>
              <p:nvPr/>
            </p:nvSpPr>
            <p:spPr>
              <a:xfrm>
                <a:off x="3105300" y="593625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0"/>
                    </a:moveTo>
                    <a:lnTo>
                      <a:pt x="0" y="1427"/>
                    </a:lnTo>
                    <a:lnTo>
                      <a:pt x="1427" y="14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3" name="Google Shape;473;p13"/>
            <p:cNvGrpSpPr/>
            <p:nvPr/>
          </p:nvGrpSpPr>
          <p:grpSpPr>
            <a:xfrm>
              <a:off x="8057878" y="710652"/>
              <a:ext cx="631910" cy="457789"/>
              <a:chOff x="855125" y="679497"/>
              <a:chExt cx="254310" cy="184228"/>
            </a:xfrm>
          </p:grpSpPr>
          <p:sp>
            <p:nvSpPr>
              <p:cNvPr id="474" name="Google Shape;474;p13"/>
              <p:cNvSpPr/>
              <p:nvPr/>
            </p:nvSpPr>
            <p:spPr>
              <a:xfrm>
                <a:off x="1052335" y="679497"/>
                <a:ext cx="57100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84" extrusionOk="0">
                    <a:moveTo>
                      <a:pt x="1" y="1"/>
                    </a:moveTo>
                    <a:lnTo>
                      <a:pt x="1" y="2283"/>
                    </a:lnTo>
                    <a:lnTo>
                      <a:pt x="2283" y="2283"/>
                    </a:lnTo>
                    <a:lnTo>
                      <a:pt x="228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3"/>
              <p:cNvSpPr/>
              <p:nvPr/>
            </p:nvSpPr>
            <p:spPr>
              <a:xfrm>
                <a:off x="855125" y="730100"/>
                <a:ext cx="103700" cy="104150"/>
              </a:xfrm>
              <a:custGeom>
                <a:avLst/>
                <a:gdLst/>
                <a:ahLst/>
                <a:cxnLst/>
                <a:rect l="l" t="t" r="r" b="b"/>
                <a:pathLst>
                  <a:path w="4148" h="4166" extrusionOk="0">
                    <a:moveTo>
                      <a:pt x="1" y="0"/>
                    </a:moveTo>
                    <a:lnTo>
                      <a:pt x="1" y="4166"/>
                    </a:lnTo>
                    <a:lnTo>
                      <a:pt x="4147" y="4166"/>
                    </a:lnTo>
                    <a:lnTo>
                      <a:pt x="414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3"/>
              <p:cNvSpPr/>
              <p:nvPr/>
            </p:nvSpPr>
            <p:spPr>
              <a:xfrm>
                <a:off x="917425" y="792375"/>
                <a:ext cx="71350" cy="713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1" y="1"/>
                    </a:moveTo>
                    <a:lnTo>
                      <a:pt x="1" y="2854"/>
                    </a:lnTo>
                    <a:lnTo>
                      <a:pt x="2854" y="2854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7" name="Google Shape;477;p13"/>
            <p:cNvGrpSpPr/>
            <p:nvPr/>
          </p:nvGrpSpPr>
          <p:grpSpPr>
            <a:xfrm>
              <a:off x="194835" y="1017604"/>
              <a:ext cx="518269" cy="328105"/>
              <a:chOff x="783960" y="4261704"/>
              <a:chExt cx="518269" cy="328105"/>
            </a:xfrm>
          </p:grpSpPr>
          <p:sp>
            <p:nvSpPr>
              <p:cNvPr id="478" name="Google Shape;478;p13"/>
              <p:cNvSpPr/>
              <p:nvPr/>
            </p:nvSpPr>
            <p:spPr>
              <a:xfrm>
                <a:off x="1072397" y="4333585"/>
                <a:ext cx="69145" cy="6914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3" extrusionOk="0">
                    <a:moveTo>
                      <a:pt x="1234" y="1"/>
                    </a:moveTo>
                    <a:cubicBezTo>
                      <a:pt x="534" y="1"/>
                      <a:pt x="0" y="535"/>
                      <a:pt x="0" y="1268"/>
                    </a:cubicBezTo>
                    <a:cubicBezTo>
                      <a:pt x="0" y="1969"/>
                      <a:pt x="534" y="2503"/>
                      <a:pt x="1234" y="2503"/>
                    </a:cubicBezTo>
                    <a:cubicBezTo>
                      <a:pt x="1968" y="2503"/>
                      <a:pt x="2502" y="1969"/>
                      <a:pt x="2502" y="1268"/>
                    </a:cubicBezTo>
                    <a:cubicBezTo>
                      <a:pt x="2502" y="601"/>
                      <a:pt x="1902" y="1"/>
                      <a:pt x="12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9" name="Google Shape;479;p13"/>
              <p:cNvGrpSpPr/>
              <p:nvPr/>
            </p:nvGrpSpPr>
            <p:grpSpPr>
              <a:xfrm>
                <a:off x="783960" y="4261704"/>
                <a:ext cx="518269" cy="328105"/>
                <a:chOff x="783960" y="4261704"/>
                <a:chExt cx="518269" cy="328105"/>
              </a:xfrm>
            </p:grpSpPr>
            <p:sp>
              <p:nvSpPr>
                <p:cNvPr id="480" name="Google Shape;480;p13"/>
                <p:cNvSpPr/>
                <p:nvPr/>
              </p:nvSpPr>
              <p:spPr>
                <a:xfrm>
                  <a:off x="1216509" y="4325297"/>
                  <a:ext cx="85720" cy="8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3" h="3103" extrusionOk="0">
                      <a:moveTo>
                        <a:pt x="1534" y="601"/>
                      </a:moveTo>
                      <a:cubicBezTo>
                        <a:pt x="2035" y="601"/>
                        <a:pt x="2502" y="1001"/>
                        <a:pt x="2502" y="1568"/>
                      </a:cubicBezTo>
                      <a:cubicBezTo>
                        <a:pt x="2502" y="2102"/>
                        <a:pt x="2102" y="2502"/>
                        <a:pt x="1534" y="2502"/>
                      </a:cubicBezTo>
                      <a:cubicBezTo>
                        <a:pt x="1001" y="2502"/>
                        <a:pt x="600" y="2102"/>
                        <a:pt x="600" y="1568"/>
                      </a:cubicBezTo>
                      <a:cubicBezTo>
                        <a:pt x="600" y="1001"/>
                        <a:pt x="1001" y="601"/>
                        <a:pt x="1534" y="601"/>
                      </a:cubicBezTo>
                      <a:close/>
                      <a:moveTo>
                        <a:pt x="1534" y="1"/>
                      </a:moveTo>
                      <a:cubicBezTo>
                        <a:pt x="701" y="1"/>
                        <a:pt x="0" y="734"/>
                        <a:pt x="0" y="1568"/>
                      </a:cubicBezTo>
                      <a:cubicBezTo>
                        <a:pt x="0" y="2402"/>
                        <a:pt x="701" y="3103"/>
                        <a:pt x="1534" y="3103"/>
                      </a:cubicBezTo>
                      <a:cubicBezTo>
                        <a:pt x="2368" y="3103"/>
                        <a:pt x="3036" y="2436"/>
                        <a:pt x="3102" y="1568"/>
                      </a:cubicBezTo>
                      <a:cubicBezTo>
                        <a:pt x="3102" y="734"/>
                        <a:pt x="2368" y="1"/>
                        <a:pt x="1534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13"/>
                <p:cNvSpPr/>
                <p:nvPr/>
              </p:nvSpPr>
              <p:spPr>
                <a:xfrm>
                  <a:off x="1057995" y="4504061"/>
                  <a:ext cx="84809" cy="85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0" h="3104" extrusionOk="0">
                      <a:moveTo>
                        <a:pt x="1535" y="601"/>
                      </a:moveTo>
                      <a:cubicBezTo>
                        <a:pt x="2069" y="601"/>
                        <a:pt x="2536" y="1035"/>
                        <a:pt x="2502" y="1535"/>
                      </a:cubicBezTo>
                      <a:cubicBezTo>
                        <a:pt x="2502" y="2069"/>
                        <a:pt x="2069" y="2503"/>
                        <a:pt x="1535" y="2503"/>
                      </a:cubicBezTo>
                      <a:cubicBezTo>
                        <a:pt x="1001" y="2503"/>
                        <a:pt x="568" y="2069"/>
                        <a:pt x="568" y="1535"/>
                      </a:cubicBezTo>
                      <a:cubicBezTo>
                        <a:pt x="568" y="1002"/>
                        <a:pt x="1001" y="601"/>
                        <a:pt x="1535" y="601"/>
                      </a:cubicBezTo>
                      <a:close/>
                      <a:moveTo>
                        <a:pt x="1535" y="1"/>
                      </a:moveTo>
                      <a:cubicBezTo>
                        <a:pt x="701" y="1"/>
                        <a:pt x="1" y="701"/>
                        <a:pt x="1" y="1535"/>
                      </a:cubicBezTo>
                      <a:cubicBezTo>
                        <a:pt x="1" y="2369"/>
                        <a:pt x="701" y="3103"/>
                        <a:pt x="1535" y="3103"/>
                      </a:cubicBezTo>
                      <a:cubicBezTo>
                        <a:pt x="2402" y="3103"/>
                        <a:pt x="3069" y="2369"/>
                        <a:pt x="3069" y="1535"/>
                      </a:cubicBezTo>
                      <a:cubicBezTo>
                        <a:pt x="3069" y="701"/>
                        <a:pt x="2369" y="1"/>
                        <a:pt x="1535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13"/>
                <p:cNvSpPr/>
                <p:nvPr/>
              </p:nvSpPr>
              <p:spPr>
                <a:xfrm>
                  <a:off x="883495" y="4261704"/>
                  <a:ext cx="15691" cy="213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7740" extrusionOk="0">
                      <a:moveTo>
                        <a:pt x="300" y="1"/>
                      </a:moveTo>
                      <a:cubicBezTo>
                        <a:pt x="133" y="1"/>
                        <a:pt x="0" y="134"/>
                        <a:pt x="0" y="301"/>
                      </a:cubicBezTo>
                      <a:lnTo>
                        <a:pt x="0" y="7440"/>
                      </a:lnTo>
                      <a:cubicBezTo>
                        <a:pt x="0" y="7606"/>
                        <a:pt x="133" y="7740"/>
                        <a:pt x="300" y="7740"/>
                      </a:cubicBezTo>
                      <a:cubicBezTo>
                        <a:pt x="400" y="7740"/>
                        <a:pt x="534" y="7606"/>
                        <a:pt x="567" y="7440"/>
                      </a:cubicBezTo>
                      <a:lnTo>
                        <a:pt x="567" y="301"/>
                      </a:lnTo>
                      <a:cubicBezTo>
                        <a:pt x="567" y="134"/>
                        <a:pt x="467" y="1"/>
                        <a:pt x="300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3"/>
                <p:cNvSpPr/>
                <p:nvPr/>
              </p:nvSpPr>
              <p:spPr>
                <a:xfrm>
                  <a:off x="783960" y="4360326"/>
                  <a:ext cx="213818" cy="15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0" h="568" extrusionOk="0">
                      <a:moveTo>
                        <a:pt x="301" y="0"/>
                      </a:moveTo>
                      <a:cubicBezTo>
                        <a:pt x="134" y="0"/>
                        <a:pt x="0" y="134"/>
                        <a:pt x="0" y="300"/>
                      </a:cubicBezTo>
                      <a:cubicBezTo>
                        <a:pt x="0" y="467"/>
                        <a:pt x="134" y="567"/>
                        <a:pt x="301" y="567"/>
                      </a:cubicBezTo>
                      <a:lnTo>
                        <a:pt x="7439" y="567"/>
                      </a:lnTo>
                      <a:cubicBezTo>
                        <a:pt x="7606" y="567"/>
                        <a:pt x="7739" y="467"/>
                        <a:pt x="7739" y="300"/>
                      </a:cubicBezTo>
                      <a:cubicBezTo>
                        <a:pt x="7739" y="100"/>
                        <a:pt x="7606" y="0"/>
                        <a:pt x="7439" y="0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4" name="Google Shape;484;p13"/>
            <p:cNvGrpSpPr/>
            <p:nvPr/>
          </p:nvGrpSpPr>
          <p:grpSpPr>
            <a:xfrm>
              <a:off x="2976937" y="164749"/>
              <a:ext cx="5898685" cy="4879924"/>
              <a:chOff x="1223999" y="393649"/>
              <a:chExt cx="5898685" cy="4879924"/>
            </a:xfrm>
          </p:grpSpPr>
          <p:sp>
            <p:nvSpPr>
              <p:cNvPr id="485" name="Google Shape;485;p13"/>
              <p:cNvSpPr/>
              <p:nvPr/>
            </p:nvSpPr>
            <p:spPr>
              <a:xfrm>
                <a:off x="5254918" y="393649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5155383" y="491332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3"/>
              <p:cNvSpPr/>
              <p:nvPr/>
            </p:nvSpPr>
            <p:spPr>
              <a:xfrm>
                <a:off x="5354756" y="635481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3"/>
              <p:cNvSpPr/>
              <p:nvPr/>
            </p:nvSpPr>
            <p:spPr>
              <a:xfrm>
                <a:off x="7037876" y="5030718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369" y="3103"/>
                      <a:pt x="3070" y="2369"/>
                      <a:pt x="3070" y="1535"/>
                    </a:cubicBezTo>
                    <a:cubicBezTo>
                      <a:pt x="3070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6914418" y="4684960"/>
                <a:ext cx="175087" cy="19130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6925" extrusionOk="0">
                    <a:moveTo>
                      <a:pt x="749" y="0"/>
                    </a:moveTo>
                    <a:cubicBezTo>
                      <a:pt x="358" y="0"/>
                      <a:pt x="0" y="307"/>
                      <a:pt x="0" y="708"/>
                    </a:cubicBezTo>
                    <a:lnTo>
                      <a:pt x="0" y="6179"/>
                    </a:lnTo>
                    <a:cubicBezTo>
                      <a:pt x="0" y="6626"/>
                      <a:pt x="351" y="6925"/>
                      <a:pt x="737" y="6925"/>
                    </a:cubicBezTo>
                    <a:cubicBezTo>
                      <a:pt x="870" y="6925"/>
                      <a:pt x="1006" y="6890"/>
                      <a:pt x="1134" y="6813"/>
                    </a:cubicBezTo>
                    <a:lnTo>
                      <a:pt x="5838" y="4111"/>
                    </a:lnTo>
                    <a:cubicBezTo>
                      <a:pt x="6338" y="3811"/>
                      <a:pt x="6338" y="3077"/>
                      <a:pt x="5838" y="2810"/>
                    </a:cubicBezTo>
                    <a:lnTo>
                      <a:pt x="1134" y="108"/>
                    </a:lnTo>
                    <a:cubicBezTo>
                      <a:pt x="1010" y="34"/>
                      <a:pt x="878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1223999" y="5053318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3"/>
              <p:cNvSpPr/>
              <p:nvPr/>
            </p:nvSpPr>
            <p:spPr>
              <a:xfrm>
                <a:off x="1367762" y="5187853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3"/>
              <p:cNvSpPr/>
              <p:nvPr/>
            </p:nvSpPr>
            <p:spPr>
              <a:xfrm>
                <a:off x="1341960" y="4873616"/>
                <a:ext cx="200917" cy="171662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214" extrusionOk="0">
                    <a:moveTo>
                      <a:pt x="934" y="0"/>
                    </a:moveTo>
                    <a:cubicBezTo>
                      <a:pt x="367" y="0"/>
                      <a:pt x="0" y="634"/>
                      <a:pt x="267" y="1135"/>
                    </a:cubicBezTo>
                    <a:lnTo>
                      <a:pt x="3002" y="5838"/>
                    </a:lnTo>
                    <a:cubicBezTo>
                      <a:pt x="3136" y="6088"/>
                      <a:pt x="3386" y="6213"/>
                      <a:pt x="3636" y="6213"/>
                    </a:cubicBezTo>
                    <a:cubicBezTo>
                      <a:pt x="3886" y="6213"/>
                      <a:pt x="4137" y="6088"/>
                      <a:pt x="4270" y="5838"/>
                    </a:cubicBezTo>
                    <a:lnTo>
                      <a:pt x="7005" y="1135"/>
                    </a:lnTo>
                    <a:cubicBezTo>
                      <a:pt x="7272" y="601"/>
                      <a:pt x="6905" y="0"/>
                      <a:pt x="6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3" name="Google Shape;493;p13"/>
            <p:cNvGrpSpPr/>
            <p:nvPr/>
          </p:nvGrpSpPr>
          <p:grpSpPr>
            <a:xfrm>
              <a:off x="194827" y="3591559"/>
              <a:ext cx="232368" cy="973684"/>
              <a:chOff x="6656577" y="3252597"/>
              <a:chExt cx="232368" cy="973684"/>
            </a:xfrm>
          </p:grpSpPr>
          <p:sp>
            <p:nvSpPr>
              <p:cNvPr id="494" name="Google Shape;494;p13"/>
              <p:cNvSpPr/>
              <p:nvPr/>
            </p:nvSpPr>
            <p:spPr>
              <a:xfrm>
                <a:off x="6797232" y="325259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69" y="3937"/>
                      <a:pt x="3936" y="3069"/>
                      <a:pt x="3936" y="1969"/>
                    </a:cubicBezTo>
                    <a:cubicBezTo>
                      <a:pt x="3936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13"/>
              <p:cNvSpPr/>
              <p:nvPr/>
            </p:nvSpPr>
            <p:spPr>
              <a:xfrm>
                <a:off x="6797232" y="3434438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36"/>
                      <a:pt x="901" y="3936"/>
                      <a:pt x="1968" y="3936"/>
                    </a:cubicBezTo>
                    <a:cubicBezTo>
                      <a:pt x="3069" y="3936"/>
                      <a:pt x="3936" y="3036"/>
                      <a:pt x="3936" y="1968"/>
                    </a:cubicBezTo>
                    <a:cubicBezTo>
                      <a:pt x="3936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3"/>
              <p:cNvSpPr/>
              <p:nvPr/>
            </p:nvSpPr>
            <p:spPr>
              <a:xfrm>
                <a:off x="6797232" y="361704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36"/>
                      <a:pt x="901" y="3936"/>
                      <a:pt x="1968" y="3936"/>
                    </a:cubicBezTo>
                    <a:cubicBezTo>
                      <a:pt x="3069" y="3936"/>
                      <a:pt x="3936" y="3036"/>
                      <a:pt x="3936" y="1968"/>
                    </a:cubicBezTo>
                    <a:cubicBezTo>
                      <a:pt x="3936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3"/>
              <p:cNvSpPr/>
              <p:nvPr/>
            </p:nvSpPr>
            <p:spPr>
              <a:xfrm>
                <a:off x="6656577" y="325259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36" y="3937"/>
                      <a:pt x="3937" y="3069"/>
                      <a:pt x="3937" y="1969"/>
                    </a:cubicBezTo>
                    <a:cubicBezTo>
                      <a:pt x="3937" y="901"/>
                      <a:pt x="3036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6656577" y="3434438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36"/>
                      <a:pt x="901" y="3936"/>
                      <a:pt x="1968" y="3936"/>
                    </a:cubicBezTo>
                    <a:cubicBezTo>
                      <a:pt x="3036" y="3936"/>
                      <a:pt x="3937" y="3036"/>
                      <a:pt x="3937" y="1968"/>
                    </a:cubicBezTo>
                    <a:cubicBezTo>
                      <a:pt x="3937" y="901"/>
                      <a:pt x="3036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3"/>
              <p:cNvSpPr/>
              <p:nvPr/>
            </p:nvSpPr>
            <p:spPr>
              <a:xfrm>
                <a:off x="6656577" y="361704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36"/>
                      <a:pt x="901" y="3936"/>
                      <a:pt x="1968" y="3936"/>
                    </a:cubicBezTo>
                    <a:cubicBezTo>
                      <a:pt x="3036" y="3936"/>
                      <a:pt x="3937" y="3036"/>
                      <a:pt x="3937" y="1968"/>
                    </a:cubicBezTo>
                    <a:cubicBezTo>
                      <a:pt x="3937" y="901"/>
                      <a:pt x="3036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6797232" y="376935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69" y="3936"/>
                      <a:pt x="3936" y="3069"/>
                      <a:pt x="3936" y="1968"/>
                    </a:cubicBezTo>
                    <a:cubicBezTo>
                      <a:pt x="3936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6797232" y="3951936"/>
                <a:ext cx="91712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8" extrusionOk="0">
                    <a:moveTo>
                      <a:pt x="1968" y="1"/>
                    </a:moveTo>
                    <a:cubicBezTo>
                      <a:pt x="901" y="1"/>
                      <a:pt x="0" y="902"/>
                      <a:pt x="0" y="1969"/>
                    </a:cubicBezTo>
                    <a:cubicBezTo>
                      <a:pt x="0" y="3070"/>
                      <a:pt x="901" y="3937"/>
                      <a:pt x="1968" y="3937"/>
                    </a:cubicBezTo>
                    <a:cubicBezTo>
                      <a:pt x="3069" y="3937"/>
                      <a:pt x="3936" y="3070"/>
                      <a:pt x="3936" y="1969"/>
                    </a:cubicBezTo>
                    <a:cubicBezTo>
                      <a:pt x="3936" y="902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6798001" y="4135338"/>
                <a:ext cx="90944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04" extrusionOk="0">
                    <a:moveTo>
                      <a:pt x="1935" y="0"/>
                    </a:moveTo>
                    <a:cubicBezTo>
                      <a:pt x="868" y="0"/>
                      <a:pt x="0" y="868"/>
                      <a:pt x="0" y="1935"/>
                    </a:cubicBezTo>
                    <a:cubicBezTo>
                      <a:pt x="0" y="3036"/>
                      <a:pt x="868" y="3903"/>
                      <a:pt x="1935" y="3903"/>
                    </a:cubicBezTo>
                    <a:cubicBezTo>
                      <a:pt x="3036" y="3903"/>
                      <a:pt x="3903" y="3036"/>
                      <a:pt x="3903" y="1935"/>
                    </a:cubicBezTo>
                    <a:cubicBezTo>
                      <a:pt x="3903" y="868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6656577" y="376935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36" y="3936"/>
                      <a:pt x="3937" y="3069"/>
                      <a:pt x="3937" y="1968"/>
                    </a:cubicBezTo>
                    <a:cubicBezTo>
                      <a:pt x="3937" y="901"/>
                      <a:pt x="3036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6656577" y="3951936"/>
                <a:ext cx="91712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8" extrusionOk="0">
                    <a:moveTo>
                      <a:pt x="1968" y="1"/>
                    </a:moveTo>
                    <a:cubicBezTo>
                      <a:pt x="901" y="1"/>
                      <a:pt x="0" y="902"/>
                      <a:pt x="0" y="1969"/>
                    </a:cubicBezTo>
                    <a:cubicBezTo>
                      <a:pt x="0" y="3070"/>
                      <a:pt x="901" y="3937"/>
                      <a:pt x="1968" y="3937"/>
                    </a:cubicBezTo>
                    <a:cubicBezTo>
                      <a:pt x="3036" y="3937"/>
                      <a:pt x="3937" y="3070"/>
                      <a:pt x="3937" y="1969"/>
                    </a:cubicBezTo>
                    <a:cubicBezTo>
                      <a:pt x="3937" y="902"/>
                      <a:pt x="3036" y="1"/>
                      <a:pt x="1968" y="1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6656577" y="4135338"/>
                <a:ext cx="91712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04" extrusionOk="0">
                    <a:moveTo>
                      <a:pt x="1968" y="0"/>
                    </a:moveTo>
                    <a:cubicBezTo>
                      <a:pt x="901" y="0"/>
                      <a:pt x="0" y="868"/>
                      <a:pt x="0" y="1935"/>
                    </a:cubicBezTo>
                    <a:cubicBezTo>
                      <a:pt x="0" y="3036"/>
                      <a:pt x="868" y="3903"/>
                      <a:pt x="1968" y="3903"/>
                    </a:cubicBezTo>
                    <a:cubicBezTo>
                      <a:pt x="3069" y="3903"/>
                      <a:pt x="3937" y="3036"/>
                      <a:pt x="3937" y="1935"/>
                    </a:cubicBezTo>
                    <a:cubicBezTo>
                      <a:pt x="3937" y="868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rgbClr val="7789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4"/>
          <p:cNvSpPr txBox="1">
            <a:spLocks noGrp="1"/>
          </p:cNvSpPr>
          <p:nvPr>
            <p:ph type="body" idx="1"/>
          </p:nvPr>
        </p:nvSpPr>
        <p:spPr>
          <a:xfrm>
            <a:off x="713100" y="1208700"/>
            <a:ext cx="3858900" cy="15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8" name="Google Shape;508;p1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09" name="Google Shape;509;p14"/>
          <p:cNvGrpSpPr/>
          <p:nvPr/>
        </p:nvGrpSpPr>
        <p:grpSpPr>
          <a:xfrm>
            <a:off x="4222055" y="-3474610"/>
            <a:ext cx="8043475" cy="8043475"/>
            <a:chOff x="1241175" y="-1300650"/>
            <a:chExt cx="8043475" cy="8043475"/>
          </a:xfrm>
        </p:grpSpPr>
        <p:sp>
          <p:nvSpPr>
            <p:cNvPr id="510" name="Google Shape;510;p14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4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4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4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4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4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4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14"/>
          <p:cNvGrpSpPr/>
          <p:nvPr/>
        </p:nvGrpSpPr>
        <p:grpSpPr>
          <a:xfrm>
            <a:off x="8028260" y="322966"/>
            <a:ext cx="365869" cy="328105"/>
            <a:chOff x="7194285" y="1228366"/>
            <a:chExt cx="365869" cy="328105"/>
          </a:xfrm>
        </p:grpSpPr>
        <p:sp>
          <p:nvSpPr>
            <p:cNvPr id="518" name="Google Shape;518;p14"/>
            <p:cNvSpPr/>
            <p:nvPr/>
          </p:nvSpPr>
          <p:spPr>
            <a:xfrm>
              <a:off x="7474434" y="1291960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4"/>
            <p:cNvSpPr/>
            <p:nvPr/>
          </p:nvSpPr>
          <p:spPr>
            <a:xfrm>
              <a:off x="7315920" y="1470723"/>
              <a:ext cx="84809" cy="85748"/>
            </a:xfrm>
            <a:custGeom>
              <a:avLst/>
              <a:gdLst/>
              <a:ahLst/>
              <a:cxnLst/>
              <a:rect l="l" t="t" r="r" b="b"/>
              <a:pathLst>
                <a:path w="3070" h="3104" extrusionOk="0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4"/>
            <p:cNvSpPr/>
            <p:nvPr/>
          </p:nvSpPr>
          <p:spPr>
            <a:xfrm>
              <a:off x="7293820" y="1228366"/>
              <a:ext cx="15691" cy="213817"/>
            </a:xfrm>
            <a:custGeom>
              <a:avLst/>
              <a:gdLst/>
              <a:ahLst/>
              <a:cxnLst/>
              <a:rect l="l" t="t" r="r" b="b"/>
              <a:pathLst>
                <a:path w="568" h="7740" extrusionOk="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4"/>
            <p:cNvSpPr/>
            <p:nvPr/>
          </p:nvSpPr>
          <p:spPr>
            <a:xfrm>
              <a:off x="7194285" y="1326989"/>
              <a:ext cx="213818" cy="15691"/>
            </a:xfrm>
            <a:custGeom>
              <a:avLst/>
              <a:gdLst/>
              <a:ahLst/>
              <a:cxnLst/>
              <a:rect l="l" t="t" r="r" b="b"/>
              <a:pathLst>
                <a:path w="7740" h="568" extrusionOk="0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2" name="Google Shape;522;p14"/>
          <p:cNvGrpSpPr/>
          <p:nvPr/>
        </p:nvGrpSpPr>
        <p:grpSpPr>
          <a:xfrm>
            <a:off x="259146" y="2488768"/>
            <a:ext cx="354818" cy="2432541"/>
            <a:chOff x="174946" y="1297681"/>
            <a:chExt cx="354818" cy="2432541"/>
          </a:xfrm>
        </p:grpSpPr>
        <p:sp>
          <p:nvSpPr>
            <p:cNvPr id="523" name="Google Shape;523;p14"/>
            <p:cNvSpPr/>
            <p:nvPr/>
          </p:nvSpPr>
          <p:spPr>
            <a:xfrm>
              <a:off x="274480" y="3327474"/>
              <a:ext cx="15691" cy="212906"/>
            </a:xfrm>
            <a:custGeom>
              <a:avLst/>
              <a:gdLst/>
              <a:ahLst/>
              <a:cxnLst/>
              <a:rect l="l" t="t" r="r" b="b"/>
              <a:pathLst>
                <a:path w="568" h="7707" extrusionOk="0">
                  <a:moveTo>
                    <a:pt x="267" y="1"/>
                  </a:moveTo>
                  <a:cubicBezTo>
                    <a:pt x="100" y="1"/>
                    <a:pt x="0" y="101"/>
                    <a:pt x="0" y="268"/>
                  </a:cubicBezTo>
                  <a:lnTo>
                    <a:pt x="0" y="7406"/>
                  </a:lnTo>
                  <a:cubicBezTo>
                    <a:pt x="0" y="7573"/>
                    <a:pt x="100" y="7706"/>
                    <a:pt x="267" y="7706"/>
                  </a:cubicBezTo>
                  <a:cubicBezTo>
                    <a:pt x="400" y="7706"/>
                    <a:pt x="534" y="7573"/>
                    <a:pt x="567" y="7406"/>
                  </a:cubicBezTo>
                  <a:lnTo>
                    <a:pt x="567" y="268"/>
                  </a:lnTo>
                  <a:cubicBezTo>
                    <a:pt x="567" y="101"/>
                    <a:pt x="434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4"/>
            <p:cNvSpPr/>
            <p:nvPr/>
          </p:nvSpPr>
          <p:spPr>
            <a:xfrm>
              <a:off x="174946" y="3425157"/>
              <a:ext cx="212906" cy="15691"/>
            </a:xfrm>
            <a:custGeom>
              <a:avLst/>
              <a:gdLst/>
              <a:ahLst/>
              <a:cxnLst/>
              <a:rect l="l" t="t" r="r" b="b"/>
              <a:pathLst>
                <a:path w="7707" h="568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468"/>
                    <a:pt x="134" y="568"/>
                    <a:pt x="301" y="568"/>
                  </a:cubicBezTo>
                  <a:lnTo>
                    <a:pt x="7439" y="568"/>
                  </a:lnTo>
                  <a:cubicBezTo>
                    <a:pt x="7606" y="568"/>
                    <a:pt x="7706" y="468"/>
                    <a:pt x="7706" y="301"/>
                  </a:cubicBezTo>
                  <a:cubicBezTo>
                    <a:pt x="7706" y="101"/>
                    <a:pt x="7606" y="1"/>
                    <a:pt x="7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4"/>
            <p:cNvSpPr/>
            <p:nvPr/>
          </p:nvSpPr>
          <p:spPr>
            <a:xfrm>
              <a:off x="374318" y="3569306"/>
              <a:ext cx="155446" cy="160916"/>
            </a:xfrm>
            <a:custGeom>
              <a:avLst/>
              <a:gdLst/>
              <a:ahLst/>
              <a:cxnLst/>
              <a:rect l="l" t="t" r="r" b="b"/>
              <a:pathLst>
                <a:path w="5627" h="5825" extrusionOk="0">
                  <a:moveTo>
                    <a:pt x="673" y="0"/>
                  </a:moveTo>
                  <a:cubicBezTo>
                    <a:pt x="305" y="0"/>
                    <a:pt x="1" y="343"/>
                    <a:pt x="55" y="754"/>
                  </a:cubicBezTo>
                  <a:lnTo>
                    <a:pt x="623" y="5290"/>
                  </a:lnTo>
                  <a:cubicBezTo>
                    <a:pt x="669" y="5613"/>
                    <a:pt x="955" y="5825"/>
                    <a:pt x="1248" y="5825"/>
                  </a:cubicBezTo>
                  <a:cubicBezTo>
                    <a:pt x="1378" y="5825"/>
                    <a:pt x="1510" y="5783"/>
                    <a:pt x="1623" y="5690"/>
                  </a:cubicBezTo>
                  <a:lnTo>
                    <a:pt x="5259" y="2922"/>
                  </a:lnTo>
                  <a:cubicBezTo>
                    <a:pt x="5626" y="2622"/>
                    <a:pt x="5526" y="2021"/>
                    <a:pt x="5126" y="1821"/>
                  </a:cubicBezTo>
                  <a:lnTo>
                    <a:pt x="923" y="53"/>
                  </a:lnTo>
                  <a:cubicBezTo>
                    <a:pt x="839" y="17"/>
                    <a:pt x="754" y="0"/>
                    <a:pt x="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4"/>
            <p:cNvSpPr/>
            <p:nvPr/>
          </p:nvSpPr>
          <p:spPr>
            <a:xfrm>
              <a:off x="250712" y="1297681"/>
              <a:ext cx="69145" cy="69118"/>
            </a:xfrm>
            <a:custGeom>
              <a:avLst/>
              <a:gdLst/>
              <a:ahLst/>
              <a:cxnLst/>
              <a:rect l="l" t="t" r="r" b="b"/>
              <a:pathLst>
                <a:path w="2503" h="2502" extrusionOk="0">
                  <a:moveTo>
                    <a:pt x="1268" y="0"/>
                  </a:moveTo>
                  <a:cubicBezTo>
                    <a:pt x="534" y="0"/>
                    <a:pt x="1" y="534"/>
                    <a:pt x="1" y="1234"/>
                  </a:cubicBezTo>
                  <a:cubicBezTo>
                    <a:pt x="1" y="1968"/>
                    <a:pt x="534" y="2502"/>
                    <a:pt x="1268" y="2502"/>
                  </a:cubicBezTo>
                  <a:cubicBezTo>
                    <a:pt x="1969" y="2502"/>
                    <a:pt x="2502" y="1968"/>
                    <a:pt x="2502" y="1234"/>
                  </a:cubicBezTo>
                  <a:cubicBezTo>
                    <a:pt x="2502" y="534"/>
                    <a:pt x="1935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4"/>
            <p:cNvSpPr/>
            <p:nvPr/>
          </p:nvSpPr>
          <p:spPr>
            <a:xfrm>
              <a:off x="394474" y="1432216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68" y="0"/>
                  </a:moveTo>
                  <a:cubicBezTo>
                    <a:pt x="734" y="0"/>
                    <a:pt x="0" y="701"/>
                    <a:pt x="0" y="1535"/>
                  </a:cubicBezTo>
                  <a:cubicBezTo>
                    <a:pt x="0" y="2369"/>
                    <a:pt x="734" y="3102"/>
                    <a:pt x="1568" y="3102"/>
                  </a:cubicBezTo>
                  <a:cubicBezTo>
                    <a:pt x="2402" y="3102"/>
                    <a:pt x="3102" y="2369"/>
                    <a:pt x="3102" y="1535"/>
                  </a:cubicBezTo>
                  <a:cubicBezTo>
                    <a:pt x="3102" y="667"/>
                    <a:pt x="2402" y="0"/>
                    <a:pt x="1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14"/>
          <p:cNvGrpSpPr/>
          <p:nvPr/>
        </p:nvGrpSpPr>
        <p:grpSpPr>
          <a:xfrm>
            <a:off x="906912" y="195249"/>
            <a:ext cx="609540" cy="583574"/>
            <a:chOff x="3105300" y="593625"/>
            <a:chExt cx="256800" cy="245850"/>
          </a:xfrm>
        </p:grpSpPr>
        <p:sp>
          <p:nvSpPr>
            <p:cNvPr id="529" name="Google Shape;529;p14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4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4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4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3" name="Google Shape;533;p14"/>
          <p:cNvGrpSpPr/>
          <p:nvPr/>
        </p:nvGrpSpPr>
        <p:grpSpPr>
          <a:xfrm>
            <a:off x="8652612" y="4730718"/>
            <a:ext cx="229483" cy="220256"/>
            <a:chOff x="250712" y="1297681"/>
            <a:chExt cx="229483" cy="220256"/>
          </a:xfrm>
        </p:grpSpPr>
        <p:sp>
          <p:nvSpPr>
            <p:cNvPr id="534" name="Google Shape;534;p14"/>
            <p:cNvSpPr/>
            <p:nvPr/>
          </p:nvSpPr>
          <p:spPr>
            <a:xfrm>
              <a:off x="250712" y="1297681"/>
              <a:ext cx="69145" cy="69118"/>
            </a:xfrm>
            <a:custGeom>
              <a:avLst/>
              <a:gdLst/>
              <a:ahLst/>
              <a:cxnLst/>
              <a:rect l="l" t="t" r="r" b="b"/>
              <a:pathLst>
                <a:path w="2503" h="2502" extrusionOk="0">
                  <a:moveTo>
                    <a:pt x="1268" y="0"/>
                  </a:moveTo>
                  <a:cubicBezTo>
                    <a:pt x="534" y="0"/>
                    <a:pt x="1" y="534"/>
                    <a:pt x="1" y="1234"/>
                  </a:cubicBezTo>
                  <a:cubicBezTo>
                    <a:pt x="1" y="1968"/>
                    <a:pt x="534" y="2502"/>
                    <a:pt x="1268" y="2502"/>
                  </a:cubicBezTo>
                  <a:cubicBezTo>
                    <a:pt x="1969" y="2502"/>
                    <a:pt x="2502" y="1968"/>
                    <a:pt x="2502" y="1234"/>
                  </a:cubicBezTo>
                  <a:cubicBezTo>
                    <a:pt x="2502" y="534"/>
                    <a:pt x="1935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4"/>
            <p:cNvSpPr/>
            <p:nvPr/>
          </p:nvSpPr>
          <p:spPr>
            <a:xfrm>
              <a:off x="394474" y="1432216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68" y="0"/>
                  </a:moveTo>
                  <a:cubicBezTo>
                    <a:pt x="734" y="0"/>
                    <a:pt x="0" y="701"/>
                    <a:pt x="0" y="1535"/>
                  </a:cubicBezTo>
                  <a:cubicBezTo>
                    <a:pt x="0" y="2369"/>
                    <a:pt x="734" y="3102"/>
                    <a:pt x="1568" y="3102"/>
                  </a:cubicBezTo>
                  <a:cubicBezTo>
                    <a:pt x="2402" y="3102"/>
                    <a:pt x="3102" y="2369"/>
                    <a:pt x="3102" y="1535"/>
                  </a:cubicBezTo>
                  <a:cubicBezTo>
                    <a:pt x="3102" y="667"/>
                    <a:pt x="2402" y="0"/>
                    <a:pt x="1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6" name="Google Shape;536;p14"/>
          <p:cNvGrpSpPr/>
          <p:nvPr/>
        </p:nvGrpSpPr>
        <p:grpSpPr>
          <a:xfrm>
            <a:off x="8594804" y="1188192"/>
            <a:ext cx="477477" cy="478195"/>
            <a:chOff x="5022684" y="4300597"/>
            <a:chExt cx="648306" cy="649281"/>
          </a:xfrm>
        </p:grpSpPr>
        <p:sp>
          <p:nvSpPr>
            <p:cNvPr id="537" name="Google Shape;537;p14"/>
            <p:cNvSpPr/>
            <p:nvPr/>
          </p:nvSpPr>
          <p:spPr>
            <a:xfrm>
              <a:off x="5022684" y="4300597"/>
              <a:ext cx="235516" cy="235528"/>
            </a:xfrm>
            <a:custGeom>
              <a:avLst/>
              <a:gdLst/>
              <a:ahLst/>
              <a:cxnLst/>
              <a:rect l="l" t="t" r="r" b="b"/>
              <a:pathLst>
                <a:path w="4851" h="4851" extrusionOk="0">
                  <a:moveTo>
                    <a:pt x="0" y="1"/>
                  </a:moveTo>
                  <a:lnTo>
                    <a:pt x="0" y="4851"/>
                  </a:lnTo>
                  <a:lnTo>
                    <a:pt x="4850" y="4851"/>
                  </a:lnTo>
                  <a:lnTo>
                    <a:pt x="4850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4"/>
            <p:cNvSpPr/>
            <p:nvPr/>
          </p:nvSpPr>
          <p:spPr>
            <a:xfrm>
              <a:off x="5157512" y="4434502"/>
              <a:ext cx="166235" cy="166292"/>
            </a:xfrm>
            <a:custGeom>
              <a:avLst/>
              <a:gdLst/>
              <a:ahLst/>
              <a:cxnLst/>
              <a:rect l="l" t="t" r="r" b="b"/>
              <a:pathLst>
                <a:path w="3424" h="3425" extrusionOk="0">
                  <a:moveTo>
                    <a:pt x="0" y="1"/>
                  </a:moveTo>
                  <a:lnTo>
                    <a:pt x="0" y="3424"/>
                  </a:lnTo>
                  <a:lnTo>
                    <a:pt x="3424" y="3424"/>
                  </a:lnTo>
                  <a:lnTo>
                    <a:pt x="342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4"/>
            <p:cNvSpPr/>
            <p:nvPr/>
          </p:nvSpPr>
          <p:spPr>
            <a:xfrm>
              <a:off x="5569375" y="4434502"/>
              <a:ext cx="101615" cy="101620"/>
            </a:xfrm>
            <a:custGeom>
              <a:avLst/>
              <a:gdLst/>
              <a:ahLst/>
              <a:cxnLst/>
              <a:rect l="l" t="t" r="r" b="b"/>
              <a:pathLst>
                <a:path w="2093" h="2093" extrusionOk="0">
                  <a:moveTo>
                    <a:pt x="0" y="1"/>
                  </a:moveTo>
                  <a:lnTo>
                    <a:pt x="0" y="2093"/>
                  </a:lnTo>
                  <a:lnTo>
                    <a:pt x="2093" y="2093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4"/>
            <p:cNvSpPr/>
            <p:nvPr/>
          </p:nvSpPr>
          <p:spPr>
            <a:xfrm>
              <a:off x="5294185" y="4811309"/>
              <a:ext cx="138562" cy="138569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0" y="0"/>
                  </a:moveTo>
                  <a:lnTo>
                    <a:pt x="0" y="2853"/>
                  </a:lnTo>
                  <a:lnTo>
                    <a:pt x="2853" y="2853"/>
                  </a:lnTo>
                  <a:lnTo>
                    <a:pt x="2853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5"/>
          <p:cNvSpPr txBox="1">
            <a:spLocks noGrp="1"/>
          </p:cNvSpPr>
          <p:nvPr>
            <p:ph type="title"/>
          </p:nvPr>
        </p:nvSpPr>
        <p:spPr>
          <a:xfrm>
            <a:off x="720475" y="3710100"/>
            <a:ext cx="41661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3" name="Google Shape;543;p15"/>
          <p:cNvSpPr txBox="1">
            <a:spLocks noGrp="1"/>
          </p:cNvSpPr>
          <p:nvPr>
            <p:ph type="subTitle" idx="1"/>
          </p:nvPr>
        </p:nvSpPr>
        <p:spPr>
          <a:xfrm>
            <a:off x="720475" y="954200"/>
            <a:ext cx="4166100" cy="27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544" name="Google Shape;544;p15"/>
          <p:cNvGrpSpPr/>
          <p:nvPr/>
        </p:nvGrpSpPr>
        <p:grpSpPr>
          <a:xfrm>
            <a:off x="4800605" y="-2897864"/>
            <a:ext cx="8043475" cy="8043475"/>
            <a:chOff x="1241175" y="-1300650"/>
            <a:chExt cx="8043475" cy="8043475"/>
          </a:xfrm>
        </p:grpSpPr>
        <p:sp>
          <p:nvSpPr>
            <p:cNvPr id="545" name="Google Shape;545;p15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5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5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1740175" y="258921"/>
            <a:ext cx="535664" cy="317725"/>
            <a:chOff x="5182025" y="464396"/>
            <a:chExt cx="535664" cy="317725"/>
          </a:xfrm>
        </p:grpSpPr>
        <p:sp>
          <p:nvSpPr>
            <p:cNvPr id="553" name="Google Shape;553;p15"/>
            <p:cNvSpPr/>
            <p:nvPr/>
          </p:nvSpPr>
          <p:spPr>
            <a:xfrm>
              <a:off x="5534801" y="464396"/>
              <a:ext cx="182888" cy="183820"/>
            </a:xfrm>
            <a:custGeom>
              <a:avLst/>
              <a:gdLst/>
              <a:ahLst/>
              <a:cxnLst/>
              <a:rect l="l" t="t" r="r" b="b"/>
              <a:pathLst>
                <a:path w="3767" h="3786" extrusionOk="0">
                  <a:moveTo>
                    <a:pt x="0" y="1"/>
                  </a:moveTo>
                  <a:lnTo>
                    <a:pt x="0" y="3786"/>
                  </a:lnTo>
                  <a:lnTo>
                    <a:pt x="3767" y="3786"/>
                  </a:lnTo>
                  <a:lnTo>
                    <a:pt x="3767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5389826" y="574268"/>
              <a:ext cx="207794" cy="207853"/>
            </a:xfrm>
            <a:custGeom>
              <a:avLst/>
              <a:gdLst/>
              <a:ahLst/>
              <a:cxnLst/>
              <a:rect l="l" t="t" r="r" b="b"/>
              <a:pathLst>
                <a:path w="4280" h="4281" extrusionOk="0">
                  <a:moveTo>
                    <a:pt x="0" y="1"/>
                  </a:moveTo>
                  <a:lnTo>
                    <a:pt x="0" y="4281"/>
                  </a:lnTo>
                  <a:lnTo>
                    <a:pt x="4280" y="4281"/>
                  </a:lnTo>
                  <a:lnTo>
                    <a:pt x="4280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5"/>
            <p:cNvSpPr/>
            <p:nvPr/>
          </p:nvSpPr>
          <p:spPr>
            <a:xfrm>
              <a:off x="5182025" y="510568"/>
              <a:ext cx="110840" cy="110894"/>
            </a:xfrm>
            <a:custGeom>
              <a:avLst/>
              <a:gdLst/>
              <a:ahLst/>
              <a:cxnLst/>
              <a:rect l="l" t="t" r="r" b="b"/>
              <a:pathLst>
                <a:path w="2283" h="2284" extrusionOk="0">
                  <a:moveTo>
                    <a:pt x="0" y="1"/>
                  </a:moveTo>
                  <a:lnTo>
                    <a:pt x="0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6" name="Google Shape;556;p15"/>
          <p:cNvGrpSpPr/>
          <p:nvPr/>
        </p:nvGrpSpPr>
        <p:grpSpPr>
          <a:xfrm rot="10800000">
            <a:off x="216552" y="304484"/>
            <a:ext cx="232368" cy="973684"/>
            <a:chOff x="6656577" y="3252597"/>
            <a:chExt cx="232368" cy="973684"/>
          </a:xfrm>
        </p:grpSpPr>
        <p:sp>
          <p:nvSpPr>
            <p:cNvPr id="557" name="Google Shape;557;p15"/>
            <p:cNvSpPr/>
            <p:nvPr/>
          </p:nvSpPr>
          <p:spPr>
            <a:xfrm>
              <a:off x="6797232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69" y="3937"/>
                    <a:pt x="3936" y="3069"/>
                    <a:pt x="3936" y="1969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5"/>
            <p:cNvSpPr/>
            <p:nvPr/>
          </p:nvSpPr>
          <p:spPr>
            <a:xfrm>
              <a:off x="6797232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6797232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6656577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36" y="3937"/>
                    <a:pt x="3937" y="3069"/>
                    <a:pt x="3937" y="1969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5"/>
            <p:cNvSpPr/>
            <p:nvPr/>
          </p:nvSpPr>
          <p:spPr>
            <a:xfrm>
              <a:off x="6656577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6656577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6797232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69" y="3936"/>
                    <a:pt x="3936" y="3069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6797232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69" y="3937"/>
                    <a:pt x="3936" y="3070"/>
                    <a:pt x="3936" y="1969"/>
                  </a:cubicBezTo>
                  <a:cubicBezTo>
                    <a:pt x="3936" y="902"/>
                    <a:pt x="3069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6798001" y="4135338"/>
              <a:ext cx="90944" cy="90944"/>
            </a:xfrm>
            <a:custGeom>
              <a:avLst/>
              <a:gdLst/>
              <a:ahLst/>
              <a:cxnLst/>
              <a:rect l="l" t="t" r="r" b="b"/>
              <a:pathLst>
                <a:path w="3904" h="3904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35" y="3903"/>
                  </a:cubicBezTo>
                  <a:cubicBezTo>
                    <a:pt x="3036" y="3903"/>
                    <a:pt x="3903" y="3036"/>
                    <a:pt x="3903" y="1935"/>
                  </a:cubicBezTo>
                  <a:cubicBezTo>
                    <a:pt x="3903" y="868"/>
                    <a:pt x="3036" y="0"/>
                    <a:pt x="1935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5"/>
            <p:cNvSpPr/>
            <p:nvPr/>
          </p:nvSpPr>
          <p:spPr>
            <a:xfrm>
              <a:off x="6656577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36" y="3936"/>
                    <a:pt x="3937" y="3069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5"/>
            <p:cNvSpPr/>
            <p:nvPr/>
          </p:nvSpPr>
          <p:spPr>
            <a:xfrm>
              <a:off x="6656577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36" y="3937"/>
                    <a:pt x="3937" y="3070"/>
                    <a:pt x="3937" y="1969"/>
                  </a:cubicBezTo>
                  <a:cubicBezTo>
                    <a:pt x="3937" y="902"/>
                    <a:pt x="3036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5"/>
            <p:cNvSpPr/>
            <p:nvPr/>
          </p:nvSpPr>
          <p:spPr>
            <a:xfrm>
              <a:off x="6656577" y="4135338"/>
              <a:ext cx="91712" cy="90944"/>
            </a:xfrm>
            <a:custGeom>
              <a:avLst/>
              <a:gdLst/>
              <a:ahLst/>
              <a:cxnLst/>
              <a:rect l="l" t="t" r="r" b="b"/>
              <a:pathLst>
                <a:path w="3937" h="3904" extrusionOk="0">
                  <a:moveTo>
                    <a:pt x="1968" y="0"/>
                  </a:moveTo>
                  <a:cubicBezTo>
                    <a:pt x="901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68" y="3903"/>
                  </a:cubicBezTo>
                  <a:cubicBezTo>
                    <a:pt x="3069" y="3903"/>
                    <a:pt x="3937" y="3036"/>
                    <a:pt x="3937" y="1935"/>
                  </a:cubicBezTo>
                  <a:cubicBezTo>
                    <a:pt x="3937" y="868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9" name="Google Shape;569;p15"/>
          <p:cNvGrpSpPr/>
          <p:nvPr/>
        </p:nvGrpSpPr>
        <p:grpSpPr>
          <a:xfrm>
            <a:off x="381800" y="4615043"/>
            <a:ext cx="415595" cy="271553"/>
            <a:chOff x="5182025" y="510568"/>
            <a:chExt cx="415595" cy="271553"/>
          </a:xfrm>
        </p:grpSpPr>
        <p:sp>
          <p:nvSpPr>
            <p:cNvPr id="570" name="Google Shape;570;p15"/>
            <p:cNvSpPr/>
            <p:nvPr/>
          </p:nvSpPr>
          <p:spPr>
            <a:xfrm>
              <a:off x="5389826" y="574268"/>
              <a:ext cx="207794" cy="207853"/>
            </a:xfrm>
            <a:custGeom>
              <a:avLst/>
              <a:gdLst/>
              <a:ahLst/>
              <a:cxnLst/>
              <a:rect l="l" t="t" r="r" b="b"/>
              <a:pathLst>
                <a:path w="4280" h="4281" extrusionOk="0">
                  <a:moveTo>
                    <a:pt x="0" y="1"/>
                  </a:moveTo>
                  <a:lnTo>
                    <a:pt x="0" y="4281"/>
                  </a:lnTo>
                  <a:lnTo>
                    <a:pt x="4280" y="4281"/>
                  </a:lnTo>
                  <a:lnTo>
                    <a:pt x="4280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>
              <a:off x="5182025" y="510568"/>
              <a:ext cx="110840" cy="110894"/>
            </a:xfrm>
            <a:custGeom>
              <a:avLst/>
              <a:gdLst/>
              <a:ahLst/>
              <a:cxnLst/>
              <a:rect l="l" t="t" r="r" b="b"/>
              <a:pathLst>
                <a:path w="2283" h="2284" extrusionOk="0">
                  <a:moveTo>
                    <a:pt x="0" y="1"/>
                  </a:moveTo>
                  <a:lnTo>
                    <a:pt x="0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5"/>
          <p:cNvGrpSpPr/>
          <p:nvPr/>
        </p:nvGrpSpPr>
        <p:grpSpPr>
          <a:xfrm>
            <a:off x="3598396" y="4410499"/>
            <a:ext cx="354818" cy="402747"/>
            <a:chOff x="8117146" y="4166124"/>
            <a:chExt cx="354818" cy="402747"/>
          </a:xfrm>
        </p:grpSpPr>
        <p:sp>
          <p:nvSpPr>
            <p:cNvPr id="573" name="Google Shape;573;p15"/>
            <p:cNvSpPr/>
            <p:nvPr/>
          </p:nvSpPr>
          <p:spPr>
            <a:xfrm>
              <a:off x="8216680" y="4166124"/>
              <a:ext cx="15691" cy="212906"/>
            </a:xfrm>
            <a:custGeom>
              <a:avLst/>
              <a:gdLst/>
              <a:ahLst/>
              <a:cxnLst/>
              <a:rect l="l" t="t" r="r" b="b"/>
              <a:pathLst>
                <a:path w="568" h="7707" extrusionOk="0">
                  <a:moveTo>
                    <a:pt x="267" y="1"/>
                  </a:moveTo>
                  <a:cubicBezTo>
                    <a:pt x="100" y="1"/>
                    <a:pt x="0" y="101"/>
                    <a:pt x="0" y="268"/>
                  </a:cubicBezTo>
                  <a:lnTo>
                    <a:pt x="0" y="7406"/>
                  </a:lnTo>
                  <a:cubicBezTo>
                    <a:pt x="0" y="7573"/>
                    <a:pt x="100" y="7706"/>
                    <a:pt x="267" y="7706"/>
                  </a:cubicBezTo>
                  <a:cubicBezTo>
                    <a:pt x="400" y="7706"/>
                    <a:pt x="534" y="7573"/>
                    <a:pt x="567" y="7406"/>
                  </a:cubicBezTo>
                  <a:lnTo>
                    <a:pt x="567" y="268"/>
                  </a:lnTo>
                  <a:cubicBezTo>
                    <a:pt x="567" y="101"/>
                    <a:pt x="434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5"/>
            <p:cNvSpPr/>
            <p:nvPr/>
          </p:nvSpPr>
          <p:spPr>
            <a:xfrm>
              <a:off x="8117146" y="4263807"/>
              <a:ext cx="212906" cy="15691"/>
            </a:xfrm>
            <a:custGeom>
              <a:avLst/>
              <a:gdLst/>
              <a:ahLst/>
              <a:cxnLst/>
              <a:rect l="l" t="t" r="r" b="b"/>
              <a:pathLst>
                <a:path w="7707" h="568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468"/>
                    <a:pt x="134" y="568"/>
                    <a:pt x="301" y="568"/>
                  </a:cubicBezTo>
                  <a:lnTo>
                    <a:pt x="7439" y="568"/>
                  </a:lnTo>
                  <a:cubicBezTo>
                    <a:pt x="7606" y="568"/>
                    <a:pt x="7706" y="468"/>
                    <a:pt x="7706" y="301"/>
                  </a:cubicBezTo>
                  <a:cubicBezTo>
                    <a:pt x="7706" y="101"/>
                    <a:pt x="7606" y="1"/>
                    <a:pt x="7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5"/>
            <p:cNvSpPr/>
            <p:nvPr/>
          </p:nvSpPr>
          <p:spPr>
            <a:xfrm>
              <a:off x="8316518" y="4407956"/>
              <a:ext cx="155446" cy="160916"/>
            </a:xfrm>
            <a:custGeom>
              <a:avLst/>
              <a:gdLst/>
              <a:ahLst/>
              <a:cxnLst/>
              <a:rect l="l" t="t" r="r" b="b"/>
              <a:pathLst>
                <a:path w="5627" h="5825" extrusionOk="0">
                  <a:moveTo>
                    <a:pt x="673" y="0"/>
                  </a:moveTo>
                  <a:cubicBezTo>
                    <a:pt x="305" y="0"/>
                    <a:pt x="1" y="343"/>
                    <a:pt x="55" y="754"/>
                  </a:cubicBezTo>
                  <a:lnTo>
                    <a:pt x="623" y="5290"/>
                  </a:lnTo>
                  <a:cubicBezTo>
                    <a:pt x="669" y="5613"/>
                    <a:pt x="955" y="5825"/>
                    <a:pt x="1248" y="5825"/>
                  </a:cubicBezTo>
                  <a:cubicBezTo>
                    <a:pt x="1378" y="5825"/>
                    <a:pt x="1510" y="5783"/>
                    <a:pt x="1623" y="5690"/>
                  </a:cubicBezTo>
                  <a:lnTo>
                    <a:pt x="5259" y="2922"/>
                  </a:lnTo>
                  <a:cubicBezTo>
                    <a:pt x="5626" y="2622"/>
                    <a:pt x="5526" y="2021"/>
                    <a:pt x="5126" y="1821"/>
                  </a:cubicBezTo>
                  <a:lnTo>
                    <a:pt x="923" y="53"/>
                  </a:lnTo>
                  <a:cubicBezTo>
                    <a:pt x="839" y="17"/>
                    <a:pt x="754" y="0"/>
                    <a:pt x="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6"/>
          <p:cNvSpPr txBox="1">
            <a:spLocks noGrp="1"/>
          </p:cNvSpPr>
          <p:nvPr>
            <p:ph type="title"/>
          </p:nvPr>
        </p:nvSpPr>
        <p:spPr>
          <a:xfrm>
            <a:off x="5188500" y="835632"/>
            <a:ext cx="3238200" cy="20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p16"/>
          <p:cNvSpPr txBox="1">
            <a:spLocks noGrp="1"/>
          </p:cNvSpPr>
          <p:nvPr>
            <p:ph type="subTitle" idx="1"/>
          </p:nvPr>
        </p:nvSpPr>
        <p:spPr>
          <a:xfrm>
            <a:off x="5188500" y="2902750"/>
            <a:ext cx="3238200" cy="130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79" name="Google Shape;579;p16"/>
          <p:cNvGrpSpPr/>
          <p:nvPr/>
        </p:nvGrpSpPr>
        <p:grpSpPr>
          <a:xfrm>
            <a:off x="4713835" y="193704"/>
            <a:ext cx="4201291" cy="4832962"/>
            <a:chOff x="4713835" y="193704"/>
            <a:chExt cx="4201291" cy="4832962"/>
          </a:xfrm>
        </p:grpSpPr>
        <p:grpSp>
          <p:nvGrpSpPr>
            <p:cNvPr id="580" name="Google Shape;580;p16"/>
            <p:cNvGrpSpPr/>
            <p:nvPr/>
          </p:nvGrpSpPr>
          <p:grpSpPr>
            <a:xfrm>
              <a:off x="4992328" y="4568877"/>
              <a:ext cx="631910" cy="457789"/>
              <a:chOff x="855125" y="679497"/>
              <a:chExt cx="254310" cy="184228"/>
            </a:xfrm>
          </p:grpSpPr>
          <p:sp>
            <p:nvSpPr>
              <p:cNvPr id="581" name="Google Shape;581;p16"/>
              <p:cNvSpPr/>
              <p:nvPr/>
            </p:nvSpPr>
            <p:spPr>
              <a:xfrm>
                <a:off x="1052335" y="679497"/>
                <a:ext cx="57100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84" extrusionOk="0">
                    <a:moveTo>
                      <a:pt x="1" y="1"/>
                    </a:moveTo>
                    <a:lnTo>
                      <a:pt x="1" y="2283"/>
                    </a:lnTo>
                    <a:lnTo>
                      <a:pt x="2283" y="2283"/>
                    </a:lnTo>
                    <a:lnTo>
                      <a:pt x="228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16"/>
              <p:cNvSpPr/>
              <p:nvPr/>
            </p:nvSpPr>
            <p:spPr>
              <a:xfrm>
                <a:off x="855125" y="730100"/>
                <a:ext cx="103700" cy="104150"/>
              </a:xfrm>
              <a:custGeom>
                <a:avLst/>
                <a:gdLst/>
                <a:ahLst/>
                <a:cxnLst/>
                <a:rect l="l" t="t" r="r" b="b"/>
                <a:pathLst>
                  <a:path w="4148" h="4166" extrusionOk="0">
                    <a:moveTo>
                      <a:pt x="1" y="0"/>
                    </a:moveTo>
                    <a:lnTo>
                      <a:pt x="1" y="4166"/>
                    </a:lnTo>
                    <a:lnTo>
                      <a:pt x="4147" y="4166"/>
                    </a:lnTo>
                    <a:lnTo>
                      <a:pt x="414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16"/>
              <p:cNvSpPr/>
              <p:nvPr/>
            </p:nvSpPr>
            <p:spPr>
              <a:xfrm>
                <a:off x="917425" y="792375"/>
                <a:ext cx="71350" cy="713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1" y="1"/>
                    </a:moveTo>
                    <a:lnTo>
                      <a:pt x="1" y="2854"/>
                    </a:lnTo>
                    <a:lnTo>
                      <a:pt x="2854" y="2854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4" name="Google Shape;584;p16"/>
            <p:cNvGrpSpPr/>
            <p:nvPr/>
          </p:nvGrpSpPr>
          <p:grpSpPr>
            <a:xfrm>
              <a:off x="8184044" y="317575"/>
              <a:ext cx="498706" cy="477465"/>
              <a:chOff x="3105300" y="593625"/>
              <a:chExt cx="256800" cy="245850"/>
            </a:xfrm>
          </p:grpSpPr>
          <p:sp>
            <p:nvSpPr>
              <p:cNvPr id="585" name="Google Shape;585;p16"/>
              <p:cNvSpPr/>
              <p:nvPr/>
            </p:nvSpPr>
            <p:spPr>
              <a:xfrm>
                <a:off x="3130975" y="695850"/>
                <a:ext cx="109875" cy="10987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4395" extrusionOk="0">
                    <a:moveTo>
                      <a:pt x="1" y="1"/>
                    </a:moveTo>
                    <a:lnTo>
                      <a:pt x="1" y="4394"/>
                    </a:lnTo>
                    <a:lnTo>
                      <a:pt x="4394" y="4394"/>
                    </a:lnTo>
                    <a:lnTo>
                      <a:pt x="439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16"/>
              <p:cNvSpPr/>
              <p:nvPr/>
            </p:nvSpPr>
            <p:spPr>
              <a:xfrm>
                <a:off x="3202300" y="765275"/>
                <a:ext cx="74200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968" extrusionOk="0">
                    <a:moveTo>
                      <a:pt x="1" y="1"/>
                    </a:moveTo>
                    <a:lnTo>
                      <a:pt x="1" y="2968"/>
                    </a:lnTo>
                    <a:lnTo>
                      <a:pt x="2968" y="2968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16"/>
              <p:cNvSpPr/>
              <p:nvPr/>
            </p:nvSpPr>
            <p:spPr>
              <a:xfrm>
                <a:off x="3293125" y="652575"/>
                <a:ext cx="6897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759" extrusionOk="0">
                    <a:moveTo>
                      <a:pt x="1" y="1"/>
                    </a:moveTo>
                    <a:lnTo>
                      <a:pt x="1" y="2759"/>
                    </a:lnTo>
                    <a:lnTo>
                      <a:pt x="2759" y="2759"/>
                    </a:lnTo>
                    <a:lnTo>
                      <a:pt x="2759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16"/>
              <p:cNvSpPr/>
              <p:nvPr/>
            </p:nvSpPr>
            <p:spPr>
              <a:xfrm>
                <a:off x="3105300" y="593625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0"/>
                    </a:moveTo>
                    <a:lnTo>
                      <a:pt x="0" y="1427"/>
                    </a:lnTo>
                    <a:lnTo>
                      <a:pt x="1427" y="14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9" name="Google Shape;589;p16"/>
            <p:cNvGrpSpPr/>
            <p:nvPr/>
          </p:nvGrpSpPr>
          <p:grpSpPr>
            <a:xfrm>
              <a:off x="8426712" y="4401252"/>
              <a:ext cx="456233" cy="335252"/>
              <a:chOff x="8353512" y="4107552"/>
              <a:chExt cx="456233" cy="335252"/>
            </a:xfrm>
          </p:grpSpPr>
          <p:sp>
            <p:nvSpPr>
              <p:cNvPr id="590" name="Google Shape;590;p16"/>
              <p:cNvSpPr/>
              <p:nvPr/>
            </p:nvSpPr>
            <p:spPr>
              <a:xfrm>
                <a:off x="8353512" y="4162027"/>
                <a:ext cx="159778" cy="158864"/>
              </a:xfrm>
              <a:custGeom>
                <a:avLst/>
                <a:gdLst/>
                <a:ahLst/>
                <a:cxnLst/>
                <a:rect l="l" t="t" r="r" b="b"/>
                <a:pathLst>
                  <a:path w="3291" h="3272" extrusionOk="0">
                    <a:moveTo>
                      <a:pt x="0" y="0"/>
                    </a:moveTo>
                    <a:lnTo>
                      <a:pt x="0" y="3272"/>
                    </a:lnTo>
                    <a:lnTo>
                      <a:pt x="3291" y="3272"/>
                    </a:lnTo>
                    <a:lnTo>
                      <a:pt x="3291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16"/>
              <p:cNvSpPr/>
              <p:nvPr/>
            </p:nvSpPr>
            <p:spPr>
              <a:xfrm>
                <a:off x="8452315" y="4256216"/>
                <a:ext cx="185655" cy="186587"/>
              </a:xfrm>
              <a:custGeom>
                <a:avLst/>
                <a:gdLst/>
                <a:ahLst/>
                <a:cxnLst/>
                <a:rect l="l" t="t" r="r" b="b"/>
                <a:pathLst>
                  <a:path w="3824" h="3843" extrusionOk="0">
                    <a:moveTo>
                      <a:pt x="1" y="0"/>
                    </a:moveTo>
                    <a:lnTo>
                      <a:pt x="1" y="3843"/>
                    </a:lnTo>
                    <a:lnTo>
                      <a:pt x="3824" y="3843"/>
                    </a:lnTo>
                    <a:lnTo>
                      <a:pt x="3824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16"/>
              <p:cNvSpPr/>
              <p:nvPr/>
            </p:nvSpPr>
            <p:spPr>
              <a:xfrm>
                <a:off x="8616710" y="4107552"/>
                <a:ext cx="193035" cy="193045"/>
              </a:xfrm>
              <a:custGeom>
                <a:avLst/>
                <a:gdLst/>
                <a:ahLst/>
                <a:cxnLst/>
                <a:rect l="l" t="t" r="r" b="b"/>
                <a:pathLst>
                  <a:path w="3976" h="3976" extrusionOk="0">
                    <a:moveTo>
                      <a:pt x="0" y="0"/>
                    </a:moveTo>
                    <a:lnTo>
                      <a:pt x="0" y="3975"/>
                    </a:lnTo>
                    <a:lnTo>
                      <a:pt x="3976" y="3975"/>
                    </a:lnTo>
                    <a:lnTo>
                      <a:pt x="3976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3" name="Google Shape;593;p16"/>
            <p:cNvGrpSpPr/>
            <p:nvPr/>
          </p:nvGrpSpPr>
          <p:grpSpPr>
            <a:xfrm>
              <a:off x="4713835" y="193704"/>
              <a:ext cx="518269" cy="328105"/>
              <a:chOff x="783960" y="4261704"/>
              <a:chExt cx="518269" cy="328105"/>
            </a:xfrm>
          </p:grpSpPr>
          <p:sp>
            <p:nvSpPr>
              <p:cNvPr id="594" name="Google Shape;594;p16"/>
              <p:cNvSpPr/>
              <p:nvPr/>
            </p:nvSpPr>
            <p:spPr>
              <a:xfrm>
                <a:off x="1072397" y="4333585"/>
                <a:ext cx="69145" cy="6914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3" extrusionOk="0">
                    <a:moveTo>
                      <a:pt x="1234" y="1"/>
                    </a:moveTo>
                    <a:cubicBezTo>
                      <a:pt x="534" y="1"/>
                      <a:pt x="0" y="535"/>
                      <a:pt x="0" y="1268"/>
                    </a:cubicBezTo>
                    <a:cubicBezTo>
                      <a:pt x="0" y="1969"/>
                      <a:pt x="534" y="2503"/>
                      <a:pt x="1234" y="2503"/>
                    </a:cubicBezTo>
                    <a:cubicBezTo>
                      <a:pt x="1968" y="2503"/>
                      <a:pt x="2502" y="1969"/>
                      <a:pt x="2502" y="1268"/>
                    </a:cubicBezTo>
                    <a:cubicBezTo>
                      <a:pt x="2502" y="601"/>
                      <a:pt x="1902" y="1"/>
                      <a:pt x="12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95" name="Google Shape;595;p16"/>
              <p:cNvGrpSpPr/>
              <p:nvPr/>
            </p:nvGrpSpPr>
            <p:grpSpPr>
              <a:xfrm>
                <a:off x="783960" y="4261704"/>
                <a:ext cx="518269" cy="328105"/>
                <a:chOff x="783960" y="4261704"/>
                <a:chExt cx="518269" cy="328105"/>
              </a:xfrm>
            </p:grpSpPr>
            <p:sp>
              <p:nvSpPr>
                <p:cNvPr id="596" name="Google Shape;596;p16"/>
                <p:cNvSpPr/>
                <p:nvPr/>
              </p:nvSpPr>
              <p:spPr>
                <a:xfrm>
                  <a:off x="1216509" y="4325297"/>
                  <a:ext cx="85720" cy="8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3" h="3103" extrusionOk="0">
                      <a:moveTo>
                        <a:pt x="1534" y="601"/>
                      </a:moveTo>
                      <a:cubicBezTo>
                        <a:pt x="2035" y="601"/>
                        <a:pt x="2502" y="1001"/>
                        <a:pt x="2502" y="1568"/>
                      </a:cubicBezTo>
                      <a:cubicBezTo>
                        <a:pt x="2502" y="2102"/>
                        <a:pt x="2102" y="2502"/>
                        <a:pt x="1534" y="2502"/>
                      </a:cubicBezTo>
                      <a:cubicBezTo>
                        <a:pt x="1001" y="2502"/>
                        <a:pt x="600" y="2102"/>
                        <a:pt x="600" y="1568"/>
                      </a:cubicBezTo>
                      <a:cubicBezTo>
                        <a:pt x="600" y="1001"/>
                        <a:pt x="1001" y="601"/>
                        <a:pt x="1534" y="601"/>
                      </a:cubicBezTo>
                      <a:close/>
                      <a:moveTo>
                        <a:pt x="1534" y="1"/>
                      </a:moveTo>
                      <a:cubicBezTo>
                        <a:pt x="701" y="1"/>
                        <a:pt x="0" y="734"/>
                        <a:pt x="0" y="1568"/>
                      </a:cubicBezTo>
                      <a:cubicBezTo>
                        <a:pt x="0" y="2402"/>
                        <a:pt x="701" y="3103"/>
                        <a:pt x="1534" y="3103"/>
                      </a:cubicBezTo>
                      <a:cubicBezTo>
                        <a:pt x="2368" y="3103"/>
                        <a:pt x="3036" y="2436"/>
                        <a:pt x="3102" y="1568"/>
                      </a:cubicBezTo>
                      <a:cubicBezTo>
                        <a:pt x="3102" y="734"/>
                        <a:pt x="2368" y="1"/>
                        <a:pt x="1534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16"/>
                <p:cNvSpPr/>
                <p:nvPr/>
              </p:nvSpPr>
              <p:spPr>
                <a:xfrm>
                  <a:off x="1057995" y="4504061"/>
                  <a:ext cx="84809" cy="85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0" h="3104" extrusionOk="0">
                      <a:moveTo>
                        <a:pt x="1535" y="601"/>
                      </a:moveTo>
                      <a:cubicBezTo>
                        <a:pt x="2069" y="601"/>
                        <a:pt x="2536" y="1035"/>
                        <a:pt x="2502" y="1535"/>
                      </a:cubicBezTo>
                      <a:cubicBezTo>
                        <a:pt x="2502" y="2069"/>
                        <a:pt x="2069" y="2503"/>
                        <a:pt x="1535" y="2503"/>
                      </a:cubicBezTo>
                      <a:cubicBezTo>
                        <a:pt x="1001" y="2503"/>
                        <a:pt x="568" y="2069"/>
                        <a:pt x="568" y="1535"/>
                      </a:cubicBezTo>
                      <a:cubicBezTo>
                        <a:pt x="568" y="1002"/>
                        <a:pt x="1001" y="601"/>
                        <a:pt x="1535" y="601"/>
                      </a:cubicBezTo>
                      <a:close/>
                      <a:moveTo>
                        <a:pt x="1535" y="1"/>
                      </a:moveTo>
                      <a:cubicBezTo>
                        <a:pt x="701" y="1"/>
                        <a:pt x="1" y="701"/>
                        <a:pt x="1" y="1535"/>
                      </a:cubicBezTo>
                      <a:cubicBezTo>
                        <a:pt x="1" y="2369"/>
                        <a:pt x="701" y="3103"/>
                        <a:pt x="1535" y="3103"/>
                      </a:cubicBezTo>
                      <a:cubicBezTo>
                        <a:pt x="2402" y="3103"/>
                        <a:pt x="3069" y="2369"/>
                        <a:pt x="3069" y="1535"/>
                      </a:cubicBezTo>
                      <a:cubicBezTo>
                        <a:pt x="3069" y="701"/>
                        <a:pt x="2369" y="1"/>
                        <a:pt x="1535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16"/>
                <p:cNvSpPr/>
                <p:nvPr/>
              </p:nvSpPr>
              <p:spPr>
                <a:xfrm>
                  <a:off x="883495" y="4261704"/>
                  <a:ext cx="15691" cy="213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7740" extrusionOk="0">
                      <a:moveTo>
                        <a:pt x="300" y="1"/>
                      </a:moveTo>
                      <a:cubicBezTo>
                        <a:pt x="133" y="1"/>
                        <a:pt x="0" y="134"/>
                        <a:pt x="0" y="301"/>
                      </a:cubicBezTo>
                      <a:lnTo>
                        <a:pt x="0" y="7440"/>
                      </a:lnTo>
                      <a:cubicBezTo>
                        <a:pt x="0" y="7606"/>
                        <a:pt x="133" y="7740"/>
                        <a:pt x="300" y="7740"/>
                      </a:cubicBezTo>
                      <a:cubicBezTo>
                        <a:pt x="400" y="7740"/>
                        <a:pt x="534" y="7606"/>
                        <a:pt x="567" y="7440"/>
                      </a:cubicBezTo>
                      <a:lnTo>
                        <a:pt x="567" y="301"/>
                      </a:lnTo>
                      <a:cubicBezTo>
                        <a:pt x="567" y="134"/>
                        <a:pt x="467" y="1"/>
                        <a:pt x="300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16"/>
                <p:cNvSpPr/>
                <p:nvPr/>
              </p:nvSpPr>
              <p:spPr>
                <a:xfrm>
                  <a:off x="783960" y="4360326"/>
                  <a:ext cx="213818" cy="15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0" h="568" extrusionOk="0">
                      <a:moveTo>
                        <a:pt x="301" y="0"/>
                      </a:moveTo>
                      <a:cubicBezTo>
                        <a:pt x="134" y="0"/>
                        <a:pt x="0" y="134"/>
                        <a:pt x="0" y="300"/>
                      </a:cubicBezTo>
                      <a:cubicBezTo>
                        <a:pt x="0" y="467"/>
                        <a:pt x="134" y="567"/>
                        <a:pt x="301" y="567"/>
                      </a:cubicBezTo>
                      <a:lnTo>
                        <a:pt x="7439" y="567"/>
                      </a:lnTo>
                      <a:cubicBezTo>
                        <a:pt x="7606" y="567"/>
                        <a:pt x="7739" y="467"/>
                        <a:pt x="7739" y="300"/>
                      </a:cubicBezTo>
                      <a:cubicBezTo>
                        <a:pt x="7739" y="100"/>
                        <a:pt x="7606" y="0"/>
                        <a:pt x="7439" y="0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00" name="Google Shape;600;p16"/>
            <p:cNvGrpSpPr/>
            <p:nvPr/>
          </p:nvGrpSpPr>
          <p:grpSpPr>
            <a:xfrm>
              <a:off x="8682758" y="1527568"/>
              <a:ext cx="232368" cy="974453"/>
              <a:chOff x="2546733" y="2525280"/>
              <a:chExt cx="232368" cy="974453"/>
            </a:xfrm>
          </p:grpSpPr>
          <p:sp>
            <p:nvSpPr>
              <p:cNvPr id="601" name="Google Shape;601;p16"/>
              <p:cNvSpPr/>
              <p:nvPr/>
            </p:nvSpPr>
            <p:spPr>
              <a:xfrm>
                <a:off x="2688157" y="252528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16"/>
              <p:cNvSpPr/>
              <p:nvPr/>
            </p:nvSpPr>
            <p:spPr>
              <a:xfrm>
                <a:off x="2688157" y="270789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16"/>
              <p:cNvSpPr/>
              <p:nvPr/>
            </p:nvSpPr>
            <p:spPr>
              <a:xfrm>
                <a:off x="2688157" y="289050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16"/>
              <p:cNvSpPr/>
              <p:nvPr/>
            </p:nvSpPr>
            <p:spPr>
              <a:xfrm>
                <a:off x="2546733" y="252528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867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03" y="3936"/>
                      <a:pt x="3903" y="3069"/>
                      <a:pt x="3937" y="1968"/>
                    </a:cubicBezTo>
                    <a:cubicBezTo>
                      <a:pt x="3937" y="867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16"/>
              <p:cNvSpPr/>
              <p:nvPr/>
            </p:nvSpPr>
            <p:spPr>
              <a:xfrm>
                <a:off x="2546733" y="270789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03" y="3936"/>
                      <a:pt x="3937" y="3069"/>
                      <a:pt x="3937" y="1968"/>
                    </a:cubicBezTo>
                    <a:cubicBezTo>
                      <a:pt x="3937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16"/>
              <p:cNvSpPr/>
              <p:nvPr/>
            </p:nvSpPr>
            <p:spPr>
              <a:xfrm>
                <a:off x="2546733" y="288970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868"/>
                      <a:pt x="0" y="1969"/>
                    </a:cubicBezTo>
                    <a:cubicBezTo>
                      <a:pt x="0" y="3036"/>
                      <a:pt x="901" y="3937"/>
                      <a:pt x="1968" y="3937"/>
                    </a:cubicBezTo>
                    <a:cubicBezTo>
                      <a:pt x="3003" y="3937"/>
                      <a:pt x="3937" y="3036"/>
                      <a:pt x="3937" y="1969"/>
                    </a:cubicBezTo>
                    <a:cubicBezTo>
                      <a:pt x="3937" y="868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16"/>
              <p:cNvSpPr/>
              <p:nvPr/>
            </p:nvSpPr>
            <p:spPr>
              <a:xfrm>
                <a:off x="2688157" y="3043571"/>
                <a:ext cx="90944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04" extrusionOk="0">
                    <a:moveTo>
                      <a:pt x="1935" y="0"/>
                    </a:moveTo>
                    <a:cubicBezTo>
                      <a:pt x="868" y="0"/>
                      <a:pt x="0" y="868"/>
                      <a:pt x="0" y="1935"/>
                    </a:cubicBezTo>
                    <a:cubicBezTo>
                      <a:pt x="0" y="3036"/>
                      <a:pt x="868" y="3903"/>
                      <a:pt x="1935" y="3903"/>
                    </a:cubicBezTo>
                    <a:cubicBezTo>
                      <a:pt x="3036" y="3903"/>
                      <a:pt x="3903" y="3036"/>
                      <a:pt x="3903" y="1935"/>
                    </a:cubicBezTo>
                    <a:cubicBezTo>
                      <a:pt x="3903" y="868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16"/>
              <p:cNvSpPr/>
              <p:nvPr/>
            </p:nvSpPr>
            <p:spPr>
              <a:xfrm>
                <a:off x="2688157" y="3225388"/>
                <a:ext cx="90944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8" extrusionOk="0">
                    <a:moveTo>
                      <a:pt x="1935" y="1"/>
                    </a:moveTo>
                    <a:cubicBezTo>
                      <a:pt x="868" y="1"/>
                      <a:pt x="0" y="902"/>
                      <a:pt x="0" y="1969"/>
                    </a:cubicBezTo>
                    <a:cubicBezTo>
                      <a:pt x="0" y="3070"/>
                      <a:pt x="868" y="3937"/>
                      <a:pt x="1935" y="3937"/>
                    </a:cubicBezTo>
                    <a:cubicBezTo>
                      <a:pt x="3036" y="3937"/>
                      <a:pt x="3903" y="3070"/>
                      <a:pt x="3903" y="1969"/>
                    </a:cubicBezTo>
                    <a:cubicBezTo>
                      <a:pt x="3903" y="902"/>
                      <a:pt x="3036" y="1"/>
                      <a:pt x="19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16"/>
              <p:cNvSpPr/>
              <p:nvPr/>
            </p:nvSpPr>
            <p:spPr>
              <a:xfrm>
                <a:off x="2688157" y="3407998"/>
                <a:ext cx="90944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8" extrusionOk="0">
                    <a:moveTo>
                      <a:pt x="1935" y="1"/>
                    </a:moveTo>
                    <a:cubicBezTo>
                      <a:pt x="868" y="1"/>
                      <a:pt x="0" y="902"/>
                      <a:pt x="0" y="1969"/>
                    </a:cubicBezTo>
                    <a:cubicBezTo>
                      <a:pt x="0" y="3070"/>
                      <a:pt x="868" y="3937"/>
                      <a:pt x="1935" y="3937"/>
                    </a:cubicBezTo>
                    <a:cubicBezTo>
                      <a:pt x="3036" y="3937"/>
                      <a:pt x="3903" y="3070"/>
                      <a:pt x="3903" y="1969"/>
                    </a:cubicBezTo>
                    <a:cubicBezTo>
                      <a:pt x="3903" y="902"/>
                      <a:pt x="3036" y="1"/>
                      <a:pt x="19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16"/>
              <p:cNvSpPr/>
              <p:nvPr/>
            </p:nvSpPr>
            <p:spPr>
              <a:xfrm>
                <a:off x="2546733" y="3043571"/>
                <a:ext cx="91712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04" extrusionOk="0">
                    <a:moveTo>
                      <a:pt x="1968" y="0"/>
                    </a:moveTo>
                    <a:cubicBezTo>
                      <a:pt x="901" y="0"/>
                      <a:pt x="0" y="868"/>
                      <a:pt x="0" y="1935"/>
                    </a:cubicBezTo>
                    <a:cubicBezTo>
                      <a:pt x="0" y="3036"/>
                      <a:pt x="901" y="3903"/>
                      <a:pt x="1968" y="3903"/>
                    </a:cubicBezTo>
                    <a:cubicBezTo>
                      <a:pt x="3003" y="3903"/>
                      <a:pt x="3903" y="3036"/>
                      <a:pt x="3937" y="1935"/>
                    </a:cubicBezTo>
                    <a:cubicBezTo>
                      <a:pt x="3937" y="868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16"/>
              <p:cNvSpPr/>
              <p:nvPr/>
            </p:nvSpPr>
            <p:spPr>
              <a:xfrm>
                <a:off x="2546733" y="322462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868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03" y="3937"/>
                      <a:pt x="3903" y="3103"/>
                      <a:pt x="3937" y="1969"/>
                    </a:cubicBezTo>
                    <a:cubicBezTo>
                      <a:pt x="3937" y="868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16"/>
              <p:cNvSpPr/>
              <p:nvPr/>
            </p:nvSpPr>
            <p:spPr>
              <a:xfrm>
                <a:off x="2546733" y="3407229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901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03" y="3937"/>
                      <a:pt x="3903" y="3069"/>
                      <a:pt x="3937" y="1969"/>
                    </a:cubicBezTo>
                    <a:cubicBezTo>
                      <a:pt x="3937" y="901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7"/>
          <p:cNvSpPr txBox="1">
            <a:spLocks noGrp="1"/>
          </p:cNvSpPr>
          <p:nvPr>
            <p:ph type="title"/>
          </p:nvPr>
        </p:nvSpPr>
        <p:spPr>
          <a:xfrm>
            <a:off x="5434200" y="1666013"/>
            <a:ext cx="2996700" cy="5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p17"/>
          <p:cNvSpPr txBox="1">
            <a:spLocks noGrp="1"/>
          </p:cNvSpPr>
          <p:nvPr>
            <p:ph type="subTitle" idx="1"/>
          </p:nvPr>
        </p:nvSpPr>
        <p:spPr>
          <a:xfrm>
            <a:off x="5434200" y="2173388"/>
            <a:ext cx="2996700" cy="130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6" name="Google Shape;616;p17"/>
          <p:cNvGrpSpPr/>
          <p:nvPr/>
        </p:nvGrpSpPr>
        <p:grpSpPr>
          <a:xfrm>
            <a:off x="4800605" y="-2897864"/>
            <a:ext cx="8043475" cy="8043475"/>
            <a:chOff x="1241175" y="-1300650"/>
            <a:chExt cx="8043475" cy="8043475"/>
          </a:xfrm>
        </p:grpSpPr>
        <p:sp>
          <p:nvSpPr>
            <p:cNvPr id="617" name="Google Shape;617;p17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7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7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7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" name="Google Shape;624;p17"/>
          <p:cNvGrpSpPr/>
          <p:nvPr/>
        </p:nvGrpSpPr>
        <p:grpSpPr>
          <a:xfrm>
            <a:off x="551187" y="193699"/>
            <a:ext cx="609540" cy="583574"/>
            <a:chOff x="3105300" y="593625"/>
            <a:chExt cx="256800" cy="245850"/>
          </a:xfrm>
        </p:grpSpPr>
        <p:sp>
          <p:nvSpPr>
            <p:cNvPr id="625" name="Google Shape;625;p17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7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7"/>
          <p:cNvGrpSpPr/>
          <p:nvPr/>
        </p:nvGrpSpPr>
        <p:grpSpPr>
          <a:xfrm>
            <a:off x="8297559" y="4340559"/>
            <a:ext cx="648306" cy="649281"/>
            <a:chOff x="5022684" y="4300597"/>
            <a:chExt cx="648306" cy="649281"/>
          </a:xfrm>
        </p:grpSpPr>
        <p:sp>
          <p:nvSpPr>
            <p:cNvPr id="630" name="Google Shape;630;p17"/>
            <p:cNvSpPr/>
            <p:nvPr/>
          </p:nvSpPr>
          <p:spPr>
            <a:xfrm>
              <a:off x="5022684" y="4300597"/>
              <a:ext cx="235516" cy="235528"/>
            </a:xfrm>
            <a:custGeom>
              <a:avLst/>
              <a:gdLst/>
              <a:ahLst/>
              <a:cxnLst/>
              <a:rect l="l" t="t" r="r" b="b"/>
              <a:pathLst>
                <a:path w="4851" h="4851" extrusionOk="0">
                  <a:moveTo>
                    <a:pt x="0" y="1"/>
                  </a:moveTo>
                  <a:lnTo>
                    <a:pt x="0" y="4851"/>
                  </a:lnTo>
                  <a:lnTo>
                    <a:pt x="4850" y="4851"/>
                  </a:lnTo>
                  <a:lnTo>
                    <a:pt x="4850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7"/>
            <p:cNvSpPr/>
            <p:nvPr/>
          </p:nvSpPr>
          <p:spPr>
            <a:xfrm>
              <a:off x="5157512" y="4434502"/>
              <a:ext cx="166235" cy="166292"/>
            </a:xfrm>
            <a:custGeom>
              <a:avLst/>
              <a:gdLst/>
              <a:ahLst/>
              <a:cxnLst/>
              <a:rect l="l" t="t" r="r" b="b"/>
              <a:pathLst>
                <a:path w="3424" h="3425" extrusionOk="0">
                  <a:moveTo>
                    <a:pt x="0" y="1"/>
                  </a:moveTo>
                  <a:lnTo>
                    <a:pt x="0" y="3424"/>
                  </a:lnTo>
                  <a:lnTo>
                    <a:pt x="3424" y="3424"/>
                  </a:lnTo>
                  <a:lnTo>
                    <a:pt x="342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7"/>
            <p:cNvSpPr/>
            <p:nvPr/>
          </p:nvSpPr>
          <p:spPr>
            <a:xfrm>
              <a:off x="5569375" y="4434502"/>
              <a:ext cx="101615" cy="101620"/>
            </a:xfrm>
            <a:custGeom>
              <a:avLst/>
              <a:gdLst/>
              <a:ahLst/>
              <a:cxnLst/>
              <a:rect l="l" t="t" r="r" b="b"/>
              <a:pathLst>
                <a:path w="2093" h="2093" extrusionOk="0">
                  <a:moveTo>
                    <a:pt x="0" y="1"/>
                  </a:moveTo>
                  <a:lnTo>
                    <a:pt x="0" y="2093"/>
                  </a:lnTo>
                  <a:lnTo>
                    <a:pt x="2093" y="2093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7"/>
            <p:cNvSpPr/>
            <p:nvPr/>
          </p:nvSpPr>
          <p:spPr>
            <a:xfrm>
              <a:off x="5294185" y="4811309"/>
              <a:ext cx="138562" cy="138569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0" y="0"/>
                  </a:moveTo>
                  <a:lnTo>
                    <a:pt x="0" y="2853"/>
                  </a:lnTo>
                  <a:lnTo>
                    <a:pt x="2853" y="2853"/>
                  </a:lnTo>
                  <a:lnTo>
                    <a:pt x="2853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4" name="Google Shape;634;p17"/>
          <p:cNvGrpSpPr/>
          <p:nvPr/>
        </p:nvGrpSpPr>
        <p:grpSpPr>
          <a:xfrm>
            <a:off x="2949085" y="475916"/>
            <a:ext cx="365869" cy="328105"/>
            <a:chOff x="7194285" y="1228366"/>
            <a:chExt cx="365869" cy="328105"/>
          </a:xfrm>
        </p:grpSpPr>
        <p:sp>
          <p:nvSpPr>
            <p:cNvPr id="635" name="Google Shape;635;p17"/>
            <p:cNvSpPr/>
            <p:nvPr/>
          </p:nvSpPr>
          <p:spPr>
            <a:xfrm>
              <a:off x="7474434" y="1291960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7"/>
            <p:cNvSpPr/>
            <p:nvPr/>
          </p:nvSpPr>
          <p:spPr>
            <a:xfrm>
              <a:off x="7315920" y="1470723"/>
              <a:ext cx="84809" cy="85748"/>
            </a:xfrm>
            <a:custGeom>
              <a:avLst/>
              <a:gdLst/>
              <a:ahLst/>
              <a:cxnLst/>
              <a:rect l="l" t="t" r="r" b="b"/>
              <a:pathLst>
                <a:path w="3070" h="3104" extrusionOk="0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7"/>
            <p:cNvSpPr/>
            <p:nvPr/>
          </p:nvSpPr>
          <p:spPr>
            <a:xfrm>
              <a:off x="7293820" y="1228366"/>
              <a:ext cx="15691" cy="213817"/>
            </a:xfrm>
            <a:custGeom>
              <a:avLst/>
              <a:gdLst/>
              <a:ahLst/>
              <a:cxnLst/>
              <a:rect l="l" t="t" r="r" b="b"/>
              <a:pathLst>
                <a:path w="568" h="7740" extrusionOk="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7"/>
            <p:cNvSpPr/>
            <p:nvPr/>
          </p:nvSpPr>
          <p:spPr>
            <a:xfrm>
              <a:off x="7194285" y="1326989"/>
              <a:ext cx="213818" cy="15691"/>
            </a:xfrm>
            <a:custGeom>
              <a:avLst/>
              <a:gdLst/>
              <a:ahLst/>
              <a:cxnLst/>
              <a:rect l="l" t="t" r="r" b="b"/>
              <a:pathLst>
                <a:path w="7740" h="568" extrusionOk="0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7"/>
          <p:cNvGrpSpPr/>
          <p:nvPr/>
        </p:nvGrpSpPr>
        <p:grpSpPr>
          <a:xfrm>
            <a:off x="8566483" y="404987"/>
            <a:ext cx="355724" cy="1888212"/>
            <a:chOff x="124471" y="1153724"/>
            <a:chExt cx="355724" cy="1888212"/>
          </a:xfrm>
        </p:grpSpPr>
        <p:sp>
          <p:nvSpPr>
            <p:cNvPr id="640" name="Google Shape;640;p17"/>
            <p:cNvSpPr/>
            <p:nvPr/>
          </p:nvSpPr>
          <p:spPr>
            <a:xfrm>
              <a:off x="224005" y="1153724"/>
              <a:ext cx="15691" cy="212906"/>
            </a:xfrm>
            <a:custGeom>
              <a:avLst/>
              <a:gdLst/>
              <a:ahLst/>
              <a:cxnLst/>
              <a:rect l="l" t="t" r="r" b="b"/>
              <a:pathLst>
                <a:path w="568" h="7707" extrusionOk="0">
                  <a:moveTo>
                    <a:pt x="267" y="1"/>
                  </a:moveTo>
                  <a:cubicBezTo>
                    <a:pt x="100" y="1"/>
                    <a:pt x="0" y="101"/>
                    <a:pt x="0" y="268"/>
                  </a:cubicBezTo>
                  <a:lnTo>
                    <a:pt x="0" y="7406"/>
                  </a:lnTo>
                  <a:cubicBezTo>
                    <a:pt x="0" y="7573"/>
                    <a:pt x="100" y="7706"/>
                    <a:pt x="267" y="7706"/>
                  </a:cubicBezTo>
                  <a:cubicBezTo>
                    <a:pt x="400" y="7706"/>
                    <a:pt x="534" y="7573"/>
                    <a:pt x="567" y="7406"/>
                  </a:cubicBezTo>
                  <a:lnTo>
                    <a:pt x="567" y="268"/>
                  </a:lnTo>
                  <a:cubicBezTo>
                    <a:pt x="567" y="101"/>
                    <a:pt x="434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124471" y="1251407"/>
              <a:ext cx="212906" cy="15691"/>
            </a:xfrm>
            <a:custGeom>
              <a:avLst/>
              <a:gdLst/>
              <a:ahLst/>
              <a:cxnLst/>
              <a:rect l="l" t="t" r="r" b="b"/>
              <a:pathLst>
                <a:path w="7707" h="568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468"/>
                    <a:pt x="134" y="568"/>
                    <a:pt x="301" y="568"/>
                  </a:cubicBezTo>
                  <a:lnTo>
                    <a:pt x="7439" y="568"/>
                  </a:lnTo>
                  <a:cubicBezTo>
                    <a:pt x="7606" y="568"/>
                    <a:pt x="7706" y="468"/>
                    <a:pt x="7706" y="301"/>
                  </a:cubicBezTo>
                  <a:cubicBezTo>
                    <a:pt x="7706" y="101"/>
                    <a:pt x="7606" y="1"/>
                    <a:pt x="7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7"/>
            <p:cNvSpPr/>
            <p:nvPr/>
          </p:nvSpPr>
          <p:spPr>
            <a:xfrm>
              <a:off x="323843" y="1395556"/>
              <a:ext cx="155446" cy="160916"/>
            </a:xfrm>
            <a:custGeom>
              <a:avLst/>
              <a:gdLst/>
              <a:ahLst/>
              <a:cxnLst/>
              <a:rect l="l" t="t" r="r" b="b"/>
              <a:pathLst>
                <a:path w="5627" h="5825" extrusionOk="0">
                  <a:moveTo>
                    <a:pt x="673" y="0"/>
                  </a:moveTo>
                  <a:cubicBezTo>
                    <a:pt x="305" y="0"/>
                    <a:pt x="1" y="343"/>
                    <a:pt x="55" y="754"/>
                  </a:cubicBezTo>
                  <a:lnTo>
                    <a:pt x="623" y="5290"/>
                  </a:lnTo>
                  <a:cubicBezTo>
                    <a:pt x="669" y="5613"/>
                    <a:pt x="955" y="5825"/>
                    <a:pt x="1248" y="5825"/>
                  </a:cubicBezTo>
                  <a:cubicBezTo>
                    <a:pt x="1378" y="5825"/>
                    <a:pt x="1510" y="5783"/>
                    <a:pt x="1623" y="5690"/>
                  </a:cubicBezTo>
                  <a:lnTo>
                    <a:pt x="5259" y="2922"/>
                  </a:lnTo>
                  <a:cubicBezTo>
                    <a:pt x="5626" y="2622"/>
                    <a:pt x="5526" y="2021"/>
                    <a:pt x="5126" y="1821"/>
                  </a:cubicBezTo>
                  <a:lnTo>
                    <a:pt x="923" y="53"/>
                  </a:lnTo>
                  <a:cubicBezTo>
                    <a:pt x="839" y="17"/>
                    <a:pt x="754" y="0"/>
                    <a:pt x="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7"/>
            <p:cNvSpPr/>
            <p:nvPr/>
          </p:nvSpPr>
          <p:spPr>
            <a:xfrm>
              <a:off x="250712" y="2821681"/>
              <a:ext cx="69145" cy="69118"/>
            </a:xfrm>
            <a:custGeom>
              <a:avLst/>
              <a:gdLst/>
              <a:ahLst/>
              <a:cxnLst/>
              <a:rect l="l" t="t" r="r" b="b"/>
              <a:pathLst>
                <a:path w="2503" h="2502" extrusionOk="0">
                  <a:moveTo>
                    <a:pt x="1268" y="0"/>
                  </a:moveTo>
                  <a:cubicBezTo>
                    <a:pt x="534" y="0"/>
                    <a:pt x="1" y="534"/>
                    <a:pt x="1" y="1234"/>
                  </a:cubicBezTo>
                  <a:cubicBezTo>
                    <a:pt x="1" y="1968"/>
                    <a:pt x="534" y="2502"/>
                    <a:pt x="1268" y="2502"/>
                  </a:cubicBezTo>
                  <a:cubicBezTo>
                    <a:pt x="1969" y="2502"/>
                    <a:pt x="2502" y="1968"/>
                    <a:pt x="2502" y="1234"/>
                  </a:cubicBezTo>
                  <a:cubicBezTo>
                    <a:pt x="2502" y="534"/>
                    <a:pt x="1935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394474" y="2956216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68" y="0"/>
                  </a:moveTo>
                  <a:cubicBezTo>
                    <a:pt x="734" y="0"/>
                    <a:pt x="0" y="701"/>
                    <a:pt x="0" y="1535"/>
                  </a:cubicBezTo>
                  <a:cubicBezTo>
                    <a:pt x="0" y="2369"/>
                    <a:pt x="734" y="3102"/>
                    <a:pt x="1568" y="3102"/>
                  </a:cubicBezTo>
                  <a:cubicBezTo>
                    <a:pt x="2402" y="3102"/>
                    <a:pt x="3102" y="2369"/>
                    <a:pt x="3102" y="1535"/>
                  </a:cubicBezTo>
                  <a:cubicBezTo>
                    <a:pt x="3102" y="667"/>
                    <a:pt x="2402" y="0"/>
                    <a:pt x="1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5" name="Google Shape;645;p17"/>
          <p:cNvGrpSpPr/>
          <p:nvPr/>
        </p:nvGrpSpPr>
        <p:grpSpPr>
          <a:xfrm>
            <a:off x="194827" y="3591559"/>
            <a:ext cx="232368" cy="973684"/>
            <a:chOff x="6656577" y="3252597"/>
            <a:chExt cx="232368" cy="973684"/>
          </a:xfrm>
        </p:grpSpPr>
        <p:sp>
          <p:nvSpPr>
            <p:cNvPr id="646" name="Google Shape;646;p17"/>
            <p:cNvSpPr/>
            <p:nvPr/>
          </p:nvSpPr>
          <p:spPr>
            <a:xfrm>
              <a:off x="6797232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69" y="3937"/>
                    <a:pt x="3936" y="3069"/>
                    <a:pt x="3936" y="1969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7"/>
            <p:cNvSpPr/>
            <p:nvPr/>
          </p:nvSpPr>
          <p:spPr>
            <a:xfrm>
              <a:off x="6797232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7"/>
            <p:cNvSpPr/>
            <p:nvPr/>
          </p:nvSpPr>
          <p:spPr>
            <a:xfrm>
              <a:off x="6797232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7"/>
            <p:cNvSpPr/>
            <p:nvPr/>
          </p:nvSpPr>
          <p:spPr>
            <a:xfrm>
              <a:off x="6656577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36" y="3937"/>
                    <a:pt x="3937" y="3069"/>
                    <a:pt x="3937" y="1969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7"/>
            <p:cNvSpPr/>
            <p:nvPr/>
          </p:nvSpPr>
          <p:spPr>
            <a:xfrm>
              <a:off x="6656577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7"/>
            <p:cNvSpPr/>
            <p:nvPr/>
          </p:nvSpPr>
          <p:spPr>
            <a:xfrm>
              <a:off x="6656577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7"/>
            <p:cNvSpPr/>
            <p:nvPr/>
          </p:nvSpPr>
          <p:spPr>
            <a:xfrm>
              <a:off x="6797232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69" y="3936"/>
                    <a:pt x="3936" y="3069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7"/>
            <p:cNvSpPr/>
            <p:nvPr/>
          </p:nvSpPr>
          <p:spPr>
            <a:xfrm>
              <a:off x="6797232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69" y="3937"/>
                    <a:pt x="3936" y="3070"/>
                    <a:pt x="3936" y="1969"/>
                  </a:cubicBezTo>
                  <a:cubicBezTo>
                    <a:pt x="3936" y="902"/>
                    <a:pt x="3069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7"/>
            <p:cNvSpPr/>
            <p:nvPr/>
          </p:nvSpPr>
          <p:spPr>
            <a:xfrm>
              <a:off x="6798001" y="4135338"/>
              <a:ext cx="90944" cy="90944"/>
            </a:xfrm>
            <a:custGeom>
              <a:avLst/>
              <a:gdLst/>
              <a:ahLst/>
              <a:cxnLst/>
              <a:rect l="l" t="t" r="r" b="b"/>
              <a:pathLst>
                <a:path w="3904" h="3904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35" y="3903"/>
                  </a:cubicBezTo>
                  <a:cubicBezTo>
                    <a:pt x="3036" y="3903"/>
                    <a:pt x="3903" y="3036"/>
                    <a:pt x="3903" y="1935"/>
                  </a:cubicBezTo>
                  <a:cubicBezTo>
                    <a:pt x="3903" y="868"/>
                    <a:pt x="3036" y="0"/>
                    <a:pt x="1935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7"/>
            <p:cNvSpPr/>
            <p:nvPr/>
          </p:nvSpPr>
          <p:spPr>
            <a:xfrm>
              <a:off x="6656577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36" y="3936"/>
                    <a:pt x="3937" y="3069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7"/>
            <p:cNvSpPr/>
            <p:nvPr/>
          </p:nvSpPr>
          <p:spPr>
            <a:xfrm>
              <a:off x="6656577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36" y="3937"/>
                    <a:pt x="3937" y="3070"/>
                    <a:pt x="3937" y="1969"/>
                  </a:cubicBezTo>
                  <a:cubicBezTo>
                    <a:pt x="3937" y="902"/>
                    <a:pt x="3036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7"/>
            <p:cNvSpPr/>
            <p:nvPr/>
          </p:nvSpPr>
          <p:spPr>
            <a:xfrm>
              <a:off x="6656577" y="4135338"/>
              <a:ext cx="91712" cy="90944"/>
            </a:xfrm>
            <a:custGeom>
              <a:avLst/>
              <a:gdLst/>
              <a:ahLst/>
              <a:cxnLst/>
              <a:rect l="l" t="t" r="r" b="b"/>
              <a:pathLst>
                <a:path w="3937" h="3904" extrusionOk="0">
                  <a:moveTo>
                    <a:pt x="1968" y="0"/>
                  </a:moveTo>
                  <a:cubicBezTo>
                    <a:pt x="901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68" y="3903"/>
                  </a:cubicBezTo>
                  <a:cubicBezTo>
                    <a:pt x="3069" y="3903"/>
                    <a:pt x="3937" y="3036"/>
                    <a:pt x="3937" y="1935"/>
                  </a:cubicBezTo>
                  <a:cubicBezTo>
                    <a:pt x="3937" y="868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8" name="Google Shape;658;p17"/>
          <p:cNvGrpSpPr/>
          <p:nvPr/>
        </p:nvGrpSpPr>
        <p:grpSpPr>
          <a:xfrm>
            <a:off x="1309778" y="4436302"/>
            <a:ext cx="631910" cy="457789"/>
            <a:chOff x="855125" y="679497"/>
            <a:chExt cx="254310" cy="184228"/>
          </a:xfrm>
        </p:grpSpPr>
        <p:sp>
          <p:nvSpPr>
            <p:cNvPr id="659" name="Google Shape;659;p17"/>
            <p:cNvSpPr/>
            <p:nvPr/>
          </p:nvSpPr>
          <p:spPr>
            <a:xfrm>
              <a:off x="1052335" y="679497"/>
              <a:ext cx="57100" cy="57100"/>
            </a:xfrm>
            <a:custGeom>
              <a:avLst/>
              <a:gdLst/>
              <a:ahLst/>
              <a:cxnLst/>
              <a:rect l="l" t="t" r="r" b="b"/>
              <a:pathLst>
                <a:path w="2284" h="2284" extrusionOk="0">
                  <a:moveTo>
                    <a:pt x="1" y="1"/>
                  </a:moveTo>
                  <a:lnTo>
                    <a:pt x="1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7"/>
            <p:cNvSpPr/>
            <p:nvPr/>
          </p:nvSpPr>
          <p:spPr>
            <a:xfrm>
              <a:off x="855125" y="730100"/>
              <a:ext cx="103700" cy="104150"/>
            </a:xfrm>
            <a:custGeom>
              <a:avLst/>
              <a:gdLst/>
              <a:ahLst/>
              <a:cxnLst/>
              <a:rect l="l" t="t" r="r" b="b"/>
              <a:pathLst>
                <a:path w="4148" h="4166" extrusionOk="0">
                  <a:moveTo>
                    <a:pt x="1" y="0"/>
                  </a:moveTo>
                  <a:lnTo>
                    <a:pt x="1" y="4166"/>
                  </a:lnTo>
                  <a:lnTo>
                    <a:pt x="4147" y="4166"/>
                  </a:lnTo>
                  <a:lnTo>
                    <a:pt x="414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7"/>
            <p:cNvSpPr/>
            <p:nvPr/>
          </p:nvSpPr>
          <p:spPr>
            <a:xfrm>
              <a:off x="917425" y="792375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1" y="1"/>
                  </a:moveTo>
                  <a:lnTo>
                    <a:pt x="1" y="2854"/>
                  </a:lnTo>
                  <a:lnTo>
                    <a:pt x="2854" y="2854"/>
                  </a:lnTo>
                  <a:lnTo>
                    <a:pt x="285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"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8"/>
          <p:cNvSpPr txBox="1">
            <a:spLocks noGrp="1"/>
          </p:cNvSpPr>
          <p:nvPr>
            <p:ph type="title"/>
          </p:nvPr>
        </p:nvSpPr>
        <p:spPr>
          <a:xfrm>
            <a:off x="4572000" y="1818400"/>
            <a:ext cx="3267900" cy="5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18"/>
          <p:cNvSpPr txBox="1">
            <a:spLocks noGrp="1"/>
          </p:cNvSpPr>
          <p:nvPr>
            <p:ph type="subTitle" idx="1"/>
          </p:nvPr>
        </p:nvSpPr>
        <p:spPr>
          <a:xfrm>
            <a:off x="4572000" y="2325775"/>
            <a:ext cx="32679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5" name="Google Shape;665;p18"/>
          <p:cNvGrpSpPr/>
          <p:nvPr/>
        </p:nvGrpSpPr>
        <p:grpSpPr>
          <a:xfrm>
            <a:off x="4846105" y="-5016964"/>
            <a:ext cx="8043475" cy="8043475"/>
            <a:chOff x="1241175" y="-1300650"/>
            <a:chExt cx="8043475" cy="8043475"/>
          </a:xfrm>
        </p:grpSpPr>
        <p:sp>
          <p:nvSpPr>
            <p:cNvPr id="666" name="Google Shape;666;p18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8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8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8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8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8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8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18"/>
          <p:cNvGrpSpPr/>
          <p:nvPr/>
        </p:nvGrpSpPr>
        <p:grpSpPr>
          <a:xfrm>
            <a:off x="218646" y="193704"/>
            <a:ext cx="8696480" cy="4783211"/>
            <a:chOff x="218646" y="193704"/>
            <a:chExt cx="8696480" cy="4783211"/>
          </a:xfrm>
        </p:grpSpPr>
        <p:grpSp>
          <p:nvGrpSpPr>
            <p:cNvPr id="674" name="Google Shape;674;p18"/>
            <p:cNvGrpSpPr/>
            <p:nvPr/>
          </p:nvGrpSpPr>
          <p:grpSpPr>
            <a:xfrm>
              <a:off x="4713835" y="193704"/>
              <a:ext cx="518269" cy="328105"/>
              <a:chOff x="783960" y="4261704"/>
              <a:chExt cx="518269" cy="328105"/>
            </a:xfrm>
          </p:grpSpPr>
          <p:sp>
            <p:nvSpPr>
              <p:cNvPr id="675" name="Google Shape;675;p18"/>
              <p:cNvSpPr/>
              <p:nvPr/>
            </p:nvSpPr>
            <p:spPr>
              <a:xfrm>
                <a:off x="1072397" y="4333585"/>
                <a:ext cx="69145" cy="6914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3" extrusionOk="0">
                    <a:moveTo>
                      <a:pt x="1234" y="1"/>
                    </a:moveTo>
                    <a:cubicBezTo>
                      <a:pt x="534" y="1"/>
                      <a:pt x="0" y="535"/>
                      <a:pt x="0" y="1268"/>
                    </a:cubicBezTo>
                    <a:cubicBezTo>
                      <a:pt x="0" y="1969"/>
                      <a:pt x="534" y="2503"/>
                      <a:pt x="1234" y="2503"/>
                    </a:cubicBezTo>
                    <a:cubicBezTo>
                      <a:pt x="1968" y="2503"/>
                      <a:pt x="2502" y="1969"/>
                      <a:pt x="2502" y="1268"/>
                    </a:cubicBezTo>
                    <a:cubicBezTo>
                      <a:pt x="2502" y="601"/>
                      <a:pt x="1902" y="1"/>
                      <a:pt x="12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6" name="Google Shape;676;p18"/>
              <p:cNvGrpSpPr/>
              <p:nvPr/>
            </p:nvGrpSpPr>
            <p:grpSpPr>
              <a:xfrm>
                <a:off x="783960" y="4261704"/>
                <a:ext cx="518269" cy="328105"/>
                <a:chOff x="783960" y="4261704"/>
                <a:chExt cx="518269" cy="328105"/>
              </a:xfrm>
            </p:grpSpPr>
            <p:sp>
              <p:nvSpPr>
                <p:cNvPr id="677" name="Google Shape;677;p18"/>
                <p:cNvSpPr/>
                <p:nvPr/>
              </p:nvSpPr>
              <p:spPr>
                <a:xfrm>
                  <a:off x="1216509" y="4325297"/>
                  <a:ext cx="85720" cy="8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3" h="3103" extrusionOk="0">
                      <a:moveTo>
                        <a:pt x="1534" y="601"/>
                      </a:moveTo>
                      <a:cubicBezTo>
                        <a:pt x="2035" y="601"/>
                        <a:pt x="2502" y="1001"/>
                        <a:pt x="2502" y="1568"/>
                      </a:cubicBezTo>
                      <a:cubicBezTo>
                        <a:pt x="2502" y="2102"/>
                        <a:pt x="2102" y="2502"/>
                        <a:pt x="1534" y="2502"/>
                      </a:cubicBezTo>
                      <a:cubicBezTo>
                        <a:pt x="1001" y="2502"/>
                        <a:pt x="600" y="2102"/>
                        <a:pt x="600" y="1568"/>
                      </a:cubicBezTo>
                      <a:cubicBezTo>
                        <a:pt x="600" y="1001"/>
                        <a:pt x="1001" y="601"/>
                        <a:pt x="1534" y="601"/>
                      </a:cubicBezTo>
                      <a:close/>
                      <a:moveTo>
                        <a:pt x="1534" y="1"/>
                      </a:moveTo>
                      <a:cubicBezTo>
                        <a:pt x="701" y="1"/>
                        <a:pt x="0" y="734"/>
                        <a:pt x="0" y="1568"/>
                      </a:cubicBezTo>
                      <a:cubicBezTo>
                        <a:pt x="0" y="2402"/>
                        <a:pt x="701" y="3103"/>
                        <a:pt x="1534" y="3103"/>
                      </a:cubicBezTo>
                      <a:cubicBezTo>
                        <a:pt x="2368" y="3103"/>
                        <a:pt x="3036" y="2436"/>
                        <a:pt x="3102" y="1568"/>
                      </a:cubicBezTo>
                      <a:cubicBezTo>
                        <a:pt x="3102" y="734"/>
                        <a:pt x="2368" y="1"/>
                        <a:pt x="1534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18"/>
                <p:cNvSpPr/>
                <p:nvPr/>
              </p:nvSpPr>
              <p:spPr>
                <a:xfrm>
                  <a:off x="1057995" y="4504061"/>
                  <a:ext cx="84809" cy="85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0" h="3104" extrusionOk="0">
                      <a:moveTo>
                        <a:pt x="1535" y="601"/>
                      </a:moveTo>
                      <a:cubicBezTo>
                        <a:pt x="2069" y="601"/>
                        <a:pt x="2536" y="1035"/>
                        <a:pt x="2502" y="1535"/>
                      </a:cubicBezTo>
                      <a:cubicBezTo>
                        <a:pt x="2502" y="2069"/>
                        <a:pt x="2069" y="2503"/>
                        <a:pt x="1535" y="2503"/>
                      </a:cubicBezTo>
                      <a:cubicBezTo>
                        <a:pt x="1001" y="2503"/>
                        <a:pt x="568" y="2069"/>
                        <a:pt x="568" y="1535"/>
                      </a:cubicBezTo>
                      <a:cubicBezTo>
                        <a:pt x="568" y="1002"/>
                        <a:pt x="1001" y="601"/>
                        <a:pt x="1535" y="601"/>
                      </a:cubicBezTo>
                      <a:close/>
                      <a:moveTo>
                        <a:pt x="1535" y="1"/>
                      </a:moveTo>
                      <a:cubicBezTo>
                        <a:pt x="701" y="1"/>
                        <a:pt x="1" y="701"/>
                        <a:pt x="1" y="1535"/>
                      </a:cubicBezTo>
                      <a:cubicBezTo>
                        <a:pt x="1" y="2369"/>
                        <a:pt x="701" y="3103"/>
                        <a:pt x="1535" y="3103"/>
                      </a:cubicBezTo>
                      <a:cubicBezTo>
                        <a:pt x="2402" y="3103"/>
                        <a:pt x="3069" y="2369"/>
                        <a:pt x="3069" y="1535"/>
                      </a:cubicBezTo>
                      <a:cubicBezTo>
                        <a:pt x="3069" y="701"/>
                        <a:pt x="2369" y="1"/>
                        <a:pt x="1535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18"/>
                <p:cNvSpPr/>
                <p:nvPr/>
              </p:nvSpPr>
              <p:spPr>
                <a:xfrm>
                  <a:off x="883495" y="4261704"/>
                  <a:ext cx="15691" cy="213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7740" extrusionOk="0">
                      <a:moveTo>
                        <a:pt x="300" y="1"/>
                      </a:moveTo>
                      <a:cubicBezTo>
                        <a:pt x="133" y="1"/>
                        <a:pt x="0" y="134"/>
                        <a:pt x="0" y="301"/>
                      </a:cubicBezTo>
                      <a:lnTo>
                        <a:pt x="0" y="7440"/>
                      </a:lnTo>
                      <a:cubicBezTo>
                        <a:pt x="0" y="7606"/>
                        <a:pt x="133" y="7740"/>
                        <a:pt x="300" y="7740"/>
                      </a:cubicBezTo>
                      <a:cubicBezTo>
                        <a:pt x="400" y="7740"/>
                        <a:pt x="534" y="7606"/>
                        <a:pt x="567" y="7440"/>
                      </a:cubicBezTo>
                      <a:lnTo>
                        <a:pt x="567" y="301"/>
                      </a:lnTo>
                      <a:cubicBezTo>
                        <a:pt x="567" y="134"/>
                        <a:pt x="467" y="1"/>
                        <a:pt x="300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18"/>
                <p:cNvSpPr/>
                <p:nvPr/>
              </p:nvSpPr>
              <p:spPr>
                <a:xfrm>
                  <a:off x="783960" y="4360326"/>
                  <a:ext cx="213818" cy="15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0" h="568" extrusionOk="0">
                      <a:moveTo>
                        <a:pt x="301" y="0"/>
                      </a:moveTo>
                      <a:cubicBezTo>
                        <a:pt x="134" y="0"/>
                        <a:pt x="0" y="134"/>
                        <a:pt x="0" y="300"/>
                      </a:cubicBezTo>
                      <a:cubicBezTo>
                        <a:pt x="0" y="467"/>
                        <a:pt x="134" y="567"/>
                        <a:pt x="301" y="567"/>
                      </a:cubicBezTo>
                      <a:lnTo>
                        <a:pt x="7439" y="567"/>
                      </a:lnTo>
                      <a:cubicBezTo>
                        <a:pt x="7606" y="567"/>
                        <a:pt x="7739" y="467"/>
                        <a:pt x="7739" y="300"/>
                      </a:cubicBezTo>
                      <a:cubicBezTo>
                        <a:pt x="7739" y="100"/>
                        <a:pt x="7606" y="0"/>
                        <a:pt x="7439" y="0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81" name="Google Shape;681;p18"/>
            <p:cNvGrpSpPr/>
            <p:nvPr/>
          </p:nvGrpSpPr>
          <p:grpSpPr>
            <a:xfrm>
              <a:off x="8682758" y="1527568"/>
              <a:ext cx="232368" cy="974453"/>
              <a:chOff x="2546733" y="2525280"/>
              <a:chExt cx="232368" cy="974453"/>
            </a:xfrm>
          </p:grpSpPr>
          <p:sp>
            <p:nvSpPr>
              <p:cNvPr id="682" name="Google Shape;682;p18"/>
              <p:cNvSpPr/>
              <p:nvPr/>
            </p:nvSpPr>
            <p:spPr>
              <a:xfrm>
                <a:off x="2688157" y="252528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8"/>
              <p:cNvSpPr/>
              <p:nvPr/>
            </p:nvSpPr>
            <p:spPr>
              <a:xfrm>
                <a:off x="2688157" y="270789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8"/>
              <p:cNvSpPr/>
              <p:nvPr/>
            </p:nvSpPr>
            <p:spPr>
              <a:xfrm>
                <a:off x="2688157" y="289050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8"/>
              <p:cNvSpPr/>
              <p:nvPr/>
            </p:nvSpPr>
            <p:spPr>
              <a:xfrm>
                <a:off x="2546733" y="252528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867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03" y="3936"/>
                      <a:pt x="3903" y="3069"/>
                      <a:pt x="3937" y="1968"/>
                    </a:cubicBezTo>
                    <a:cubicBezTo>
                      <a:pt x="3937" y="867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8"/>
              <p:cNvSpPr/>
              <p:nvPr/>
            </p:nvSpPr>
            <p:spPr>
              <a:xfrm>
                <a:off x="2546733" y="270789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03" y="3936"/>
                      <a:pt x="3937" y="3069"/>
                      <a:pt x="3937" y="1968"/>
                    </a:cubicBezTo>
                    <a:cubicBezTo>
                      <a:pt x="3937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18"/>
              <p:cNvSpPr/>
              <p:nvPr/>
            </p:nvSpPr>
            <p:spPr>
              <a:xfrm>
                <a:off x="2546733" y="288970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868"/>
                      <a:pt x="0" y="1969"/>
                    </a:cubicBezTo>
                    <a:cubicBezTo>
                      <a:pt x="0" y="3036"/>
                      <a:pt x="901" y="3937"/>
                      <a:pt x="1968" y="3937"/>
                    </a:cubicBezTo>
                    <a:cubicBezTo>
                      <a:pt x="3003" y="3937"/>
                      <a:pt x="3937" y="3036"/>
                      <a:pt x="3937" y="1969"/>
                    </a:cubicBezTo>
                    <a:cubicBezTo>
                      <a:pt x="3937" y="868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18"/>
              <p:cNvSpPr/>
              <p:nvPr/>
            </p:nvSpPr>
            <p:spPr>
              <a:xfrm>
                <a:off x="2688157" y="3043571"/>
                <a:ext cx="90944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04" extrusionOk="0">
                    <a:moveTo>
                      <a:pt x="1935" y="0"/>
                    </a:moveTo>
                    <a:cubicBezTo>
                      <a:pt x="868" y="0"/>
                      <a:pt x="0" y="868"/>
                      <a:pt x="0" y="1935"/>
                    </a:cubicBezTo>
                    <a:cubicBezTo>
                      <a:pt x="0" y="3036"/>
                      <a:pt x="868" y="3903"/>
                      <a:pt x="1935" y="3903"/>
                    </a:cubicBezTo>
                    <a:cubicBezTo>
                      <a:pt x="3036" y="3903"/>
                      <a:pt x="3903" y="3036"/>
                      <a:pt x="3903" y="1935"/>
                    </a:cubicBezTo>
                    <a:cubicBezTo>
                      <a:pt x="3903" y="868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8"/>
              <p:cNvSpPr/>
              <p:nvPr/>
            </p:nvSpPr>
            <p:spPr>
              <a:xfrm>
                <a:off x="2688157" y="3225388"/>
                <a:ext cx="90944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8" extrusionOk="0">
                    <a:moveTo>
                      <a:pt x="1935" y="1"/>
                    </a:moveTo>
                    <a:cubicBezTo>
                      <a:pt x="868" y="1"/>
                      <a:pt x="0" y="902"/>
                      <a:pt x="0" y="1969"/>
                    </a:cubicBezTo>
                    <a:cubicBezTo>
                      <a:pt x="0" y="3070"/>
                      <a:pt x="868" y="3937"/>
                      <a:pt x="1935" y="3937"/>
                    </a:cubicBezTo>
                    <a:cubicBezTo>
                      <a:pt x="3036" y="3937"/>
                      <a:pt x="3903" y="3070"/>
                      <a:pt x="3903" y="1969"/>
                    </a:cubicBezTo>
                    <a:cubicBezTo>
                      <a:pt x="3903" y="902"/>
                      <a:pt x="3036" y="1"/>
                      <a:pt x="19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8"/>
              <p:cNvSpPr/>
              <p:nvPr/>
            </p:nvSpPr>
            <p:spPr>
              <a:xfrm>
                <a:off x="2688157" y="3407998"/>
                <a:ext cx="90944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8" extrusionOk="0">
                    <a:moveTo>
                      <a:pt x="1935" y="1"/>
                    </a:moveTo>
                    <a:cubicBezTo>
                      <a:pt x="868" y="1"/>
                      <a:pt x="0" y="902"/>
                      <a:pt x="0" y="1969"/>
                    </a:cubicBezTo>
                    <a:cubicBezTo>
                      <a:pt x="0" y="3070"/>
                      <a:pt x="868" y="3937"/>
                      <a:pt x="1935" y="3937"/>
                    </a:cubicBezTo>
                    <a:cubicBezTo>
                      <a:pt x="3036" y="3937"/>
                      <a:pt x="3903" y="3070"/>
                      <a:pt x="3903" y="1969"/>
                    </a:cubicBezTo>
                    <a:cubicBezTo>
                      <a:pt x="3903" y="902"/>
                      <a:pt x="3036" y="1"/>
                      <a:pt x="19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18"/>
              <p:cNvSpPr/>
              <p:nvPr/>
            </p:nvSpPr>
            <p:spPr>
              <a:xfrm>
                <a:off x="2546733" y="3043571"/>
                <a:ext cx="91712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04" extrusionOk="0">
                    <a:moveTo>
                      <a:pt x="1968" y="0"/>
                    </a:moveTo>
                    <a:cubicBezTo>
                      <a:pt x="901" y="0"/>
                      <a:pt x="0" y="868"/>
                      <a:pt x="0" y="1935"/>
                    </a:cubicBezTo>
                    <a:cubicBezTo>
                      <a:pt x="0" y="3036"/>
                      <a:pt x="901" y="3903"/>
                      <a:pt x="1968" y="3903"/>
                    </a:cubicBezTo>
                    <a:cubicBezTo>
                      <a:pt x="3003" y="3903"/>
                      <a:pt x="3903" y="3036"/>
                      <a:pt x="3937" y="1935"/>
                    </a:cubicBezTo>
                    <a:cubicBezTo>
                      <a:pt x="3937" y="868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18"/>
              <p:cNvSpPr/>
              <p:nvPr/>
            </p:nvSpPr>
            <p:spPr>
              <a:xfrm>
                <a:off x="2546733" y="322462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868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03" y="3937"/>
                      <a:pt x="3903" y="3103"/>
                      <a:pt x="3937" y="1969"/>
                    </a:cubicBezTo>
                    <a:cubicBezTo>
                      <a:pt x="3937" y="868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18"/>
              <p:cNvSpPr/>
              <p:nvPr/>
            </p:nvSpPr>
            <p:spPr>
              <a:xfrm>
                <a:off x="2546733" y="3407229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901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03" y="3937"/>
                      <a:pt x="3903" y="3069"/>
                      <a:pt x="3937" y="1969"/>
                    </a:cubicBezTo>
                    <a:cubicBezTo>
                      <a:pt x="3937" y="901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4" name="Google Shape;694;p18"/>
            <p:cNvGrpSpPr/>
            <p:nvPr/>
          </p:nvGrpSpPr>
          <p:grpSpPr>
            <a:xfrm>
              <a:off x="7782584" y="4327634"/>
              <a:ext cx="648306" cy="649281"/>
              <a:chOff x="5022684" y="4300597"/>
              <a:chExt cx="648306" cy="649281"/>
            </a:xfrm>
          </p:grpSpPr>
          <p:sp>
            <p:nvSpPr>
              <p:cNvPr id="695" name="Google Shape;695;p18"/>
              <p:cNvSpPr/>
              <p:nvPr/>
            </p:nvSpPr>
            <p:spPr>
              <a:xfrm>
                <a:off x="5022684" y="4300597"/>
                <a:ext cx="235516" cy="235528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4851" extrusionOk="0">
                    <a:moveTo>
                      <a:pt x="0" y="1"/>
                    </a:moveTo>
                    <a:lnTo>
                      <a:pt x="0" y="4851"/>
                    </a:lnTo>
                    <a:lnTo>
                      <a:pt x="4850" y="4851"/>
                    </a:lnTo>
                    <a:lnTo>
                      <a:pt x="4850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18"/>
              <p:cNvSpPr/>
              <p:nvPr/>
            </p:nvSpPr>
            <p:spPr>
              <a:xfrm>
                <a:off x="5157512" y="4434502"/>
                <a:ext cx="166235" cy="166292"/>
              </a:xfrm>
              <a:custGeom>
                <a:avLst/>
                <a:gdLst/>
                <a:ahLst/>
                <a:cxnLst/>
                <a:rect l="l" t="t" r="r" b="b"/>
                <a:pathLst>
                  <a:path w="3424" h="3425" extrusionOk="0">
                    <a:moveTo>
                      <a:pt x="0" y="1"/>
                    </a:moveTo>
                    <a:lnTo>
                      <a:pt x="0" y="3424"/>
                    </a:lnTo>
                    <a:lnTo>
                      <a:pt x="3424" y="3424"/>
                    </a:lnTo>
                    <a:lnTo>
                      <a:pt x="342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18"/>
              <p:cNvSpPr/>
              <p:nvPr/>
            </p:nvSpPr>
            <p:spPr>
              <a:xfrm>
                <a:off x="5569375" y="4434502"/>
                <a:ext cx="101615" cy="10162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093" extrusionOk="0">
                    <a:moveTo>
                      <a:pt x="0" y="1"/>
                    </a:moveTo>
                    <a:lnTo>
                      <a:pt x="0" y="2093"/>
                    </a:lnTo>
                    <a:lnTo>
                      <a:pt x="2093" y="2093"/>
                    </a:lnTo>
                    <a:lnTo>
                      <a:pt x="209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8"/>
              <p:cNvSpPr/>
              <p:nvPr/>
            </p:nvSpPr>
            <p:spPr>
              <a:xfrm>
                <a:off x="5294185" y="4811309"/>
                <a:ext cx="138562" cy="138569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0" y="0"/>
                    </a:moveTo>
                    <a:lnTo>
                      <a:pt x="0" y="2853"/>
                    </a:lnTo>
                    <a:lnTo>
                      <a:pt x="2853" y="2853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9" name="Google Shape;699;p18"/>
            <p:cNvGrpSpPr/>
            <p:nvPr/>
          </p:nvGrpSpPr>
          <p:grpSpPr>
            <a:xfrm>
              <a:off x="713110" y="4532091"/>
              <a:ext cx="365869" cy="328105"/>
              <a:chOff x="7194285" y="1228366"/>
              <a:chExt cx="365869" cy="328105"/>
            </a:xfrm>
          </p:grpSpPr>
          <p:sp>
            <p:nvSpPr>
              <p:cNvPr id="700" name="Google Shape;700;p18"/>
              <p:cNvSpPr/>
              <p:nvPr/>
            </p:nvSpPr>
            <p:spPr>
              <a:xfrm>
                <a:off x="7474434" y="1291960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34" y="601"/>
                    </a:moveTo>
                    <a:cubicBezTo>
                      <a:pt x="2035" y="601"/>
                      <a:pt x="2502" y="1001"/>
                      <a:pt x="2502" y="1568"/>
                    </a:cubicBezTo>
                    <a:cubicBezTo>
                      <a:pt x="2502" y="2102"/>
                      <a:pt x="2102" y="2502"/>
                      <a:pt x="1534" y="2502"/>
                    </a:cubicBezTo>
                    <a:cubicBezTo>
                      <a:pt x="1001" y="2502"/>
                      <a:pt x="600" y="2102"/>
                      <a:pt x="600" y="1568"/>
                    </a:cubicBezTo>
                    <a:cubicBezTo>
                      <a:pt x="600" y="1001"/>
                      <a:pt x="1001" y="601"/>
                      <a:pt x="1534" y="601"/>
                    </a:cubicBezTo>
                    <a:close/>
                    <a:moveTo>
                      <a:pt x="1534" y="1"/>
                    </a:moveTo>
                    <a:cubicBezTo>
                      <a:pt x="701" y="1"/>
                      <a:pt x="0" y="734"/>
                      <a:pt x="0" y="1568"/>
                    </a:cubicBezTo>
                    <a:cubicBezTo>
                      <a:pt x="0" y="2402"/>
                      <a:pt x="701" y="3103"/>
                      <a:pt x="1534" y="3103"/>
                    </a:cubicBezTo>
                    <a:cubicBezTo>
                      <a:pt x="2368" y="3103"/>
                      <a:pt x="3036" y="2436"/>
                      <a:pt x="3102" y="1568"/>
                    </a:cubicBezTo>
                    <a:cubicBezTo>
                      <a:pt x="3102" y="734"/>
                      <a:pt x="2368" y="1"/>
                      <a:pt x="15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18"/>
              <p:cNvSpPr/>
              <p:nvPr/>
            </p:nvSpPr>
            <p:spPr>
              <a:xfrm>
                <a:off x="7315920" y="1470723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601"/>
                    </a:moveTo>
                    <a:cubicBezTo>
                      <a:pt x="2069" y="601"/>
                      <a:pt x="2536" y="1035"/>
                      <a:pt x="2502" y="1535"/>
                    </a:cubicBezTo>
                    <a:cubicBezTo>
                      <a:pt x="2502" y="2069"/>
                      <a:pt x="2069" y="2503"/>
                      <a:pt x="1535" y="2503"/>
                    </a:cubicBezTo>
                    <a:cubicBezTo>
                      <a:pt x="1001" y="2503"/>
                      <a:pt x="568" y="2069"/>
                      <a:pt x="568" y="1535"/>
                    </a:cubicBezTo>
                    <a:cubicBezTo>
                      <a:pt x="568" y="1002"/>
                      <a:pt x="1001" y="601"/>
                      <a:pt x="1535" y="601"/>
                    </a:cubicBezTo>
                    <a:close/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402" y="3103"/>
                      <a:pt x="3069" y="2369"/>
                      <a:pt x="3069" y="1535"/>
                    </a:cubicBezTo>
                    <a:cubicBezTo>
                      <a:pt x="3069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18"/>
              <p:cNvSpPr/>
              <p:nvPr/>
            </p:nvSpPr>
            <p:spPr>
              <a:xfrm>
                <a:off x="7293820" y="1228366"/>
                <a:ext cx="15691" cy="2138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40" extrusionOk="0">
                    <a:moveTo>
                      <a:pt x="300" y="1"/>
                    </a:moveTo>
                    <a:cubicBezTo>
                      <a:pt x="133" y="1"/>
                      <a:pt x="0" y="134"/>
                      <a:pt x="0" y="301"/>
                    </a:cubicBezTo>
                    <a:lnTo>
                      <a:pt x="0" y="7440"/>
                    </a:lnTo>
                    <a:cubicBezTo>
                      <a:pt x="0" y="7606"/>
                      <a:pt x="133" y="7740"/>
                      <a:pt x="300" y="7740"/>
                    </a:cubicBezTo>
                    <a:cubicBezTo>
                      <a:pt x="400" y="7740"/>
                      <a:pt x="534" y="7606"/>
                      <a:pt x="567" y="7440"/>
                    </a:cubicBezTo>
                    <a:lnTo>
                      <a:pt x="567" y="301"/>
                    </a:lnTo>
                    <a:cubicBezTo>
                      <a:pt x="567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18"/>
              <p:cNvSpPr/>
              <p:nvPr/>
            </p:nvSpPr>
            <p:spPr>
              <a:xfrm>
                <a:off x="7194285" y="1326989"/>
                <a:ext cx="213818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68" extrusionOk="0">
                    <a:moveTo>
                      <a:pt x="301" y="0"/>
                    </a:moveTo>
                    <a:cubicBezTo>
                      <a:pt x="134" y="0"/>
                      <a:pt x="0" y="134"/>
                      <a:pt x="0" y="300"/>
                    </a:cubicBezTo>
                    <a:cubicBezTo>
                      <a:pt x="0" y="467"/>
                      <a:pt x="134" y="567"/>
                      <a:pt x="301" y="567"/>
                    </a:cubicBezTo>
                    <a:lnTo>
                      <a:pt x="7439" y="567"/>
                    </a:lnTo>
                    <a:cubicBezTo>
                      <a:pt x="7606" y="567"/>
                      <a:pt x="7739" y="467"/>
                      <a:pt x="7739" y="300"/>
                    </a:cubicBezTo>
                    <a:cubicBezTo>
                      <a:pt x="7739" y="100"/>
                      <a:pt x="7606" y="0"/>
                      <a:pt x="7439" y="0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4" name="Google Shape;704;p18"/>
            <p:cNvSpPr/>
            <p:nvPr/>
          </p:nvSpPr>
          <p:spPr>
            <a:xfrm>
              <a:off x="8656805" y="3631260"/>
              <a:ext cx="175087" cy="191303"/>
            </a:xfrm>
            <a:custGeom>
              <a:avLst/>
              <a:gdLst/>
              <a:ahLst/>
              <a:cxnLst/>
              <a:rect l="l" t="t" r="r" b="b"/>
              <a:pathLst>
                <a:path w="6338" h="6925" extrusionOk="0">
                  <a:moveTo>
                    <a:pt x="749" y="0"/>
                  </a:moveTo>
                  <a:cubicBezTo>
                    <a:pt x="358" y="0"/>
                    <a:pt x="0" y="307"/>
                    <a:pt x="0" y="708"/>
                  </a:cubicBezTo>
                  <a:lnTo>
                    <a:pt x="0" y="6179"/>
                  </a:lnTo>
                  <a:cubicBezTo>
                    <a:pt x="0" y="6626"/>
                    <a:pt x="351" y="6925"/>
                    <a:pt x="737" y="6925"/>
                  </a:cubicBezTo>
                  <a:cubicBezTo>
                    <a:pt x="870" y="6925"/>
                    <a:pt x="1006" y="6890"/>
                    <a:pt x="1134" y="6813"/>
                  </a:cubicBezTo>
                  <a:lnTo>
                    <a:pt x="5838" y="4111"/>
                  </a:lnTo>
                  <a:cubicBezTo>
                    <a:pt x="6338" y="3811"/>
                    <a:pt x="6338" y="3077"/>
                    <a:pt x="5838" y="2810"/>
                  </a:cubicBezTo>
                  <a:lnTo>
                    <a:pt x="1134" y="108"/>
                  </a:lnTo>
                  <a:cubicBezTo>
                    <a:pt x="1010" y="34"/>
                    <a:pt x="878" y="0"/>
                    <a:pt x="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5" name="Google Shape;705;p18"/>
            <p:cNvGrpSpPr/>
            <p:nvPr/>
          </p:nvGrpSpPr>
          <p:grpSpPr>
            <a:xfrm>
              <a:off x="218646" y="488887"/>
              <a:ext cx="355724" cy="1888212"/>
              <a:chOff x="124471" y="1153724"/>
              <a:chExt cx="355724" cy="1888212"/>
            </a:xfrm>
          </p:grpSpPr>
          <p:sp>
            <p:nvSpPr>
              <p:cNvPr id="706" name="Google Shape;706;p18"/>
              <p:cNvSpPr/>
              <p:nvPr/>
            </p:nvSpPr>
            <p:spPr>
              <a:xfrm>
                <a:off x="224005" y="1153724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>
                <a:off x="124471" y="1251407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>
                <a:off x="323843" y="1395556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>
                <a:off x="250712" y="2821681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>
                <a:off x="394474" y="2956216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1" name="Google Shape;711;p18"/>
            <p:cNvGrpSpPr/>
            <p:nvPr/>
          </p:nvGrpSpPr>
          <p:grpSpPr>
            <a:xfrm>
              <a:off x="3655937" y="4360499"/>
              <a:ext cx="609540" cy="583574"/>
              <a:chOff x="3105300" y="593625"/>
              <a:chExt cx="256800" cy="245850"/>
            </a:xfrm>
          </p:grpSpPr>
          <p:sp>
            <p:nvSpPr>
              <p:cNvPr id="712" name="Google Shape;712;p18"/>
              <p:cNvSpPr/>
              <p:nvPr/>
            </p:nvSpPr>
            <p:spPr>
              <a:xfrm>
                <a:off x="3130975" y="695850"/>
                <a:ext cx="109875" cy="10987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4395" extrusionOk="0">
                    <a:moveTo>
                      <a:pt x="1" y="1"/>
                    </a:moveTo>
                    <a:lnTo>
                      <a:pt x="1" y="4394"/>
                    </a:lnTo>
                    <a:lnTo>
                      <a:pt x="4394" y="4394"/>
                    </a:lnTo>
                    <a:lnTo>
                      <a:pt x="439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8"/>
              <p:cNvSpPr/>
              <p:nvPr/>
            </p:nvSpPr>
            <p:spPr>
              <a:xfrm>
                <a:off x="3202300" y="765275"/>
                <a:ext cx="74200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968" extrusionOk="0">
                    <a:moveTo>
                      <a:pt x="1" y="1"/>
                    </a:moveTo>
                    <a:lnTo>
                      <a:pt x="1" y="2968"/>
                    </a:lnTo>
                    <a:lnTo>
                      <a:pt x="2968" y="2968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18"/>
              <p:cNvSpPr/>
              <p:nvPr/>
            </p:nvSpPr>
            <p:spPr>
              <a:xfrm>
                <a:off x="3293125" y="652575"/>
                <a:ext cx="6897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759" extrusionOk="0">
                    <a:moveTo>
                      <a:pt x="1" y="1"/>
                    </a:moveTo>
                    <a:lnTo>
                      <a:pt x="1" y="2759"/>
                    </a:lnTo>
                    <a:lnTo>
                      <a:pt x="2759" y="2759"/>
                    </a:lnTo>
                    <a:lnTo>
                      <a:pt x="2759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18"/>
              <p:cNvSpPr/>
              <p:nvPr/>
            </p:nvSpPr>
            <p:spPr>
              <a:xfrm>
                <a:off x="3105300" y="593625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0"/>
                    </a:moveTo>
                    <a:lnTo>
                      <a:pt x="0" y="1427"/>
                    </a:lnTo>
                    <a:lnTo>
                      <a:pt x="1427" y="14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9"/>
          <p:cNvSpPr txBox="1">
            <a:spLocks noGrp="1"/>
          </p:cNvSpPr>
          <p:nvPr>
            <p:ph type="title"/>
          </p:nvPr>
        </p:nvSpPr>
        <p:spPr>
          <a:xfrm>
            <a:off x="1309777" y="1818400"/>
            <a:ext cx="3267900" cy="5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19"/>
          <p:cNvSpPr txBox="1">
            <a:spLocks noGrp="1"/>
          </p:cNvSpPr>
          <p:nvPr>
            <p:ph type="subTitle" idx="1"/>
          </p:nvPr>
        </p:nvSpPr>
        <p:spPr>
          <a:xfrm>
            <a:off x="1309777" y="2325775"/>
            <a:ext cx="32679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19" name="Google Shape;719;p19"/>
          <p:cNvGrpSpPr/>
          <p:nvPr/>
        </p:nvGrpSpPr>
        <p:grpSpPr>
          <a:xfrm>
            <a:off x="4846105" y="-5016964"/>
            <a:ext cx="8043475" cy="8043475"/>
            <a:chOff x="1241175" y="-1300650"/>
            <a:chExt cx="8043475" cy="8043475"/>
          </a:xfrm>
        </p:grpSpPr>
        <p:sp>
          <p:nvSpPr>
            <p:cNvPr id="720" name="Google Shape;720;p19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9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9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9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7" name="Google Shape;727;p19"/>
          <p:cNvGrpSpPr/>
          <p:nvPr/>
        </p:nvGrpSpPr>
        <p:grpSpPr>
          <a:xfrm>
            <a:off x="551187" y="193699"/>
            <a:ext cx="609540" cy="583574"/>
            <a:chOff x="3105300" y="593625"/>
            <a:chExt cx="256800" cy="245850"/>
          </a:xfrm>
        </p:grpSpPr>
        <p:sp>
          <p:nvSpPr>
            <p:cNvPr id="728" name="Google Shape;728;p19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2" name="Google Shape;732;p19"/>
          <p:cNvGrpSpPr/>
          <p:nvPr/>
        </p:nvGrpSpPr>
        <p:grpSpPr>
          <a:xfrm>
            <a:off x="1309778" y="4436302"/>
            <a:ext cx="631910" cy="457789"/>
            <a:chOff x="855125" y="679497"/>
            <a:chExt cx="254310" cy="184228"/>
          </a:xfrm>
        </p:grpSpPr>
        <p:sp>
          <p:nvSpPr>
            <p:cNvPr id="733" name="Google Shape;733;p19"/>
            <p:cNvSpPr/>
            <p:nvPr/>
          </p:nvSpPr>
          <p:spPr>
            <a:xfrm>
              <a:off x="1052335" y="679497"/>
              <a:ext cx="57100" cy="57100"/>
            </a:xfrm>
            <a:custGeom>
              <a:avLst/>
              <a:gdLst/>
              <a:ahLst/>
              <a:cxnLst/>
              <a:rect l="l" t="t" r="r" b="b"/>
              <a:pathLst>
                <a:path w="2284" h="2284" extrusionOk="0">
                  <a:moveTo>
                    <a:pt x="1" y="1"/>
                  </a:moveTo>
                  <a:lnTo>
                    <a:pt x="1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855125" y="730100"/>
              <a:ext cx="103700" cy="104150"/>
            </a:xfrm>
            <a:custGeom>
              <a:avLst/>
              <a:gdLst/>
              <a:ahLst/>
              <a:cxnLst/>
              <a:rect l="l" t="t" r="r" b="b"/>
              <a:pathLst>
                <a:path w="4148" h="4166" extrusionOk="0">
                  <a:moveTo>
                    <a:pt x="1" y="0"/>
                  </a:moveTo>
                  <a:lnTo>
                    <a:pt x="1" y="4166"/>
                  </a:lnTo>
                  <a:lnTo>
                    <a:pt x="4147" y="4166"/>
                  </a:lnTo>
                  <a:lnTo>
                    <a:pt x="414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917425" y="792375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1" y="1"/>
                  </a:moveTo>
                  <a:lnTo>
                    <a:pt x="1" y="2854"/>
                  </a:lnTo>
                  <a:lnTo>
                    <a:pt x="2854" y="2854"/>
                  </a:lnTo>
                  <a:lnTo>
                    <a:pt x="285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736;p19"/>
          <p:cNvGrpSpPr/>
          <p:nvPr/>
        </p:nvGrpSpPr>
        <p:grpSpPr>
          <a:xfrm>
            <a:off x="2949085" y="475916"/>
            <a:ext cx="365869" cy="328105"/>
            <a:chOff x="7194285" y="1228366"/>
            <a:chExt cx="365869" cy="328105"/>
          </a:xfrm>
        </p:grpSpPr>
        <p:sp>
          <p:nvSpPr>
            <p:cNvPr id="737" name="Google Shape;737;p19"/>
            <p:cNvSpPr/>
            <p:nvPr/>
          </p:nvSpPr>
          <p:spPr>
            <a:xfrm>
              <a:off x="7474434" y="1291960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9"/>
            <p:cNvSpPr/>
            <p:nvPr/>
          </p:nvSpPr>
          <p:spPr>
            <a:xfrm>
              <a:off x="7315920" y="1470723"/>
              <a:ext cx="84809" cy="85748"/>
            </a:xfrm>
            <a:custGeom>
              <a:avLst/>
              <a:gdLst/>
              <a:ahLst/>
              <a:cxnLst/>
              <a:rect l="l" t="t" r="r" b="b"/>
              <a:pathLst>
                <a:path w="3070" h="3104" extrusionOk="0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>
              <a:off x="7293820" y="1228366"/>
              <a:ext cx="15691" cy="213817"/>
            </a:xfrm>
            <a:custGeom>
              <a:avLst/>
              <a:gdLst/>
              <a:ahLst/>
              <a:cxnLst/>
              <a:rect l="l" t="t" r="r" b="b"/>
              <a:pathLst>
                <a:path w="568" h="7740" extrusionOk="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>
              <a:off x="7194285" y="1326989"/>
              <a:ext cx="213818" cy="15691"/>
            </a:xfrm>
            <a:custGeom>
              <a:avLst/>
              <a:gdLst/>
              <a:ahLst/>
              <a:cxnLst/>
              <a:rect l="l" t="t" r="r" b="b"/>
              <a:pathLst>
                <a:path w="7740" h="568" extrusionOk="0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1" name="Google Shape;741;p19"/>
          <p:cNvSpPr/>
          <p:nvPr/>
        </p:nvSpPr>
        <p:spPr>
          <a:xfrm>
            <a:off x="418330" y="2739372"/>
            <a:ext cx="175087" cy="191303"/>
          </a:xfrm>
          <a:custGeom>
            <a:avLst/>
            <a:gdLst/>
            <a:ahLst/>
            <a:cxnLst/>
            <a:rect l="l" t="t" r="r" b="b"/>
            <a:pathLst>
              <a:path w="6338" h="6925" extrusionOk="0">
                <a:moveTo>
                  <a:pt x="749" y="0"/>
                </a:moveTo>
                <a:cubicBezTo>
                  <a:pt x="358" y="0"/>
                  <a:pt x="0" y="307"/>
                  <a:pt x="0" y="708"/>
                </a:cubicBezTo>
                <a:lnTo>
                  <a:pt x="0" y="6179"/>
                </a:lnTo>
                <a:cubicBezTo>
                  <a:pt x="0" y="6626"/>
                  <a:pt x="351" y="6925"/>
                  <a:pt x="737" y="6925"/>
                </a:cubicBezTo>
                <a:cubicBezTo>
                  <a:pt x="870" y="6925"/>
                  <a:pt x="1006" y="6890"/>
                  <a:pt x="1134" y="6813"/>
                </a:cubicBezTo>
                <a:lnTo>
                  <a:pt x="5838" y="4111"/>
                </a:lnTo>
                <a:cubicBezTo>
                  <a:pt x="6338" y="3811"/>
                  <a:pt x="6338" y="3077"/>
                  <a:pt x="5838" y="2810"/>
                </a:cubicBezTo>
                <a:lnTo>
                  <a:pt x="1134" y="108"/>
                </a:lnTo>
                <a:cubicBezTo>
                  <a:pt x="1010" y="34"/>
                  <a:pt x="878" y="0"/>
                  <a:pt x="7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2" name="Google Shape;742;p19"/>
          <p:cNvGrpSpPr/>
          <p:nvPr/>
        </p:nvGrpSpPr>
        <p:grpSpPr>
          <a:xfrm>
            <a:off x="8566483" y="404987"/>
            <a:ext cx="355724" cy="1888212"/>
            <a:chOff x="124471" y="1153724"/>
            <a:chExt cx="355724" cy="1888212"/>
          </a:xfrm>
        </p:grpSpPr>
        <p:sp>
          <p:nvSpPr>
            <p:cNvPr id="743" name="Google Shape;743;p19"/>
            <p:cNvSpPr/>
            <p:nvPr/>
          </p:nvSpPr>
          <p:spPr>
            <a:xfrm>
              <a:off x="224005" y="1153724"/>
              <a:ext cx="15691" cy="212906"/>
            </a:xfrm>
            <a:custGeom>
              <a:avLst/>
              <a:gdLst/>
              <a:ahLst/>
              <a:cxnLst/>
              <a:rect l="l" t="t" r="r" b="b"/>
              <a:pathLst>
                <a:path w="568" h="7707" extrusionOk="0">
                  <a:moveTo>
                    <a:pt x="267" y="1"/>
                  </a:moveTo>
                  <a:cubicBezTo>
                    <a:pt x="100" y="1"/>
                    <a:pt x="0" y="101"/>
                    <a:pt x="0" y="268"/>
                  </a:cubicBezTo>
                  <a:lnTo>
                    <a:pt x="0" y="7406"/>
                  </a:lnTo>
                  <a:cubicBezTo>
                    <a:pt x="0" y="7573"/>
                    <a:pt x="100" y="7706"/>
                    <a:pt x="267" y="7706"/>
                  </a:cubicBezTo>
                  <a:cubicBezTo>
                    <a:pt x="400" y="7706"/>
                    <a:pt x="534" y="7573"/>
                    <a:pt x="567" y="7406"/>
                  </a:cubicBezTo>
                  <a:lnTo>
                    <a:pt x="567" y="268"/>
                  </a:lnTo>
                  <a:cubicBezTo>
                    <a:pt x="567" y="101"/>
                    <a:pt x="434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>
              <a:off x="124471" y="1251407"/>
              <a:ext cx="212906" cy="15691"/>
            </a:xfrm>
            <a:custGeom>
              <a:avLst/>
              <a:gdLst/>
              <a:ahLst/>
              <a:cxnLst/>
              <a:rect l="l" t="t" r="r" b="b"/>
              <a:pathLst>
                <a:path w="7707" h="568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468"/>
                    <a:pt x="134" y="568"/>
                    <a:pt x="301" y="568"/>
                  </a:cubicBezTo>
                  <a:lnTo>
                    <a:pt x="7439" y="568"/>
                  </a:lnTo>
                  <a:cubicBezTo>
                    <a:pt x="7606" y="568"/>
                    <a:pt x="7706" y="468"/>
                    <a:pt x="7706" y="301"/>
                  </a:cubicBezTo>
                  <a:cubicBezTo>
                    <a:pt x="7706" y="101"/>
                    <a:pt x="7606" y="1"/>
                    <a:pt x="7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>
              <a:off x="323843" y="1395556"/>
              <a:ext cx="155446" cy="160916"/>
            </a:xfrm>
            <a:custGeom>
              <a:avLst/>
              <a:gdLst/>
              <a:ahLst/>
              <a:cxnLst/>
              <a:rect l="l" t="t" r="r" b="b"/>
              <a:pathLst>
                <a:path w="5627" h="5825" extrusionOk="0">
                  <a:moveTo>
                    <a:pt x="673" y="0"/>
                  </a:moveTo>
                  <a:cubicBezTo>
                    <a:pt x="305" y="0"/>
                    <a:pt x="1" y="343"/>
                    <a:pt x="55" y="754"/>
                  </a:cubicBezTo>
                  <a:lnTo>
                    <a:pt x="623" y="5290"/>
                  </a:lnTo>
                  <a:cubicBezTo>
                    <a:pt x="669" y="5613"/>
                    <a:pt x="955" y="5825"/>
                    <a:pt x="1248" y="5825"/>
                  </a:cubicBezTo>
                  <a:cubicBezTo>
                    <a:pt x="1378" y="5825"/>
                    <a:pt x="1510" y="5783"/>
                    <a:pt x="1623" y="5690"/>
                  </a:cubicBezTo>
                  <a:lnTo>
                    <a:pt x="5259" y="2922"/>
                  </a:lnTo>
                  <a:cubicBezTo>
                    <a:pt x="5626" y="2622"/>
                    <a:pt x="5526" y="2021"/>
                    <a:pt x="5126" y="1821"/>
                  </a:cubicBezTo>
                  <a:lnTo>
                    <a:pt x="923" y="53"/>
                  </a:lnTo>
                  <a:cubicBezTo>
                    <a:pt x="839" y="17"/>
                    <a:pt x="754" y="0"/>
                    <a:pt x="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>
              <a:off x="250712" y="2821681"/>
              <a:ext cx="69145" cy="69118"/>
            </a:xfrm>
            <a:custGeom>
              <a:avLst/>
              <a:gdLst/>
              <a:ahLst/>
              <a:cxnLst/>
              <a:rect l="l" t="t" r="r" b="b"/>
              <a:pathLst>
                <a:path w="2503" h="2502" extrusionOk="0">
                  <a:moveTo>
                    <a:pt x="1268" y="0"/>
                  </a:moveTo>
                  <a:cubicBezTo>
                    <a:pt x="534" y="0"/>
                    <a:pt x="1" y="534"/>
                    <a:pt x="1" y="1234"/>
                  </a:cubicBezTo>
                  <a:cubicBezTo>
                    <a:pt x="1" y="1968"/>
                    <a:pt x="534" y="2502"/>
                    <a:pt x="1268" y="2502"/>
                  </a:cubicBezTo>
                  <a:cubicBezTo>
                    <a:pt x="1969" y="2502"/>
                    <a:pt x="2502" y="1968"/>
                    <a:pt x="2502" y="1234"/>
                  </a:cubicBezTo>
                  <a:cubicBezTo>
                    <a:pt x="2502" y="534"/>
                    <a:pt x="1935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>
              <a:off x="394474" y="2956216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68" y="0"/>
                  </a:moveTo>
                  <a:cubicBezTo>
                    <a:pt x="734" y="0"/>
                    <a:pt x="0" y="701"/>
                    <a:pt x="0" y="1535"/>
                  </a:cubicBezTo>
                  <a:cubicBezTo>
                    <a:pt x="0" y="2369"/>
                    <a:pt x="734" y="3102"/>
                    <a:pt x="1568" y="3102"/>
                  </a:cubicBezTo>
                  <a:cubicBezTo>
                    <a:pt x="2402" y="3102"/>
                    <a:pt x="3102" y="2369"/>
                    <a:pt x="3102" y="1535"/>
                  </a:cubicBezTo>
                  <a:cubicBezTo>
                    <a:pt x="3102" y="667"/>
                    <a:pt x="2402" y="0"/>
                    <a:pt x="1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" name="Google Shape;748;p19"/>
          <p:cNvGrpSpPr/>
          <p:nvPr/>
        </p:nvGrpSpPr>
        <p:grpSpPr>
          <a:xfrm>
            <a:off x="194827" y="3591559"/>
            <a:ext cx="232368" cy="973684"/>
            <a:chOff x="6656577" y="3252597"/>
            <a:chExt cx="232368" cy="973684"/>
          </a:xfrm>
        </p:grpSpPr>
        <p:sp>
          <p:nvSpPr>
            <p:cNvPr id="749" name="Google Shape;749;p19"/>
            <p:cNvSpPr/>
            <p:nvPr/>
          </p:nvSpPr>
          <p:spPr>
            <a:xfrm>
              <a:off x="6797232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69" y="3937"/>
                    <a:pt x="3936" y="3069"/>
                    <a:pt x="3936" y="1969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9"/>
            <p:cNvSpPr/>
            <p:nvPr/>
          </p:nvSpPr>
          <p:spPr>
            <a:xfrm>
              <a:off x="6797232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9"/>
            <p:cNvSpPr/>
            <p:nvPr/>
          </p:nvSpPr>
          <p:spPr>
            <a:xfrm>
              <a:off x="6797232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9"/>
            <p:cNvSpPr/>
            <p:nvPr/>
          </p:nvSpPr>
          <p:spPr>
            <a:xfrm>
              <a:off x="6656577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36" y="3937"/>
                    <a:pt x="3937" y="3069"/>
                    <a:pt x="3937" y="1969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9"/>
            <p:cNvSpPr/>
            <p:nvPr/>
          </p:nvSpPr>
          <p:spPr>
            <a:xfrm>
              <a:off x="6656577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6656577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6797232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69" y="3936"/>
                    <a:pt x="3936" y="3069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9"/>
            <p:cNvSpPr/>
            <p:nvPr/>
          </p:nvSpPr>
          <p:spPr>
            <a:xfrm>
              <a:off x="6797232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69" y="3937"/>
                    <a:pt x="3936" y="3070"/>
                    <a:pt x="3936" y="1969"/>
                  </a:cubicBezTo>
                  <a:cubicBezTo>
                    <a:pt x="3936" y="902"/>
                    <a:pt x="3069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9"/>
            <p:cNvSpPr/>
            <p:nvPr/>
          </p:nvSpPr>
          <p:spPr>
            <a:xfrm>
              <a:off x="6798001" y="4135338"/>
              <a:ext cx="90944" cy="90944"/>
            </a:xfrm>
            <a:custGeom>
              <a:avLst/>
              <a:gdLst/>
              <a:ahLst/>
              <a:cxnLst/>
              <a:rect l="l" t="t" r="r" b="b"/>
              <a:pathLst>
                <a:path w="3904" h="3904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35" y="3903"/>
                  </a:cubicBezTo>
                  <a:cubicBezTo>
                    <a:pt x="3036" y="3903"/>
                    <a:pt x="3903" y="3036"/>
                    <a:pt x="3903" y="1935"/>
                  </a:cubicBezTo>
                  <a:cubicBezTo>
                    <a:pt x="3903" y="868"/>
                    <a:pt x="3036" y="0"/>
                    <a:pt x="1935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6656577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36" y="3936"/>
                    <a:pt x="3937" y="3069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6656577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36" y="3937"/>
                    <a:pt x="3937" y="3070"/>
                    <a:pt x="3937" y="1969"/>
                  </a:cubicBezTo>
                  <a:cubicBezTo>
                    <a:pt x="3937" y="902"/>
                    <a:pt x="3036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6656577" y="4135338"/>
              <a:ext cx="91712" cy="90944"/>
            </a:xfrm>
            <a:custGeom>
              <a:avLst/>
              <a:gdLst/>
              <a:ahLst/>
              <a:cxnLst/>
              <a:rect l="l" t="t" r="r" b="b"/>
              <a:pathLst>
                <a:path w="3937" h="3904" extrusionOk="0">
                  <a:moveTo>
                    <a:pt x="1968" y="0"/>
                  </a:moveTo>
                  <a:cubicBezTo>
                    <a:pt x="901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68" y="3903"/>
                  </a:cubicBezTo>
                  <a:cubicBezTo>
                    <a:pt x="3069" y="3903"/>
                    <a:pt x="3937" y="3036"/>
                    <a:pt x="3937" y="1935"/>
                  </a:cubicBezTo>
                  <a:cubicBezTo>
                    <a:pt x="3937" y="868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1" name="Google Shape;761;p19"/>
          <p:cNvGrpSpPr/>
          <p:nvPr/>
        </p:nvGrpSpPr>
        <p:grpSpPr>
          <a:xfrm>
            <a:off x="8297559" y="4340559"/>
            <a:ext cx="648306" cy="649281"/>
            <a:chOff x="5022684" y="4300597"/>
            <a:chExt cx="648306" cy="649281"/>
          </a:xfrm>
        </p:grpSpPr>
        <p:sp>
          <p:nvSpPr>
            <p:cNvPr id="762" name="Google Shape;762;p19"/>
            <p:cNvSpPr/>
            <p:nvPr/>
          </p:nvSpPr>
          <p:spPr>
            <a:xfrm>
              <a:off x="5022684" y="4300597"/>
              <a:ext cx="235516" cy="235528"/>
            </a:xfrm>
            <a:custGeom>
              <a:avLst/>
              <a:gdLst/>
              <a:ahLst/>
              <a:cxnLst/>
              <a:rect l="l" t="t" r="r" b="b"/>
              <a:pathLst>
                <a:path w="4851" h="4851" extrusionOk="0">
                  <a:moveTo>
                    <a:pt x="0" y="1"/>
                  </a:moveTo>
                  <a:lnTo>
                    <a:pt x="0" y="4851"/>
                  </a:lnTo>
                  <a:lnTo>
                    <a:pt x="4850" y="4851"/>
                  </a:lnTo>
                  <a:lnTo>
                    <a:pt x="4850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9"/>
            <p:cNvSpPr/>
            <p:nvPr/>
          </p:nvSpPr>
          <p:spPr>
            <a:xfrm>
              <a:off x="5157512" y="4434502"/>
              <a:ext cx="166235" cy="166292"/>
            </a:xfrm>
            <a:custGeom>
              <a:avLst/>
              <a:gdLst/>
              <a:ahLst/>
              <a:cxnLst/>
              <a:rect l="l" t="t" r="r" b="b"/>
              <a:pathLst>
                <a:path w="3424" h="3425" extrusionOk="0">
                  <a:moveTo>
                    <a:pt x="0" y="1"/>
                  </a:moveTo>
                  <a:lnTo>
                    <a:pt x="0" y="3424"/>
                  </a:lnTo>
                  <a:lnTo>
                    <a:pt x="3424" y="3424"/>
                  </a:lnTo>
                  <a:lnTo>
                    <a:pt x="342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9"/>
            <p:cNvSpPr/>
            <p:nvPr/>
          </p:nvSpPr>
          <p:spPr>
            <a:xfrm>
              <a:off x="5569375" y="4434502"/>
              <a:ext cx="101615" cy="101620"/>
            </a:xfrm>
            <a:custGeom>
              <a:avLst/>
              <a:gdLst/>
              <a:ahLst/>
              <a:cxnLst/>
              <a:rect l="l" t="t" r="r" b="b"/>
              <a:pathLst>
                <a:path w="2093" h="2093" extrusionOk="0">
                  <a:moveTo>
                    <a:pt x="0" y="1"/>
                  </a:moveTo>
                  <a:lnTo>
                    <a:pt x="0" y="2093"/>
                  </a:lnTo>
                  <a:lnTo>
                    <a:pt x="2093" y="2093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>
              <a:off x="5294185" y="4811309"/>
              <a:ext cx="138562" cy="138569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0" y="0"/>
                  </a:moveTo>
                  <a:lnTo>
                    <a:pt x="0" y="2853"/>
                  </a:lnTo>
                  <a:lnTo>
                    <a:pt x="2853" y="2853"/>
                  </a:lnTo>
                  <a:lnTo>
                    <a:pt x="2853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1" name="Google Shape;1231;p29"/>
          <p:cNvGrpSpPr/>
          <p:nvPr/>
        </p:nvGrpSpPr>
        <p:grpSpPr>
          <a:xfrm>
            <a:off x="198627" y="452709"/>
            <a:ext cx="232368" cy="973684"/>
            <a:chOff x="6656577" y="3252597"/>
            <a:chExt cx="232368" cy="973684"/>
          </a:xfrm>
        </p:grpSpPr>
        <p:sp>
          <p:nvSpPr>
            <p:cNvPr id="1232" name="Google Shape;1232;p29"/>
            <p:cNvSpPr/>
            <p:nvPr/>
          </p:nvSpPr>
          <p:spPr>
            <a:xfrm>
              <a:off x="6797232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69" y="3937"/>
                    <a:pt x="3936" y="3069"/>
                    <a:pt x="3936" y="1969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6797232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6797232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6656577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36" y="3937"/>
                    <a:pt x="3937" y="3069"/>
                    <a:pt x="3937" y="1969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9"/>
            <p:cNvSpPr/>
            <p:nvPr/>
          </p:nvSpPr>
          <p:spPr>
            <a:xfrm>
              <a:off x="6656577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6656577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6797232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69" y="3936"/>
                    <a:pt x="3936" y="3069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6797232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69" y="3937"/>
                    <a:pt x="3936" y="3070"/>
                    <a:pt x="3936" y="1969"/>
                  </a:cubicBezTo>
                  <a:cubicBezTo>
                    <a:pt x="3936" y="902"/>
                    <a:pt x="3069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6798001" y="4135338"/>
              <a:ext cx="90944" cy="90944"/>
            </a:xfrm>
            <a:custGeom>
              <a:avLst/>
              <a:gdLst/>
              <a:ahLst/>
              <a:cxnLst/>
              <a:rect l="l" t="t" r="r" b="b"/>
              <a:pathLst>
                <a:path w="3904" h="3904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35" y="3903"/>
                  </a:cubicBezTo>
                  <a:cubicBezTo>
                    <a:pt x="3036" y="3903"/>
                    <a:pt x="3903" y="3036"/>
                    <a:pt x="3903" y="1935"/>
                  </a:cubicBezTo>
                  <a:cubicBezTo>
                    <a:pt x="3903" y="868"/>
                    <a:pt x="3036" y="0"/>
                    <a:pt x="1935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6656577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36" y="3936"/>
                    <a:pt x="3937" y="3069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6656577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36" y="3937"/>
                    <a:pt x="3937" y="3070"/>
                    <a:pt x="3937" y="1969"/>
                  </a:cubicBezTo>
                  <a:cubicBezTo>
                    <a:pt x="3937" y="902"/>
                    <a:pt x="3036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6656577" y="4135338"/>
              <a:ext cx="91712" cy="90944"/>
            </a:xfrm>
            <a:custGeom>
              <a:avLst/>
              <a:gdLst/>
              <a:ahLst/>
              <a:cxnLst/>
              <a:rect l="l" t="t" r="r" b="b"/>
              <a:pathLst>
                <a:path w="3937" h="3904" extrusionOk="0">
                  <a:moveTo>
                    <a:pt x="1968" y="0"/>
                  </a:moveTo>
                  <a:cubicBezTo>
                    <a:pt x="901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68" y="3903"/>
                  </a:cubicBezTo>
                  <a:cubicBezTo>
                    <a:pt x="3069" y="3903"/>
                    <a:pt x="3937" y="3036"/>
                    <a:pt x="3937" y="1935"/>
                  </a:cubicBezTo>
                  <a:cubicBezTo>
                    <a:pt x="3937" y="868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29"/>
          <p:cNvGrpSpPr/>
          <p:nvPr/>
        </p:nvGrpSpPr>
        <p:grpSpPr>
          <a:xfrm>
            <a:off x="1844035" y="4194479"/>
            <a:ext cx="518269" cy="328105"/>
            <a:chOff x="783960" y="4261704"/>
            <a:chExt cx="518269" cy="328105"/>
          </a:xfrm>
        </p:grpSpPr>
        <p:sp>
          <p:nvSpPr>
            <p:cNvPr id="1245" name="Google Shape;1245;p29"/>
            <p:cNvSpPr/>
            <p:nvPr/>
          </p:nvSpPr>
          <p:spPr>
            <a:xfrm>
              <a:off x="1072397" y="4333585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6" name="Google Shape;1246;p29"/>
            <p:cNvGrpSpPr/>
            <p:nvPr/>
          </p:nvGrpSpPr>
          <p:grpSpPr>
            <a:xfrm>
              <a:off x="783960" y="4261704"/>
              <a:ext cx="518269" cy="328105"/>
              <a:chOff x="783960" y="4261704"/>
              <a:chExt cx="518269" cy="328105"/>
            </a:xfrm>
          </p:grpSpPr>
          <p:sp>
            <p:nvSpPr>
              <p:cNvPr id="1247" name="Google Shape;1247;p29"/>
              <p:cNvSpPr/>
              <p:nvPr/>
            </p:nvSpPr>
            <p:spPr>
              <a:xfrm>
                <a:off x="1216509" y="4325297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34" y="601"/>
                    </a:moveTo>
                    <a:cubicBezTo>
                      <a:pt x="2035" y="601"/>
                      <a:pt x="2502" y="1001"/>
                      <a:pt x="2502" y="1568"/>
                    </a:cubicBezTo>
                    <a:cubicBezTo>
                      <a:pt x="2502" y="2102"/>
                      <a:pt x="2102" y="2502"/>
                      <a:pt x="1534" y="2502"/>
                    </a:cubicBezTo>
                    <a:cubicBezTo>
                      <a:pt x="1001" y="2502"/>
                      <a:pt x="600" y="2102"/>
                      <a:pt x="600" y="1568"/>
                    </a:cubicBezTo>
                    <a:cubicBezTo>
                      <a:pt x="600" y="1001"/>
                      <a:pt x="1001" y="601"/>
                      <a:pt x="1534" y="601"/>
                    </a:cubicBezTo>
                    <a:close/>
                    <a:moveTo>
                      <a:pt x="1534" y="1"/>
                    </a:moveTo>
                    <a:cubicBezTo>
                      <a:pt x="701" y="1"/>
                      <a:pt x="0" y="734"/>
                      <a:pt x="0" y="1568"/>
                    </a:cubicBezTo>
                    <a:cubicBezTo>
                      <a:pt x="0" y="2402"/>
                      <a:pt x="701" y="3103"/>
                      <a:pt x="1534" y="3103"/>
                    </a:cubicBezTo>
                    <a:cubicBezTo>
                      <a:pt x="2368" y="3103"/>
                      <a:pt x="3036" y="2436"/>
                      <a:pt x="3102" y="1568"/>
                    </a:cubicBezTo>
                    <a:cubicBezTo>
                      <a:pt x="3102" y="734"/>
                      <a:pt x="2368" y="1"/>
                      <a:pt x="15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9"/>
              <p:cNvSpPr/>
              <p:nvPr/>
            </p:nvSpPr>
            <p:spPr>
              <a:xfrm>
                <a:off x="1057995" y="4504061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601"/>
                    </a:moveTo>
                    <a:cubicBezTo>
                      <a:pt x="2069" y="601"/>
                      <a:pt x="2536" y="1035"/>
                      <a:pt x="2502" y="1535"/>
                    </a:cubicBezTo>
                    <a:cubicBezTo>
                      <a:pt x="2502" y="2069"/>
                      <a:pt x="2069" y="2503"/>
                      <a:pt x="1535" y="2503"/>
                    </a:cubicBezTo>
                    <a:cubicBezTo>
                      <a:pt x="1001" y="2503"/>
                      <a:pt x="568" y="2069"/>
                      <a:pt x="568" y="1535"/>
                    </a:cubicBezTo>
                    <a:cubicBezTo>
                      <a:pt x="568" y="1002"/>
                      <a:pt x="1001" y="601"/>
                      <a:pt x="1535" y="601"/>
                    </a:cubicBezTo>
                    <a:close/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402" y="3103"/>
                      <a:pt x="3069" y="2369"/>
                      <a:pt x="3069" y="1535"/>
                    </a:cubicBezTo>
                    <a:cubicBezTo>
                      <a:pt x="3069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9"/>
              <p:cNvSpPr/>
              <p:nvPr/>
            </p:nvSpPr>
            <p:spPr>
              <a:xfrm>
                <a:off x="883495" y="4261704"/>
                <a:ext cx="15691" cy="213818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40" extrusionOk="0">
                    <a:moveTo>
                      <a:pt x="300" y="1"/>
                    </a:moveTo>
                    <a:cubicBezTo>
                      <a:pt x="133" y="1"/>
                      <a:pt x="0" y="134"/>
                      <a:pt x="0" y="301"/>
                    </a:cubicBezTo>
                    <a:lnTo>
                      <a:pt x="0" y="7440"/>
                    </a:lnTo>
                    <a:cubicBezTo>
                      <a:pt x="0" y="7606"/>
                      <a:pt x="133" y="7740"/>
                      <a:pt x="300" y="7740"/>
                    </a:cubicBezTo>
                    <a:cubicBezTo>
                      <a:pt x="400" y="7740"/>
                      <a:pt x="534" y="7606"/>
                      <a:pt x="567" y="7440"/>
                    </a:cubicBezTo>
                    <a:lnTo>
                      <a:pt x="567" y="301"/>
                    </a:lnTo>
                    <a:cubicBezTo>
                      <a:pt x="567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9"/>
              <p:cNvSpPr/>
              <p:nvPr/>
            </p:nvSpPr>
            <p:spPr>
              <a:xfrm>
                <a:off x="783960" y="4360326"/>
                <a:ext cx="213818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68" extrusionOk="0">
                    <a:moveTo>
                      <a:pt x="301" y="0"/>
                    </a:moveTo>
                    <a:cubicBezTo>
                      <a:pt x="134" y="0"/>
                      <a:pt x="0" y="134"/>
                      <a:pt x="0" y="300"/>
                    </a:cubicBezTo>
                    <a:cubicBezTo>
                      <a:pt x="0" y="467"/>
                      <a:pt x="134" y="567"/>
                      <a:pt x="301" y="567"/>
                    </a:cubicBezTo>
                    <a:lnTo>
                      <a:pt x="7439" y="567"/>
                    </a:lnTo>
                    <a:cubicBezTo>
                      <a:pt x="7606" y="567"/>
                      <a:pt x="7739" y="467"/>
                      <a:pt x="7739" y="300"/>
                    </a:cubicBezTo>
                    <a:cubicBezTo>
                      <a:pt x="7739" y="100"/>
                      <a:pt x="7606" y="0"/>
                      <a:pt x="7439" y="0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51" name="Google Shape;1251;p29"/>
          <p:cNvGrpSpPr/>
          <p:nvPr/>
        </p:nvGrpSpPr>
        <p:grpSpPr>
          <a:xfrm>
            <a:off x="107062" y="345649"/>
            <a:ext cx="4182177" cy="4176917"/>
            <a:chOff x="3047674" y="939549"/>
            <a:chExt cx="4182177" cy="4176917"/>
          </a:xfrm>
        </p:grpSpPr>
        <p:sp>
          <p:nvSpPr>
            <p:cNvPr id="1252" name="Google Shape;1252;p29"/>
            <p:cNvSpPr/>
            <p:nvPr/>
          </p:nvSpPr>
          <p:spPr>
            <a:xfrm>
              <a:off x="6974568" y="939549"/>
              <a:ext cx="15691" cy="212906"/>
            </a:xfrm>
            <a:custGeom>
              <a:avLst/>
              <a:gdLst/>
              <a:ahLst/>
              <a:cxnLst/>
              <a:rect l="l" t="t" r="r" b="b"/>
              <a:pathLst>
                <a:path w="568" h="7707" extrusionOk="0">
                  <a:moveTo>
                    <a:pt x="267" y="1"/>
                  </a:moveTo>
                  <a:cubicBezTo>
                    <a:pt x="100" y="1"/>
                    <a:pt x="0" y="101"/>
                    <a:pt x="0" y="268"/>
                  </a:cubicBezTo>
                  <a:lnTo>
                    <a:pt x="0" y="7406"/>
                  </a:lnTo>
                  <a:cubicBezTo>
                    <a:pt x="0" y="7573"/>
                    <a:pt x="100" y="7706"/>
                    <a:pt x="267" y="7706"/>
                  </a:cubicBezTo>
                  <a:cubicBezTo>
                    <a:pt x="400" y="7706"/>
                    <a:pt x="534" y="7573"/>
                    <a:pt x="567" y="7406"/>
                  </a:cubicBezTo>
                  <a:lnTo>
                    <a:pt x="567" y="268"/>
                  </a:lnTo>
                  <a:cubicBezTo>
                    <a:pt x="567" y="101"/>
                    <a:pt x="434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6875033" y="1037232"/>
              <a:ext cx="212906" cy="15691"/>
            </a:xfrm>
            <a:custGeom>
              <a:avLst/>
              <a:gdLst/>
              <a:ahLst/>
              <a:cxnLst/>
              <a:rect l="l" t="t" r="r" b="b"/>
              <a:pathLst>
                <a:path w="7707" h="568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468"/>
                    <a:pt x="134" y="568"/>
                    <a:pt x="301" y="568"/>
                  </a:cubicBezTo>
                  <a:lnTo>
                    <a:pt x="7439" y="568"/>
                  </a:lnTo>
                  <a:cubicBezTo>
                    <a:pt x="7606" y="568"/>
                    <a:pt x="7706" y="468"/>
                    <a:pt x="7706" y="301"/>
                  </a:cubicBezTo>
                  <a:cubicBezTo>
                    <a:pt x="7706" y="101"/>
                    <a:pt x="7606" y="1"/>
                    <a:pt x="7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7074406" y="1181381"/>
              <a:ext cx="155446" cy="160916"/>
            </a:xfrm>
            <a:custGeom>
              <a:avLst/>
              <a:gdLst/>
              <a:ahLst/>
              <a:cxnLst/>
              <a:rect l="l" t="t" r="r" b="b"/>
              <a:pathLst>
                <a:path w="5627" h="5825" extrusionOk="0">
                  <a:moveTo>
                    <a:pt x="673" y="0"/>
                  </a:moveTo>
                  <a:cubicBezTo>
                    <a:pt x="305" y="0"/>
                    <a:pt x="1" y="343"/>
                    <a:pt x="55" y="754"/>
                  </a:cubicBezTo>
                  <a:lnTo>
                    <a:pt x="623" y="5290"/>
                  </a:lnTo>
                  <a:cubicBezTo>
                    <a:pt x="669" y="5613"/>
                    <a:pt x="955" y="5825"/>
                    <a:pt x="1248" y="5825"/>
                  </a:cubicBezTo>
                  <a:cubicBezTo>
                    <a:pt x="1378" y="5825"/>
                    <a:pt x="1510" y="5783"/>
                    <a:pt x="1623" y="5690"/>
                  </a:cubicBezTo>
                  <a:lnTo>
                    <a:pt x="5259" y="2922"/>
                  </a:lnTo>
                  <a:cubicBezTo>
                    <a:pt x="5626" y="2622"/>
                    <a:pt x="5526" y="2021"/>
                    <a:pt x="5126" y="1821"/>
                  </a:cubicBezTo>
                  <a:lnTo>
                    <a:pt x="923" y="53"/>
                  </a:lnTo>
                  <a:cubicBezTo>
                    <a:pt x="839" y="17"/>
                    <a:pt x="754" y="0"/>
                    <a:pt x="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6656876" y="5030718"/>
              <a:ext cx="84809" cy="85748"/>
            </a:xfrm>
            <a:custGeom>
              <a:avLst/>
              <a:gdLst/>
              <a:ahLst/>
              <a:cxnLst/>
              <a:rect l="l" t="t" r="r" b="b"/>
              <a:pathLst>
                <a:path w="3070" h="3104" extrusionOk="0"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369" y="3103"/>
                    <a:pt x="3070" y="2369"/>
                    <a:pt x="3070" y="1535"/>
                  </a:cubicBezTo>
                  <a:cubicBezTo>
                    <a:pt x="3070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6533418" y="4684960"/>
              <a:ext cx="175087" cy="191303"/>
            </a:xfrm>
            <a:custGeom>
              <a:avLst/>
              <a:gdLst/>
              <a:ahLst/>
              <a:cxnLst/>
              <a:rect l="l" t="t" r="r" b="b"/>
              <a:pathLst>
                <a:path w="6338" h="6925" extrusionOk="0">
                  <a:moveTo>
                    <a:pt x="749" y="0"/>
                  </a:moveTo>
                  <a:cubicBezTo>
                    <a:pt x="358" y="0"/>
                    <a:pt x="0" y="307"/>
                    <a:pt x="0" y="708"/>
                  </a:cubicBezTo>
                  <a:lnTo>
                    <a:pt x="0" y="6179"/>
                  </a:lnTo>
                  <a:cubicBezTo>
                    <a:pt x="0" y="6626"/>
                    <a:pt x="351" y="6925"/>
                    <a:pt x="737" y="6925"/>
                  </a:cubicBezTo>
                  <a:cubicBezTo>
                    <a:pt x="870" y="6925"/>
                    <a:pt x="1006" y="6890"/>
                    <a:pt x="1134" y="6813"/>
                  </a:cubicBezTo>
                  <a:lnTo>
                    <a:pt x="5838" y="4111"/>
                  </a:lnTo>
                  <a:cubicBezTo>
                    <a:pt x="6338" y="3811"/>
                    <a:pt x="6338" y="3077"/>
                    <a:pt x="5838" y="2810"/>
                  </a:cubicBezTo>
                  <a:lnTo>
                    <a:pt x="1134" y="108"/>
                  </a:lnTo>
                  <a:cubicBezTo>
                    <a:pt x="1010" y="34"/>
                    <a:pt x="878" y="0"/>
                    <a:pt x="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3047674" y="3856443"/>
              <a:ext cx="69145" cy="69118"/>
            </a:xfrm>
            <a:custGeom>
              <a:avLst/>
              <a:gdLst/>
              <a:ahLst/>
              <a:cxnLst/>
              <a:rect l="l" t="t" r="r" b="b"/>
              <a:pathLst>
                <a:path w="2503" h="2502" extrusionOk="0">
                  <a:moveTo>
                    <a:pt x="1268" y="0"/>
                  </a:moveTo>
                  <a:cubicBezTo>
                    <a:pt x="534" y="0"/>
                    <a:pt x="1" y="534"/>
                    <a:pt x="1" y="1234"/>
                  </a:cubicBezTo>
                  <a:cubicBezTo>
                    <a:pt x="1" y="1968"/>
                    <a:pt x="534" y="2502"/>
                    <a:pt x="1268" y="2502"/>
                  </a:cubicBezTo>
                  <a:cubicBezTo>
                    <a:pt x="1969" y="2502"/>
                    <a:pt x="2502" y="1968"/>
                    <a:pt x="2502" y="1234"/>
                  </a:cubicBezTo>
                  <a:cubicBezTo>
                    <a:pt x="2502" y="534"/>
                    <a:pt x="1935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9"/>
            <p:cNvSpPr/>
            <p:nvPr/>
          </p:nvSpPr>
          <p:spPr>
            <a:xfrm>
              <a:off x="3191437" y="3990978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68" y="0"/>
                  </a:moveTo>
                  <a:cubicBezTo>
                    <a:pt x="734" y="0"/>
                    <a:pt x="0" y="701"/>
                    <a:pt x="0" y="1535"/>
                  </a:cubicBezTo>
                  <a:cubicBezTo>
                    <a:pt x="0" y="2369"/>
                    <a:pt x="734" y="3102"/>
                    <a:pt x="1568" y="3102"/>
                  </a:cubicBezTo>
                  <a:cubicBezTo>
                    <a:pt x="2402" y="3102"/>
                    <a:pt x="3102" y="2369"/>
                    <a:pt x="3102" y="1535"/>
                  </a:cubicBezTo>
                  <a:cubicBezTo>
                    <a:pt x="3102" y="667"/>
                    <a:pt x="2402" y="0"/>
                    <a:pt x="1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3165635" y="3676741"/>
              <a:ext cx="200917" cy="171662"/>
            </a:xfrm>
            <a:custGeom>
              <a:avLst/>
              <a:gdLst/>
              <a:ahLst/>
              <a:cxnLst/>
              <a:rect l="l" t="t" r="r" b="b"/>
              <a:pathLst>
                <a:path w="7273" h="6214" extrusionOk="0">
                  <a:moveTo>
                    <a:pt x="934" y="0"/>
                  </a:moveTo>
                  <a:cubicBezTo>
                    <a:pt x="367" y="0"/>
                    <a:pt x="0" y="634"/>
                    <a:pt x="267" y="1135"/>
                  </a:cubicBezTo>
                  <a:lnTo>
                    <a:pt x="3002" y="5838"/>
                  </a:lnTo>
                  <a:cubicBezTo>
                    <a:pt x="3136" y="6088"/>
                    <a:pt x="3386" y="6213"/>
                    <a:pt x="3636" y="6213"/>
                  </a:cubicBezTo>
                  <a:cubicBezTo>
                    <a:pt x="3886" y="6213"/>
                    <a:pt x="4137" y="6088"/>
                    <a:pt x="4270" y="5838"/>
                  </a:cubicBezTo>
                  <a:lnTo>
                    <a:pt x="7005" y="1135"/>
                  </a:lnTo>
                  <a:cubicBezTo>
                    <a:pt x="7272" y="601"/>
                    <a:pt x="6905" y="0"/>
                    <a:pt x="6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0" name="Google Shape;1260;p29"/>
          <p:cNvGrpSpPr/>
          <p:nvPr/>
        </p:nvGrpSpPr>
        <p:grpSpPr>
          <a:xfrm>
            <a:off x="7159428" y="3943727"/>
            <a:ext cx="1271472" cy="625139"/>
            <a:chOff x="855125" y="612150"/>
            <a:chExt cx="511700" cy="251575"/>
          </a:xfrm>
        </p:grpSpPr>
        <p:sp>
          <p:nvSpPr>
            <p:cNvPr id="1261" name="Google Shape;1261;p29"/>
            <p:cNvSpPr/>
            <p:nvPr/>
          </p:nvSpPr>
          <p:spPr>
            <a:xfrm>
              <a:off x="1309725" y="612150"/>
              <a:ext cx="57100" cy="57100"/>
            </a:xfrm>
            <a:custGeom>
              <a:avLst/>
              <a:gdLst/>
              <a:ahLst/>
              <a:cxnLst/>
              <a:rect l="l" t="t" r="r" b="b"/>
              <a:pathLst>
                <a:path w="2284" h="2284" extrusionOk="0">
                  <a:moveTo>
                    <a:pt x="1" y="1"/>
                  </a:moveTo>
                  <a:lnTo>
                    <a:pt x="1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855125" y="730100"/>
              <a:ext cx="103700" cy="104150"/>
            </a:xfrm>
            <a:custGeom>
              <a:avLst/>
              <a:gdLst/>
              <a:ahLst/>
              <a:cxnLst/>
              <a:rect l="l" t="t" r="r" b="b"/>
              <a:pathLst>
                <a:path w="4148" h="4166" extrusionOk="0">
                  <a:moveTo>
                    <a:pt x="1" y="0"/>
                  </a:moveTo>
                  <a:lnTo>
                    <a:pt x="1" y="4166"/>
                  </a:lnTo>
                  <a:lnTo>
                    <a:pt x="4147" y="4166"/>
                  </a:lnTo>
                  <a:lnTo>
                    <a:pt x="414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917425" y="792375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1" y="1"/>
                  </a:moveTo>
                  <a:lnTo>
                    <a:pt x="1" y="2854"/>
                  </a:lnTo>
                  <a:lnTo>
                    <a:pt x="2854" y="2854"/>
                  </a:lnTo>
                  <a:lnTo>
                    <a:pt x="285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4" name="Google Shape;1264;p29"/>
          <p:cNvGrpSpPr/>
          <p:nvPr/>
        </p:nvGrpSpPr>
        <p:grpSpPr>
          <a:xfrm>
            <a:off x="1476312" y="221824"/>
            <a:ext cx="609540" cy="583574"/>
            <a:chOff x="3105300" y="593625"/>
            <a:chExt cx="256800" cy="245850"/>
          </a:xfrm>
        </p:grpSpPr>
        <p:sp>
          <p:nvSpPr>
            <p:cNvPr id="1265" name="Google Shape;1265;p29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9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9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9" name="Google Shape;1269;p29"/>
          <p:cNvGrpSpPr/>
          <p:nvPr/>
        </p:nvGrpSpPr>
        <p:grpSpPr>
          <a:xfrm>
            <a:off x="3963663" y="-2091225"/>
            <a:ext cx="8043475" cy="8043475"/>
            <a:chOff x="1241175" y="-1300650"/>
            <a:chExt cx="8043475" cy="8043475"/>
          </a:xfrm>
        </p:grpSpPr>
        <p:sp>
          <p:nvSpPr>
            <p:cNvPr id="1270" name="Google Shape;1270;p29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9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9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9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8" name="Google Shape;1278;p30"/>
          <p:cNvGrpSpPr/>
          <p:nvPr/>
        </p:nvGrpSpPr>
        <p:grpSpPr>
          <a:xfrm>
            <a:off x="4800605" y="-2897864"/>
            <a:ext cx="8043475" cy="8043475"/>
            <a:chOff x="1241175" y="-1300650"/>
            <a:chExt cx="8043475" cy="8043475"/>
          </a:xfrm>
        </p:grpSpPr>
        <p:sp>
          <p:nvSpPr>
            <p:cNvPr id="1279" name="Google Shape;1279;p30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0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0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0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0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0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0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30"/>
          <p:cNvGrpSpPr/>
          <p:nvPr/>
        </p:nvGrpSpPr>
        <p:grpSpPr>
          <a:xfrm>
            <a:off x="218646" y="467609"/>
            <a:ext cx="8696480" cy="4569349"/>
            <a:chOff x="218646" y="467609"/>
            <a:chExt cx="8696480" cy="4569349"/>
          </a:xfrm>
        </p:grpSpPr>
        <p:grpSp>
          <p:nvGrpSpPr>
            <p:cNvPr id="1287" name="Google Shape;1287;p30"/>
            <p:cNvGrpSpPr/>
            <p:nvPr/>
          </p:nvGrpSpPr>
          <p:grpSpPr>
            <a:xfrm>
              <a:off x="8309110" y="4708854"/>
              <a:ext cx="518269" cy="328105"/>
              <a:chOff x="783960" y="4261704"/>
              <a:chExt cx="518269" cy="328105"/>
            </a:xfrm>
          </p:grpSpPr>
          <p:sp>
            <p:nvSpPr>
              <p:cNvPr id="1288" name="Google Shape;1288;p30"/>
              <p:cNvSpPr/>
              <p:nvPr/>
            </p:nvSpPr>
            <p:spPr>
              <a:xfrm>
                <a:off x="1072397" y="4333585"/>
                <a:ext cx="69145" cy="6914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3" extrusionOk="0">
                    <a:moveTo>
                      <a:pt x="1234" y="1"/>
                    </a:moveTo>
                    <a:cubicBezTo>
                      <a:pt x="534" y="1"/>
                      <a:pt x="0" y="535"/>
                      <a:pt x="0" y="1268"/>
                    </a:cubicBezTo>
                    <a:cubicBezTo>
                      <a:pt x="0" y="1969"/>
                      <a:pt x="534" y="2503"/>
                      <a:pt x="1234" y="2503"/>
                    </a:cubicBezTo>
                    <a:cubicBezTo>
                      <a:pt x="1968" y="2503"/>
                      <a:pt x="2502" y="1969"/>
                      <a:pt x="2502" y="1268"/>
                    </a:cubicBezTo>
                    <a:cubicBezTo>
                      <a:pt x="2502" y="601"/>
                      <a:pt x="1902" y="1"/>
                      <a:pt x="12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89" name="Google Shape;1289;p30"/>
              <p:cNvGrpSpPr/>
              <p:nvPr/>
            </p:nvGrpSpPr>
            <p:grpSpPr>
              <a:xfrm>
                <a:off x="783960" y="4261704"/>
                <a:ext cx="518269" cy="328105"/>
                <a:chOff x="783960" y="4261704"/>
                <a:chExt cx="518269" cy="328105"/>
              </a:xfrm>
            </p:grpSpPr>
            <p:sp>
              <p:nvSpPr>
                <p:cNvPr id="1290" name="Google Shape;1290;p30"/>
                <p:cNvSpPr/>
                <p:nvPr/>
              </p:nvSpPr>
              <p:spPr>
                <a:xfrm>
                  <a:off x="1216509" y="4325297"/>
                  <a:ext cx="85720" cy="8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3" h="3103" extrusionOk="0">
                      <a:moveTo>
                        <a:pt x="1534" y="601"/>
                      </a:moveTo>
                      <a:cubicBezTo>
                        <a:pt x="2035" y="601"/>
                        <a:pt x="2502" y="1001"/>
                        <a:pt x="2502" y="1568"/>
                      </a:cubicBezTo>
                      <a:cubicBezTo>
                        <a:pt x="2502" y="2102"/>
                        <a:pt x="2102" y="2502"/>
                        <a:pt x="1534" y="2502"/>
                      </a:cubicBezTo>
                      <a:cubicBezTo>
                        <a:pt x="1001" y="2502"/>
                        <a:pt x="600" y="2102"/>
                        <a:pt x="600" y="1568"/>
                      </a:cubicBezTo>
                      <a:cubicBezTo>
                        <a:pt x="600" y="1001"/>
                        <a:pt x="1001" y="601"/>
                        <a:pt x="1534" y="601"/>
                      </a:cubicBezTo>
                      <a:close/>
                      <a:moveTo>
                        <a:pt x="1534" y="1"/>
                      </a:moveTo>
                      <a:cubicBezTo>
                        <a:pt x="701" y="1"/>
                        <a:pt x="0" y="734"/>
                        <a:pt x="0" y="1568"/>
                      </a:cubicBezTo>
                      <a:cubicBezTo>
                        <a:pt x="0" y="2402"/>
                        <a:pt x="701" y="3103"/>
                        <a:pt x="1534" y="3103"/>
                      </a:cubicBezTo>
                      <a:cubicBezTo>
                        <a:pt x="2368" y="3103"/>
                        <a:pt x="3036" y="2436"/>
                        <a:pt x="3102" y="1568"/>
                      </a:cubicBezTo>
                      <a:cubicBezTo>
                        <a:pt x="3102" y="734"/>
                        <a:pt x="2368" y="1"/>
                        <a:pt x="1534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1" name="Google Shape;1291;p30"/>
                <p:cNvSpPr/>
                <p:nvPr/>
              </p:nvSpPr>
              <p:spPr>
                <a:xfrm>
                  <a:off x="1057995" y="4504061"/>
                  <a:ext cx="84809" cy="85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0" h="3104" extrusionOk="0">
                      <a:moveTo>
                        <a:pt x="1535" y="601"/>
                      </a:moveTo>
                      <a:cubicBezTo>
                        <a:pt x="2069" y="601"/>
                        <a:pt x="2536" y="1035"/>
                        <a:pt x="2502" y="1535"/>
                      </a:cubicBezTo>
                      <a:cubicBezTo>
                        <a:pt x="2502" y="2069"/>
                        <a:pt x="2069" y="2503"/>
                        <a:pt x="1535" y="2503"/>
                      </a:cubicBezTo>
                      <a:cubicBezTo>
                        <a:pt x="1001" y="2503"/>
                        <a:pt x="568" y="2069"/>
                        <a:pt x="568" y="1535"/>
                      </a:cubicBezTo>
                      <a:cubicBezTo>
                        <a:pt x="568" y="1002"/>
                        <a:pt x="1001" y="601"/>
                        <a:pt x="1535" y="601"/>
                      </a:cubicBezTo>
                      <a:close/>
                      <a:moveTo>
                        <a:pt x="1535" y="1"/>
                      </a:moveTo>
                      <a:cubicBezTo>
                        <a:pt x="701" y="1"/>
                        <a:pt x="1" y="701"/>
                        <a:pt x="1" y="1535"/>
                      </a:cubicBezTo>
                      <a:cubicBezTo>
                        <a:pt x="1" y="2369"/>
                        <a:pt x="701" y="3103"/>
                        <a:pt x="1535" y="3103"/>
                      </a:cubicBezTo>
                      <a:cubicBezTo>
                        <a:pt x="2402" y="3103"/>
                        <a:pt x="3069" y="2369"/>
                        <a:pt x="3069" y="1535"/>
                      </a:cubicBezTo>
                      <a:cubicBezTo>
                        <a:pt x="3069" y="701"/>
                        <a:pt x="2369" y="1"/>
                        <a:pt x="1535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2" name="Google Shape;1292;p30"/>
                <p:cNvSpPr/>
                <p:nvPr/>
              </p:nvSpPr>
              <p:spPr>
                <a:xfrm>
                  <a:off x="883495" y="4261704"/>
                  <a:ext cx="15691" cy="213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7740" extrusionOk="0">
                      <a:moveTo>
                        <a:pt x="300" y="1"/>
                      </a:moveTo>
                      <a:cubicBezTo>
                        <a:pt x="133" y="1"/>
                        <a:pt x="0" y="134"/>
                        <a:pt x="0" y="301"/>
                      </a:cubicBezTo>
                      <a:lnTo>
                        <a:pt x="0" y="7440"/>
                      </a:lnTo>
                      <a:cubicBezTo>
                        <a:pt x="0" y="7606"/>
                        <a:pt x="133" y="7740"/>
                        <a:pt x="300" y="7740"/>
                      </a:cubicBezTo>
                      <a:cubicBezTo>
                        <a:pt x="400" y="7740"/>
                        <a:pt x="534" y="7606"/>
                        <a:pt x="567" y="7440"/>
                      </a:cubicBezTo>
                      <a:lnTo>
                        <a:pt x="567" y="301"/>
                      </a:lnTo>
                      <a:cubicBezTo>
                        <a:pt x="567" y="134"/>
                        <a:pt x="467" y="1"/>
                        <a:pt x="300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3" name="Google Shape;1293;p30"/>
                <p:cNvSpPr/>
                <p:nvPr/>
              </p:nvSpPr>
              <p:spPr>
                <a:xfrm>
                  <a:off x="783960" y="4360326"/>
                  <a:ext cx="213818" cy="15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0" h="568" extrusionOk="0">
                      <a:moveTo>
                        <a:pt x="301" y="0"/>
                      </a:moveTo>
                      <a:cubicBezTo>
                        <a:pt x="134" y="0"/>
                        <a:pt x="0" y="134"/>
                        <a:pt x="0" y="300"/>
                      </a:cubicBezTo>
                      <a:cubicBezTo>
                        <a:pt x="0" y="467"/>
                        <a:pt x="134" y="567"/>
                        <a:pt x="301" y="567"/>
                      </a:cubicBezTo>
                      <a:lnTo>
                        <a:pt x="7439" y="567"/>
                      </a:lnTo>
                      <a:cubicBezTo>
                        <a:pt x="7606" y="567"/>
                        <a:pt x="7739" y="467"/>
                        <a:pt x="7739" y="300"/>
                      </a:cubicBezTo>
                      <a:cubicBezTo>
                        <a:pt x="7739" y="100"/>
                        <a:pt x="7606" y="0"/>
                        <a:pt x="7439" y="0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94" name="Google Shape;1294;p30"/>
            <p:cNvGrpSpPr/>
            <p:nvPr/>
          </p:nvGrpSpPr>
          <p:grpSpPr>
            <a:xfrm>
              <a:off x="8682758" y="1527568"/>
              <a:ext cx="232368" cy="974453"/>
              <a:chOff x="2546733" y="2525280"/>
              <a:chExt cx="232368" cy="974453"/>
            </a:xfrm>
          </p:grpSpPr>
          <p:sp>
            <p:nvSpPr>
              <p:cNvPr id="1295" name="Google Shape;1295;p30"/>
              <p:cNvSpPr/>
              <p:nvPr/>
            </p:nvSpPr>
            <p:spPr>
              <a:xfrm>
                <a:off x="2688157" y="252528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0"/>
              <p:cNvSpPr/>
              <p:nvPr/>
            </p:nvSpPr>
            <p:spPr>
              <a:xfrm>
                <a:off x="2688157" y="270789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0"/>
              <p:cNvSpPr/>
              <p:nvPr/>
            </p:nvSpPr>
            <p:spPr>
              <a:xfrm>
                <a:off x="2688157" y="2890500"/>
                <a:ext cx="90944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7" extrusionOk="0">
                    <a:moveTo>
                      <a:pt x="1935" y="0"/>
                    </a:moveTo>
                    <a:cubicBezTo>
                      <a:pt x="868" y="0"/>
                      <a:pt x="0" y="901"/>
                      <a:pt x="0" y="1968"/>
                    </a:cubicBezTo>
                    <a:cubicBezTo>
                      <a:pt x="0" y="3036"/>
                      <a:pt x="868" y="3936"/>
                      <a:pt x="1935" y="3936"/>
                    </a:cubicBezTo>
                    <a:cubicBezTo>
                      <a:pt x="3036" y="3936"/>
                      <a:pt x="3903" y="3036"/>
                      <a:pt x="3903" y="1968"/>
                    </a:cubicBezTo>
                    <a:cubicBezTo>
                      <a:pt x="3903" y="901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0"/>
              <p:cNvSpPr/>
              <p:nvPr/>
            </p:nvSpPr>
            <p:spPr>
              <a:xfrm>
                <a:off x="2546733" y="252528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867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03" y="3936"/>
                      <a:pt x="3903" y="3069"/>
                      <a:pt x="3937" y="1968"/>
                    </a:cubicBezTo>
                    <a:cubicBezTo>
                      <a:pt x="3937" y="867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0"/>
              <p:cNvSpPr/>
              <p:nvPr/>
            </p:nvSpPr>
            <p:spPr>
              <a:xfrm>
                <a:off x="2546733" y="270789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0"/>
                    </a:moveTo>
                    <a:cubicBezTo>
                      <a:pt x="901" y="0"/>
                      <a:pt x="0" y="901"/>
                      <a:pt x="0" y="1968"/>
                    </a:cubicBezTo>
                    <a:cubicBezTo>
                      <a:pt x="0" y="3069"/>
                      <a:pt x="901" y="3936"/>
                      <a:pt x="1968" y="3936"/>
                    </a:cubicBezTo>
                    <a:cubicBezTo>
                      <a:pt x="3003" y="3936"/>
                      <a:pt x="3937" y="3069"/>
                      <a:pt x="3937" y="1968"/>
                    </a:cubicBezTo>
                    <a:cubicBezTo>
                      <a:pt x="3937" y="901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0"/>
              <p:cNvSpPr/>
              <p:nvPr/>
            </p:nvSpPr>
            <p:spPr>
              <a:xfrm>
                <a:off x="2546733" y="2889707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868"/>
                      <a:pt x="0" y="1969"/>
                    </a:cubicBezTo>
                    <a:cubicBezTo>
                      <a:pt x="0" y="3036"/>
                      <a:pt x="901" y="3937"/>
                      <a:pt x="1968" y="3937"/>
                    </a:cubicBezTo>
                    <a:cubicBezTo>
                      <a:pt x="3003" y="3937"/>
                      <a:pt x="3937" y="3036"/>
                      <a:pt x="3937" y="1969"/>
                    </a:cubicBezTo>
                    <a:cubicBezTo>
                      <a:pt x="3937" y="868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0"/>
              <p:cNvSpPr/>
              <p:nvPr/>
            </p:nvSpPr>
            <p:spPr>
              <a:xfrm>
                <a:off x="2688157" y="3043571"/>
                <a:ext cx="90944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04" extrusionOk="0">
                    <a:moveTo>
                      <a:pt x="1935" y="0"/>
                    </a:moveTo>
                    <a:cubicBezTo>
                      <a:pt x="868" y="0"/>
                      <a:pt x="0" y="868"/>
                      <a:pt x="0" y="1935"/>
                    </a:cubicBezTo>
                    <a:cubicBezTo>
                      <a:pt x="0" y="3036"/>
                      <a:pt x="868" y="3903"/>
                      <a:pt x="1935" y="3903"/>
                    </a:cubicBezTo>
                    <a:cubicBezTo>
                      <a:pt x="3036" y="3903"/>
                      <a:pt x="3903" y="3036"/>
                      <a:pt x="3903" y="1935"/>
                    </a:cubicBezTo>
                    <a:cubicBezTo>
                      <a:pt x="3903" y="868"/>
                      <a:pt x="3036" y="0"/>
                      <a:pt x="1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0"/>
              <p:cNvSpPr/>
              <p:nvPr/>
            </p:nvSpPr>
            <p:spPr>
              <a:xfrm>
                <a:off x="2688157" y="3225388"/>
                <a:ext cx="90944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8" extrusionOk="0">
                    <a:moveTo>
                      <a:pt x="1935" y="1"/>
                    </a:moveTo>
                    <a:cubicBezTo>
                      <a:pt x="868" y="1"/>
                      <a:pt x="0" y="902"/>
                      <a:pt x="0" y="1969"/>
                    </a:cubicBezTo>
                    <a:cubicBezTo>
                      <a:pt x="0" y="3070"/>
                      <a:pt x="868" y="3937"/>
                      <a:pt x="1935" y="3937"/>
                    </a:cubicBezTo>
                    <a:cubicBezTo>
                      <a:pt x="3036" y="3937"/>
                      <a:pt x="3903" y="3070"/>
                      <a:pt x="3903" y="1969"/>
                    </a:cubicBezTo>
                    <a:cubicBezTo>
                      <a:pt x="3903" y="902"/>
                      <a:pt x="3036" y="1"/>
                      <a:pt x="19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0"/>
              <p:cNvSpPr/>
              <p:nvPr/>
            </p:nvSpPr>
            <p:spPr>
              <a:xfrm>
                <a:off x="2688157" y="3407998"/>
                <a:ext cx="90944" cy="91736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938" extrusionOk="0">
                    <a:moveTo>
                      <a:pt x="1935" y="1"/>
                    </a:moveTo>
                    <a:cubicBezTo>
                      <a:pt x="868" y="1"/>
                      <a:pt x="0" y="902"/>
                      <a:pt x="0" y="1969"/>
                    </a:cubicBezTo>
                    <a:cubicBezTo>
                      <a:pt x="0" y="3070"/>
                      <a:pt x="868" y="3937"/>
                      <a:pt x="1935" y="3937"/>
                    </a:cubicBezTo>
                    <a:cubicBezTo>
                      <a:pt x="3036" y="3937"/>
                      <a:pt x="3903" y="3070"/>
                      <a:pt x="3903" y="1969"/>
                    </a:cubicBezTo>
                    <a:cubicBezTo>
                      <a:pt x="3903" y="902"/>
                      <a:pt x="3036" y="1"/>
                      <a:pt x="19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0"/>
              <p:cNvSpPr/>
              <p:nvPr/>
            </p:nvSpPr>
            <p:spPr>
              <a:xfrm>
                <a:off x="2546733" y="3043571"/>
                <a:ext cx="91712" cy="90944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04" extrusionOk="0">
                    <a:moveTo>
                      <a:pt x="1968" y="0"/>
                    </a:moveTo>
                    <a:cubicBezTo>
                      <a:pt x="901" y="0"/>
                      <a:pt x="0" y="868"/>
                      <a:pt x="0" y="1935"/>
                    </a:cubicBezTo>
                    <a:cubicBezTo>
                      <a:pt x="0" y="3036"/>
                      <a:pt x="901" y="3903"/>
                      <a:pt x="1968" y="3903"/>
                    </a:cubicBezTo>
                    <a:cubicBezTo>
                      <a:pt x="3003" y="3903"/>
                      <a:pt x="3903" y="3036"/>
                      <a:pt x="3937" y="1935"/>
                    </a:cubicBezTo>
                    <a:cubicBezTo>
                      <a:pt x="3937" y="868"/>
                      <a:pt x="3069" y="0"/>
                      <a:pt x="1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0"/>
              <p:cNvSpPr/>
              <p:nvPr/>
            </p:nvSpPr>
            <p:spPr>
              <a:xfrm>
                <a:off x="2546733" y="3224620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868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03" y="3937"/>
                      <a:pt x="3903" y="3103"/>
                      <a:pt x="3937" y="1969"/>
                    </a:cubicBezTo>
                    <a:cubicBezTo>
                      <a:pt x="3937" y="868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0"/>
              <p:cNvSpPr/>
              <p:nvPr/>
            </p:nvSpPr>
            <p:spPr>
              <a:xfrm>
                <a:off x="2546733" y="3407229"/>
                <a:ext cx="91712" cy="9171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937" extrusionOk="0">
                    <a:moveTo>
                      <a:pt x="1968" y="1"/>
                    </a:moveTo>
                    <a:cubicBezTo>
                      <a:pt x="901" y="1"/>
                      <a:pt x="0" y="901"/>
                      <a:pt x="0" y="1969"/>
                    </a:cubicBezTo>
                    <a:cubicBezTo>
                      <a:pt x="0" y="3069"/>
                      <a:pt x="901" y="3937"/>
                      <a:pt x="1968" y="3937"/>
                    </a:cubicBezTo>
                    <a:cubicBezTo>
                      <a:pt x="3003" y="3937"/>
                      <a:pt x="3903" y="3069"/>
                      <a:pt x="3937" y="1969"/>
                    </a:cubicBezTo>
                    <a:cubicBezTo>
                      <a:pt x="3937" y="901"/>
                      <a:pt x="3069" y="1"/>
                      <a:pt x="1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7" name="Google Shape;1307;p30"/>
            <p:cNvGrpSpPr/>
            <p:nvPr/>
          </p:nvGrpSpPr>
          <p:grpSpPr>
            <a:xfrm>
              <a:off x="7931584" y="467609"/>
              <a:ext cx="648306" cy="649281"/>
              <a:chOff x="5022684" y="4300597"/>
              <a:chExt cx="648306" cy="649281"/>
            </a:xfrm>
          </p:grpSpPr>
          <p:sp>
            <p:nvSpPr>
              <p:cNvPr id="1308" name="Google Shape;1308;p30"/>
              <p:cNvSpPr/>
              <p:nvPr/>
            </p:nvSpPr>
            <p:spPr>
              <a:xfrm>
                <a:off x="5022684" y="4300597"/>
                <a:ext cx="235516" cy="235528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4851" extrusionOk="0">
                    <a:moveTo>
                      <a:pt x="0" y="1"/>
                    </a:moveTo>
                    <a:lnTo>
                      <a:pt x="0" y="4851"/>
                    </a:lnTo>
                    <a:lnTo>
                      <a:pt x="4850" y="4851"/>
                    </a:lnTo>
                    <a:lnTo>
                      <a:pt x="4850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0"/>
              <p:cNvSpPr/>
              <p:nvPr/>
            </p:nvSpPr>
            <p:spPr>
              <a:xfrm>
                <a:off x="5157512" y="4434502"/>
                <a:ext cx="166235" cy="166292"/>
              </a:xfrm>
              <a:custGeom>
                <a:avLst/>
                <a:gdLst/>
                <a:ahLst/>
                <a:cxnLst/>
                <a:rect l="l" t="t" r="r" b="b"/>
                <a:pathLst>
                  <a:path w="3424" h="3425" extrusionOk="0">
                    <a:moveTo>
                      <a:pt x="0" y="1"/>
                    </a:moveTo>
                    <a:lnTo>
                      <a:pt x="0" y="3424"/>
                    </a:lnTo>
                    <a:lnTo>
                      <a:pt x="3424" y="3424"/>
                    </a:lnTo>
                    <a:lnTo>
                      <a:pt x="342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0"/>
              <p:cNvSpPr/>
              <p:nvPr/>
            </p:nvSpPr>
            <p:spPr>
              <a:xfrm>
                <a:off x="5569375" y="4434502"/>
                <a:ext cx="101615" cy="10162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093" extrusionOk="0">
                    <a:moveTo>
                      <a:pt x="0" y="1"/>
                    </a:moveTo>
                    <a:lnTo>
                      <a:pt x="0" y="2093"/>
                    </a:lnTo>
                    <a:lnTo>
                      <a:pt x="2093" y="2093"/>
                    </a:lnTo>
                    <a:lnTo>
                      <a:pt x="209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0"/>
              <p:cNvSpPr/>
              <p:nvPr/>
            </p:nvSpPr>
            <p:spPr>
              <a:xfrm>
                <a:off x="5294185" y="4811309"/>
                <a:ext cx="138562" cy="138569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0" y="0"/>
                    </a:moveTo>
                    <a:lnTo>
                      <a:pt x="0" y="2853"/>
                    </a:lnTo>
                    <a:lnTo>
                      <a:pt x="2853" y="2853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2" name="Google Shape;1312;p30"/>
            <p:cNvSpPr/>
            <p:nvPr/>
          </p:nvSpPr>
          <p:spPr>
            <a:xfrm>
              <a:off x="4772155" y="4845647"/>
              <a:ext cx="175087" cy="191303"/>
            </a:xfrm>
            <a:custGeom>
              <a:avLst/>
              <a:gdLst/>
              <a:ahLst/>
              <a:cxnLst/>
              <a:rect l="l" t="t" r="r" b="b"/>
              <a:pathLst>
                <a:path w="6338" h="6925" extrusionOk="0">
                  <a:moveTo>
                    <a:pt x="749" y="0"/>
                  </a:moveTo>
                  <a:cubicBezTo>
                    <a:pt x="358" y="0"/>
                    <a:pt x="0" y="307"/>
                    <a:pt x="0" y="708"/>
                  </a:cubicBezTo>
                  <a:lnTo>
                    <a:pt x="0" y="6179"/>
                  </a:lnTo>
                  <a:cubicBezTo>
                    <a:pt x="0" y="6626"/>
                    <a:pt x="351" y="6925"/>
                    <a:pt x="737" y="6925"/>
                  </a:cubicBezTo>
                  <a:cubicBezTo>
                    <a:pt x="870" y="6925"/>
                    <a:pt x="1006" y="6890"/>
                    <a:pt x="1134" y="6813"/>
                  </a:cubicBezTo>
                  <a:lnTo>
                    <a:pt x="5838" y="4111"/>
                  </a:lnTo>
                  <a:cubicBezTo>
                    <a:pt x="6338" y="3811"/>
                    <a:pt x="6338" y="3077"/>
                    <a:pt x="5838" y="2810"/>
                  </a:cubicBezTo>
                  <a:lnTo>
                    <a:pt x="1134" y="108"/>
                  </a:lnTo>
                  <a:cubicBezTo>
                    <a:pt x="1010" y="34"/>
                    <a:pt x="878" y="0"/>
                    <a:pt x="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3" name="Google Shape;1313;p30"/>
            <p:cNvGrpSpPr/>
            <p:nvPr/>
          </p:nvGrpSpPr>
          <p:grpSpPr>
            <a:xfrm>
              <a:off x="218646" y="488887"/>
              <a:ext cx="355724" cy="1888212"/>
              <a:chOff x="124471" y="1153724"/>
              <a:chExt cx="355724" cy="1888212"/>
            </a:xfrm>
          </p:grpSpPr>
          <p:sp>
            <p:nvSpPr>
              <p:cNvPr id="1314" name="Google Shape;1314;p30"/>
              <p:cNvSpPr/>
              <p:nvPr/>
            </p:nvSpPr>
            <p:spPr>
              <a:xfrm>
                <a:off x="224005" y="1153724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0"/>
              <p:cNvSpPr/>
              <p:nvPr/>
            </p:nvSpPr>
            <p:spPr>
              <a:xfrm>
                <a:off x="124471" y="1251407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0"/>
              <p:cNvSpPr/>
              <p:nvPr/>
            </p:nvSpPr>
            <p:spPr>
              <a:xfrm>
                <a:off x="323843" y="1395556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0"/>
              <p:cNvSpPr/>
              <p:nvPr/>
            </p:nvSpPr>
            <p:spPr>
              <a:xfrm>
                <a:off x="250712" y="2821681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0"/>
              <p:cNvSpPr/>
              <p:nvPr/>
            </p:nvSpPr>
            <p:spPr>
              <a:xfrm>
                <a:off x="394474" y="2956216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9" name="Google Shape;1319;p30"/>
            <p:cNvGrpSpPr/>
            <p:nvPr/>
          </p:nvGrpSpPr>
          <p:grpSpPr>
            <a:xfrm>
              <a:off x="313312" y="4328124"/>
              <a:ext cx="609540" cy="583574"/>
              <a:chOff x="3105300" y="593625"/>
              <a:chExt cx="256800" cy="245850"/>
            </a:xfrm>
          </p:grpSpPr>
          <p:sp>
            <p:nvSpPr>
              <p:cNvPr id="1320" name="Google Shape;1320;p30"/>
              <p:cNvSpPr/>
              <p:nvPr/>
            </p:nvSpPr>
            <p:spPr>
              <a:xfrm>
                <a:off x="3130975" y="695850"/>
                <a:ext cx="109875" cy="10987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4395" extrusionOk="0">
                    <a:moveTo>
                      <a:pt x="1" y="1"/>
                    </a:moveTo>
                    <a:lnTo>
                      <a:pt x="1" y="4394"/>
                    </a:lnTo>
                    <a:lnTo>
                      <a:pt x="4394" y="4394"/>
                    </a:lnTo>
                    <a:lnTo>
                      <a:pt x="439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0"/>
              <p:cNvSpPr/>
              <p:nvPr/>
            </p:nvSpPr>
            <p:spPr>
              <a:xfrm>
                <a:off x="3202300" y="765275"/>
                <a:ext cx="74200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968" extrusionOk="0">
                    <a:moveTo>
                      <a:pt x="1" y="1"/>
                    </a:moveTo>
                    <a:lnTo>
                      <a:pt x="1" y="2968"/>
                    </a:lnTo>
                    <a:lnTo>
                      <a:pt x="2968" y="2968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0"/>
              <p:cNvSpPr/>
              <p:nvPr/>
            </p:nvSpPr>
            <p:spPr>
              <a:xfrm>
                <a:off x="3293125" y="652575"/>
                <a:ext cx="6897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759" extrusionOk="0">
                    <a:moveTo>
                      <a:pt x="1" y="1"/>
                    </a:moveTo>
                    <a:lnTo>
                      <a:pt x="1" y="2759"/>
                    </a:lnTo>
                    <a:lnTo>
                      <a:pt x="2759" y="2759"/>
                    </a:lnTo>
                    <a:lnTo>
                      <a:pt x="2759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0"/>
              <p:cNvSpPr/>
              <p:nvPr/>
            </p:nvSpPr>
            <p:spPr>
              <a:xfrm>
                <a:off x="3105300" y="593625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0"/>
                    </a:moveTo>
                    <a:lnTo>
                      <a:pt x="0" y="1427"/>
                    </a:lnTo>
                    <a:lnTo>
                      <a:pt x="1427" y="14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5" name="Google Shape;1325;p31"/>
          <p:cNvGrpSpPr/>
          <p:nvPr/>
        </p:nvGrpSpPr>
        <p:grpSpPr>
          <a:xfrm>
            <a:off x="4800605" y="-2897864"/>
            <a:ext cx="8043475" cy="8043475"/>
            <a:chOff x="1241175" y="-1300650"/>
            <a:chExt cx="8043475" cy="8043475"/>
          </a:xfrm>
        </p:grpSpPr>
        <p:sp>
          <p:nvSpPr>
            <p:cNvPr id="1326" name="Google Shape;1326;p31"/>
            <p:cNvSpPr/>
            <p:nvPr/>
          </p:nvSpPr>
          <p:spPr>
            <a:xfrm>
              <a:off x="1241175" y="-1300650"/>
              <a:ext cx="8043475" cy="8043475"/>
            </a:xfrm>
            <a:custGeom>
              <a:avLst/>
              <a:gdLst/>
              <a:ahLst/>
              <a:cxnLst/>
              <a:rect l="l" t="t" r="r" b="b"/>
              <a:pathLst>
                <a:path w="321739" h="321739" extrusionOk="0">
                  <a:moveTo>
                    <a:pt x="160885" y="3831"/>
                  </a:moveTo>
                  <a:cubicBezTo>
                    <a:pt x="182071" y="3831"/>
                    <a:pt x="202679" y="7965"/>
                    <a:pt x="222011" y="16141"/>
                  </a:cubicBezTo>
                  <a:cubicBezTo>
                    <a:pt x="240704" y="24044"/>
                    <a:pt x="257482" y="35351"/>
                    <a:pt x="271920" y="49789"/>
                  </a:cubicBezTo>
                  <a:cubicBezTo>
                    <a:pt x="286358" y="64227"/>
                    <a:pt x="297696" y="81036"/>
                    <a:pt x="305599" y="99729"/>
                  </a:cubicBezTo>
                  <a:cubicBezTo>
                    <a:pt x="313806" y="119121"/>
                    <a:pt x="317939" y="139669"/>
                    <a:pt x="317939" y="160854"/>
                  </a:cubicBezTo>
                  <a:cubicBezTo>
                    <a:pt x="317939" y="182070"/>
                    <a:pt x="313806" y="202618"/>
                    <a:pt x="305599" y="222010"/>
                  </a:cubicBezTo>
                  <a:cubicBezTo>
                    <a:pt x="297696" y="240703"/>
                    <a:pt x="286358" y="257482"/>
                    <a:pt x="271920" y="271920"/>
                  </a:cubicBezTo>
                  <a:cubicBezTo>
                    <a:pt x="257482" y="286358"/>
                    <a:pt x="240704" y="297695"/>
                    <a:pt x="222011" y="305598"/>
                  </a:cubicBezTo>
                  <a:cubicBezTo>
                    <a:pt x="202618" y="313805"/>
                    <a:pt x="182071" y="317939"/>
                    <a:pt x="160885" y="317939"/>
                  </a:cubicBezTo>
                  <a:cubicBezTo>
                    <a:pt x="139669" y="317939"/>
                    <a:pt x="119121" y="313805"/>
                    <a:pt x="99729" y="305598"/>
                  </a:cubicBezTo>
                  <a:cubicBezTo>
                    <a:pt x="81035" y="297695"/>
                    <a:pt x="64257" y="286358"/>
                    <a:pt x="49819" y="271920"/>
                  </a:cubicBezTo>
                  <a:cubicBezTo>
                    <a:pt x="35381" y="257482"/>
                    <a:pt x="24043" y="240703"/>
                    <a:pt x="16140" y="222010"/>
                  </a:cubicBezTo>
                  <a:cubicBezTo>
                    <a:pt x="7934" y="202618"/>
                    <a:pt x="3800" y="182070"/>
                    <a:pt x="3800" y="160854"/>
                  </a:cubicBezTo>
                  <a:cubicBezTo>
                    <a:pt x="3800" y="139669"/>
                    <a:pt x="7934" y="119121"/>
                    <a:pt x="16140" y="99729"/>
                  </a:cubicBezTo>
                  <a:cubicBezTo>
                    <a:pt x="24104" y="81036"/>
                    <a:pt x="35381" y="64288"/>
                    <a:pt x="49819" y="49850"/>
                  </a:cubicBezTo>
                  <a:cubicBezTo>
                    <a:pt x="64257" y="35412"/>
                    <a:pt x="81035" y="24074"/>
                    <a:pt x="99729" y="16171"/>
                  </a:cubicBezTo>
                  <a:cubicBezTo>
                    <a:pt x="119121" y="7965"/>
                    <a:pt x="139669" y="3831"/>
                    <a:pt x="160885" y="3831"/>
                  </a:cubicBezTo>
                  <a:close/>
                  <a:moveTo>
                    <a:pt x="160885" y="1"/>
                  </a:moveTo>
                  <a:cubicBezTo>
                    <a:pt x="139121" y="1"/>
                    <a:pt x="118088" y="4256"/>
                    <a:pt x="98239" y="12645"/>
                  </a:cubicBezTo>
                  <a:cubicBezTo>
                    <a:pt x="79090" y="20731"/>
                    <a:pt x="61856" y="32311"/>
                    <a:pt x="47114" y="47114"/>
                  </a:cubicBezTo>
                  <a:cubicBezTo>
                    <a:pt x="32372" y="61886"/>
                    <a:pt x="20730" y="79090"/>
                    <a:pt x="12645" y="98239"/>
                  </a:cubicBezTo>
                  <a:cubicBezTo>
                    <a:pt x="4256" y="118088"/>
                    <a:pt x="0" y="139121"/>
                    <a:pt x="0" y="160854"/>
                  </a:cubicBezTo>
                  <a:cubicBezTo>
                    <a:pt x="0" y="182587"/>
                    <a:pt x="4256" y="203651"/>
                    <a:pt x="12645" y="223469"/>
                  </a:cubicBezTo>
                  <a:cubicBezTo>
                    <a:pt x="20730" y="242618"/>
                    <a:pt x="32341" y="259822"/>
                    <a:pt x="47114" y="274625"/>
                  </a:cubicBezTo>
                  <a:cubicBezTo>
                    <a:pt x="61886" y="289397"/>
                    <a:pt x="79120" y="300978"/>
                    <a:pt x="98270" y="309094"/>
                  </a:cubicBezTo>
                  <a:cubicBezTo>
                    <a:pt x="118088" y="317483"/>
                    <a:pt x="139152" y="321738"/>
                    <a:pt x="160885" y="321738"/>
                  </a:cubicBezTo>
                  <a:cubicBezTo>
                    <a:pt x="182618" y="321738"/>
                    <a:pt x="203652" y="317483"/>
                    <a:pt x="223500" y="309094"/>
                  </a:cubicBezTo>
                  <a:cubicBezTo>
                    <a:pt x="242649" y="300978"/>
                    <a:pt x="259884" y="289397"/>
                    <a:pt x="274626" y="274625"/>
                  </a:cubicBezTo>
                  <a:cubicBezTo>
                    <a:pt x="289367" y="259822"/>
                    <a:pt x="301009" y="242618"/>
                    <a:pt x="309094" y="223469"/>
                  </a:cubicBezTo>
                  <a:cubicBezTo>
                    <a:pt x="317483" y="203651"/>
                    <a:pt x="321739" y="182587"/>
                    <a:pt x="321739" y="160854"/>
                  </a:cubicBezTo>
                  <a:cubicBezTo>
                    <a:pt x="321739" y="139121"/>
                    <a:pt x="317483" y="118088"/>
                    <a:pt x="309094" y="98239"/>
                  </a:cubicBezTo>
                  <a:cubicBezTo>
                    <a:pt x="301009" y="79090"/>
                    <a:pt x="289398" y="61856"/>
                    <a:pt x="274626" y="47114"/>
                  </a:cubicBezTo>
                  <a:cubicBezTo>
                    <a:pt x="259853" y="32372"/>
                    <a:pt x="242649" y="20731"/>
                    <a:pt x="223500" y="12645"/>
                  </a:cubicBezTo>
                  <a:cubicBezTo>
                    <a:pt x="203652" y="4256"/>
                    <a:pt x="182618" y="1"/>
                    <a:pt x="160885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1"/>
            <p:cNvSpPr/>
            <p:nvPr/>
          </p:nvSpPr>
          <p:spPr>
            <a:xfrm>
              <a:off x="1787525" y="-755050"/>
              <a:ext cx="6950775" cy="6951500"/>
            </a:xfrm>
            <a:custGeom>
              <a:avLst/>
              <a:gdLst/>
              <a:ahLst/>
              <a:cxnLst/>
              <a:rect l="l" t="t" r="r" b="b"/>
              <a:pathLst>
                <a:path w="278031" h="278060" extrusionOk="0">
                  <a:moveTo>
                    <a:pt x="139031" y="3800"/>
                  </a:moveTo>
                  <a:cubicBezTo>
                    <a:pt x="175141" y="3800"/>
                    <a:pt x="209123" y="17874"/>
                    <a:pt x="234656" y="43406"/>
                  </a:cubicBezTo>
                  <a:cubicBezTo>
                    <a:pt x="260188" y="68969"/>
                    <a:pt x="274231" y="102890"/>
                    <a:pt x="274231" y="139030"/>
                  </a:cubicBezTo>
                  <a:cubicBezTo>
                    <a:pt x="274231" y="175171"/>
                    <a:pt x="260188" y="209153"/>
                    <a:pt x="234656" y="234685"/>
                  </a:cubicBezTo>
                  <a:cubicBezTo>
                    <a:pt x="209093" y="260187"/>
                    <a:pt x="175110" y="274260"/>
                    <a:pt x="139031" y="274260"/>
                  </a:cubicBezTo>
                  <a:cubicBezTo>
                    <a:pt x="102921" y="274260"/>
                    <a:pt x="68969" y="260187"/>
                    <a:pt x="43406" y="234716"/>
                  </a:cubicBezTo>
                  <a:cubicBezTo>
                    <a:pt x="17904" y="209153"/>
                    <a:pt x="3831" y="175201"/>
                    <a:pt x="3831" y="139091"/>
                  </a:cubicBezTo>
                  <a:cubicBezTo>
                    <a:pt x="3831" y="102951"/>
                    <a:pt x="17904" y="68969"/>
                    <a:pt x="43406" y="43436"/>
                  </a:cubicBezTo>
                  <a:cubicBezTo>
                    <a:pt x="68969" y="17874"/>
                    <a:pt x="102921" y="3800"/>
                    <a:pt x="139031" y="3800"/>
                  </a:cubicBezTo>
                  <a:close/>
                  <a:moveTo>
                    <a:pt x="139031" y="1"/>
                  </a:moveTo>
                  <a:cubicBezTo>
                    <a:pt x="120246" y="1"/>
                    <a:pt x="102039" y="3709"/>
                    <a:pt x="84926" y="10943"/>
                  </a:cubicBezTo>
                  <a:cubicBezTo>
                    <a:pt x="68361" y="17934"/>
                    <a:pt x="53497" y="27995"/>
                    <a:pt x="40731" y="40761"/>
                  </a:cubicBezTo>
                  <a:cubicBezTo>
                    <a:pt x="27965" y="53497"/>
                    <a:pt x="17934" y="68361"/>
                    <a:pt x="10943" y="84926"/>
                  </a:cubicBezTo>
                  <a:cubicBezTo>
                    <a:pt x="3679" y="102069"/>
                    <a:pt x="1" y="120276"/>
                    <a:pt x="1" y="139030"/>
                  </a:cubicBezTo>
                  <a:cubicBezTo>
                    <a:pt x="1" y="157815"/>
                    <a:pt x="3679" y="176022"/>
                    <a:pt x="10943" y="193134"/>
                  </a:cubicBezTo>
                  <a:cubicBezTo>
                    <a:pt x="17934" y="209700"/>
                    <a:pt x="27965" y="224563"/>
                    <a:pt x="40731" y="237330"/>
                  </a:cubicBezTo>
                  <a:cubicBezTo>
                    <a:pt x="53497" y="250096"/>
                    <a:pt x="68361" y="260126"/>
                    <a:pt x="84926" y="267117"/>
                  </a:cubicBezTo>
                  <a:cubicBezTo>
                    <a:pt x="102039" y="274382"/>
                    <a:pt x="120246" y="278060"/>
                    <a:pt x="139031" y="278060"/>
                  </a:cubicBezTo>
                  <a:cubicBezTo>
                    <a:pt x="157785" y="278060"/>
                    <a:pt x="175992" y="274412"/>
                    <a:pt x="193135" y="267117"/>
                  </a:cubicBezTo>
                  <a:cubicBezTo>
                    <a:pt x="209670" y="260126"/>
                    <a:pt x="224534" y="250096"/>
                    <a:pt x="237300" y="237330"/>
                  </a:cubicBezTo>
                  <a:cubicBezTo>
                    <a:pt x="250066" y="224563"/>
                    <a:pt x="260097" y="209700"/>
                    <a:pt x="267088" y="193134"/>
                  </a:cubicBezTo>
                  <a:cubicBezTo>
                    <a:pt x="274352" y="176022"/>
                    <a:pt x="278030" y="157815"/>
                    <a:pt x="278030" y="139030"/>
                  </a:cubicBezTo>
                  <a:cubicBezTo>
                    <a:pt x="278030" y="120276"/>
                    <a:pt x="274352" y="102069"/>
                    <a:pt x="267088" y="84926"/>
                  </a:cubicBezTo>
                  <a:cubicBezTo>
                    <a:pt x="260097" y="68361"/>
                    <a:pt x="250066" y="53528"/>
                    <a:pt x="237300" y="40761"/>
                  </a:cubicBezTo>
                  <a:cubicBezTo>
                    <a:pt x="224534" y="27965"/>
                    <a:pt x="209701" y="17934"/>
                    <a:pt x="193135" y="10943"/>
                  </a:cubicBezTo>
                  <a:cubicBezTo>
                    <a:pt x="175992" y="3709"/>
                    <a:pt x="157785" y="1"/>
                    <a:pt x="139031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1"/>
            <p:cNvSpPr/>
            <p:nvPr/>
          </p:nvSpPr>
          <p:spPr>
            <a:xfrm>
              <a:off x="2333125" y="-208675"/>
              <a:ext cx="5859575" cy="5860300"/>
            </a:xfrm>
            <a:custGeom>
              <a:avLst/>
              <a:gdLst/>
              <a:ahLst/>
              <a:cxnLst/>
              <a:rect l="l" t="t" r="r" b="b"/>
              <a:pathLst>
                <a:path w="234383" h="234412" extrusionOk="0">
                  <a:moveTo>
                    <a:pt x="117207" y="3800"/>
                  </a:moveTo>
                  <a:cubicBezTo>
                    <a:pt x="147481" y="3800"/>
                    <a:pt x="175962" y="15593"/>
                    <a:pt x="197360" y="37022"/>
                  </a:cubicBezTo>
                  <a:cubicBezTo>
                    <a:pt x="218789" y="58390"/>
                    <a:pt x="230583" y="86901"/>
                    <a:pt x="230583" y="117175"/>
                  </a:cubicBezTo>
                  <a:cubicBezTo>
                    <a:pt x="230583" y="147449"/>
                    <a:pt x="218789" y="175930"/>
                    <a:pt x="197360" y="197359"/>
                  </a:cubicBezTo>
                  <a:cubicBezTo>
                    <a:pt x="175962" y="218788"/>
                    <a:pt x="147481" y="230551"/>
                    <a:pt x="117207" y="230551"/>
                  </a:cubicBezTo>
                  <a:cubicBezTo>
                    <a:pt x="86902" y="230551"/>
                    <a:pt x="58452" y="218788"/>
                    <a:pt x="37023" y="197359"/>
                  </a:cubicBezTo>
                  <a:cubicBezTo>
                    <a:pt x="15594" y="175960"/>
                    <a:pt x="3831" y="147480"/>
                    <a:pt x="3831" y="117175"/>
                  </a:cubicBezTo>
                  <a:cubicBezTo>
                    <a:pt x="3831" y="86901"/>
                    <a:pt x="15594" y="58451"/>
                    <a:pt x="37023" y="37022"/>
                  </a:cubicBezTo>
                  <a:cubicBezTo>
                    <a:pt x="58422" y="15593"/>
                    <a:pt x="86902" y="3800"/>
                    <a:pt x="117207" y="3800"/>
                  </a:cubicBezTo>
                  <a:close/>
                  <a:moveTo>
                    <a:pt x="117207" y="0"/>
                  </a:moveTo>
                  <a:cubicBezTo>
                    <a:pt x="85899" y="0"/>
                    <a:pt x="56446" y="12189"/>
                    <a:pt x="34318" y="34347"/>
                  </a:cubicBezTo>
                  <a:cubicBezTo>
                    <a:pt x="12220" y="56506"/>
                    <a:pt x="1" y="85898"/>
                    <a:pt x="1" y="117206"/>
                  </a:cubicBezTo>
                  <a:cubicBezTo>
                    <a:pt x="1" y="148513"/>
                    <a:pt x="12159" y="177966"/>
                    <a:pt x="34318" y="200094"/>
                  </a:cubicBezTo>
                  <a:cubicBezTo>
                    <a:pt x="56476" y="222192"/>
                    <a:pt x="85899" y="234411"/>
                    <a:pt x="117207" y="234411"/>
                  </a:cubicBezTo>
                  <a:cubicBezTo>
                    <a:pt x="148514" y="234411"/>
                    <a:pt x="177907" y="222162"/>
                    <a:pt x="200065" y="200064"/>
                  </a:cubicBezTo>
                  <a:cubicBezTo>
                    <a:pt x="222224" y="177936"/>
                    <a:pt x="234382" y="148483"/>
                    <a:pt x="234382" y="117175"/>
                  </a:cubicBezTo>
                  <a:cubicBezTo>
                    <a:pt x="234382" y="85868"/>
                    <a:pt x="222224" y="56445"/>
                    <a:pt x="200065" y="34317"/>
                  </a:cubicBezTo>
                  <a:cubicBezTo>
                    <a:pt x="177907" y="12189"/>
                    <a:pt x="148514" y="0"/>
                    <a:pt x="117207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1"/>
            <p:cNvSpPr/>
            <p:nvPr/>
          </p:nvSpPr>
          <p:spPr>
            <a:xfrm>
              <a:off x="2878750" y="336925"/>
              <a:ext cx="4768350" cy="4768325"/>
            </a:xfrm>
            <a:custGeom>
              <a:avLst/>
              <a:gdLst/>
              <a:ahLst/>
              <a:cxnLst/>
              <a:rect l="l" t="t" r="r" b="b"/>
              <a:pathLst>
                <a:path w="190734" h="190733" extrusionOk="0">
                  <a:moveTo>
                    <a:pt x="95382" y="3800"/>
                  </a:moveTo>
                  <a:cubicBezTo>
                    <a:pt x="119850" y="3800"/>
                    <a:pt x="142829" y="13344"/>
                    <a:pt x="160125" y="30609"/>
                  </a:cubicBezTo>
                  <a:cubicBezTo>
                    <a:pt x="177389" y="47904"/>
                    <a:pt x="186934" y="70883"/>
                    <a:pt x="186934" y="95351"/>
                  </a:cubicBezTo>
                  <a:cubicBezTo>
                    <a:pt x="186934" y="119820"/>
                    <a:pt x="177389" y="142799"/>
                    <a:pt x="160125" y="160094"/>
                  </a:cubicBezTo>
                  <a:cubicBezTo>
                    <a:pt x="142829" y="177389"/>
                    <a:pt x="119850" y="186933"/>
                    <a:pt x="95382" y="186933"/>
                  </a:cubicBezTo>
                  <a:cubicBezTo>
                    <a:pt x="70913" y="186933"/>
                    <a:pt x="47904" y="177389"/>
                    <a:pt x="30639" y="160094"/>
                  </a:cubicBezTo>
                  <a:cubicBezTo>
                    <a:pt x="13344" y="142829"/>
                    <a:pt x="3800" y="119789"/>
                    <a:pt x="3800" y="95351"/>
                  </a:cubicBezTo>
                  <a:cubicBezTo>
                    <a:pt x="3800" y="70944"/>
                    <a:pt x="13344" y="47904"/>
                    <a:pt x="30639" y="30609"/>
                  </a:cubicBezTo>
                  <a:cubicBezTo>
                    <a:pt x="47904" y="13344"/>
                    <a:pt x="70913" y="3800"/>
                    <a:pt x="95382" y="3800"/>
                  </a:cubicBezTo>
                  <a:close/>
                  <a:moveTo>
                    <a:pt x="95382" y="0"/>
                  </a:moveTo>
                  <a:cubicBezTo>
                    <a:pt x="69910" y="0"/>
                    <a:pt x="45928" y="9909"/>
                    <a:pt x="27934" y="27934"/>
                  </a:cubicBezTo>
                  <a:cubicBezTo>
                    <a:pt x="9909" y="45928"/>
                    <a:pt x="0" y="69880"/>
                    <a:pt x="0" y="95351"/>
                  </a:cubicBezTo>
                  <a:cubicBezTo>
                    <a:pt x="0" y="120853"/>
                    <a:pt x="9909" y="144805"/>
                    <a:pt x="27934" y="162799"/>
                  </a:cubicBezTo>
                  <a:cubicBezTo>
                    <a:pt x="45928" y="180793"/>
                    <a:pt x="69910" y="190733"/>
                    <a:pt x="95382" y="190733"/>
                  </a:cubicBezTo>
                  <a:cubicBezTo>
                    <a:pt x="120853" y="190733"/>
                    <a:pt x="144805" y="180793"/>
                    <a:pt x="162799" y="162799"/>
                  </a:cubicBezTo>
                  <a:cubicBezTo>
                    <a:pt x="180824" y="144805"/>
                    <a:pt x="190733" y="120823"/>
                    <a:pt x="190733" y="95351"/>
                  </a:cubicBezTo>
                  <a:cubicBezTo>
                    <a:pt x="190733" y="69910"/>
                    <a:pt x="180824" y="45928"/>
                    <a:pt x="162799" y="27934"/>
                  </a:cubicBezTo>
                  <a:cubicBezTo>
                    <a:pt x="144805" y="9909"/>
                    <a:pt x="120823" y="0"/>
                    <a:pt x="95382" y="0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1"/>
            <p:cNvSpPr/>
            <p:nvPr/>
          </p:nvSpPr>
          <p:spPr>
            <a:xfrm>
              <a:off x="3425100" y="883275"/>
              <a:ext cx="3675625" cy="3675625"/>
            </a:xfrm>
            <a:custGeom>
              <a:avLst/>
              <a:gdLst/>
              <a:ahLst/>
              <a:cxnLst/>
              <a:rect l="l" t="t" r="r" b="b"/>
              <a:pathLst>
                <a:path w="147025" h="147025" extrusionOk="0">
                  <a:moveTo>
                    <a:pt x="73528" y="3800"/>
                  </a:moveTo>
                  <a:cubicBezTo>
                    <a:pt x="111978" y="3800"/>
                    <a:pt x="143225" y="35047"/>
                    <a:pt x="143225" y="73497"/>
                  </a:cubicBezTo>
                  <a:cubicBezTo>
                    <a:pt x="143225" y="111948"/>
                    <a:pt x="111978" y="143225"/>
                    <a:pt x="73528" y="143225"/>
                  </a:cubicBezTo>
                  <a:cubicBezTo>
                    <a:pt x="35077" y="143225"/>
                    <a:pt x="3800" y="111948"/>
                    <a:pt x="3800" y="73497"/>
                  </a:cubicBezTo>
                  <a:cubicBezTo>
                    <a:pt x="3800" y="35047"/>
                    <a:pt x="35077" y="3800"/>
                    <a:pt x="73528" y="3800"/>
                  </a:cubicBezTo>
                  <a:close/>
                  <a:moveTo>
                    <a:pt x="73528" y="1"/>
                  </a:moveTo>
                  <a:cubicBezTo>
                    <a:pt x="32980" y="1"/>
                    <a:pt x="1" y="32950"/>
                    <a:pt x="1" y="73497"/>
                  </a:cubicBezTo>
                  <a:cubicBezTo>
                    <a:pt x="1" y="114045"/>
                    <a:pt x="32980" y="147024"/>
                    <a:pt x="73528" y="147024"/>
                  </a:cubicBezTo>
                  <a:cubicBezTo>
                    <a:pt x="114045" y="147024"/>
                    <a:pt x="147025" y="114045"/>
                    <a:pt x="147025" y="73497"/>
                  </a:cubicBezTo>
                  <a:cubicBezTo>
                    <a:pt x="147025" y="32950"/>
                    <a:pt x="114045" y="1"/>
                    <a:pt x="73528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1"/>
            <p:cNvSpPr/>
            <p:nvPr/>
          </p:nvSpPr>
          <p:spPr>
            <a:xfrm>
              <a:off x="3971475" y="1430400"/>
              <a:ext cx="2583650" cy="2583650"/>
            </a:xfrm>
            <a:custGeom>
              <a:avLst/>
              <a:gdLst/>
              <a:ahLst/>
              <a:cxnLst/>
              <a:rect l="l" t="t" r="r" b="b"/>
              <a:pathLst>
                <a:path w="103346" h="103346" extrusionOk="0">
                  <a:moveTo>
                    <a:pt x="51673" y="3739"/>
                  </a:moveTo>
                  <a:cubicBezTo>
                    <a:pt x="78056" y="3739"/>
                    <a:pt x="99546" y="25199"/>
                    <a:pt x="99546" y="51612"/>
                  </a:cubicBezTo>
                  <a:cubicBezTo>
                    <a:pt x="99546" y="78026"/>
                    <a:pt x="78056" y="99485"/>
                    <a:pt x="51673" y="99485"/>
                  </a:cubicBezTo>
                  <a:cubicBezTo>
                    <a:pt x="25259" y="99485"/>
                    <a:pt x="3800" y="78026"/>
                    <a:pt x="3800" y="51612"/>
                  </a:cubicBezTo>
                  <a:cubicBezTo>
                    <a:pt x="3800" y="25229"/>
                    <a:pt x="25259" y="3739"/>
                    <a:pt x="51673" y="3739"/>
                  </a:cubicBezTo>
                  <a:close/>
                  <a:moveTo>
                    <a:pt x="51673" y="1"/>
                  </a:moveTo>
                  <a:cubicBezTo>
                    <a:pt x="23162" y="1"/>
                    <a:pt x="0" y="23162"/>
                    <a:pt x="0" y="51673"/>
                  </a:cubicBezTo>
                  <a:cubicBezTo>
                    <a:pt x="0" y="80154"/>
                    <a:pt x="23162" y="103346"/>
                    <a:pt x="51673" y="103346"/>
                  </a:cubicBezTo>
                  <a:cubicBezTo>
                    <a:pt x="80154" y="103346"/>
                    <a:pt x="103345" y="80154"/>
                    <a:pt x="103345" y="51673"/>
                  </a:cubicBezTo>
                  <a:cubicBezTo>
                    <a:pt x="103345" y="23162"/>
                    <a:pt x="80154" y="1"/>
                    <a:pt x="51673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1"/>
            <p:cNvSpPr/>
            <p:nvPr/>
          </p:nvSpPr>
          <p:spPr>
            <a:xfrm>
              <a:off x="4516300" y="1974475"/>
              <a:ext cx="1493225" cy="1493225"/>
            </a:xfrm>
            <a:custGeom>
              <a:avLst/>
              <a:gdLst/>
              <a:ahLst/>
              <a:cxnLst/>
              <a:rect l="l" t="t" r="r" b="b"/>
              <a:pathLst>
                <a:path w="59729" h="59729" extrusionOk="0">
                  <a:moveTo>
                    <a:pt x="29880" y="3800"/>
                  </a:moveTo>
                  <a:cubicBezTo>
                    <a:pt x="44227" y="3800"/>
                    <a:pt x="55929" y="15503"/>
                    <a:pt x="55929" y="29849"/>
                  </a:cubicBezTo>
                  <a:cubicBezTo>
                    <a:pt x="55929" y="44226"/>
                    <a:pt x="44227" y="55929"/>
                    <a:pt x="29880" y="55929"/>
                  </a:cubicBezTo>
                  <a:cubicBezTo>
                    <a:pt x="15503" y="55929"/>
                    <a:pt x="3800" y="44226"/>
                    <a:pt x="3800" y="29849"/>
                  </a:cubicBezTo>
                  <a:cubicBezTo>
                    <a:pt x="3800" y="15503"/>
                    <a:pt x="15503" y="3800"/>
                    <a:pt x="29880" y="3800"/>
                  </a:cubicBezTo>
                  <a:close/>
                  <a:moveTo>
                    <a:pt x="29880" y="1"/>
                  </a:moveTo>
                  <a:cubicBezTo>
                    <a:pt x="13405" y="1"/>
                    <a:pt x="1" y="13405"/>
                    <a:pt x="1" y="29849"/>
                  </a:cubicBezTo>
                  <a:cubicBezTo>
                    <a:pt x="1" y="46324"/>
                    <a:pt x="13405" y="59728"/>
                    <a:pt x="29880" y="59728"/>
                  </a:cubicBezTo>
                  <a:cubicBezTo>
                    <a:pt x="46354" y="59728"/>
                    <a:pt x="59728" y="46324"/>
                    <a:pt x="59728" y="29849"/>
                  </a:cubicBezTo>
                  <a:cubicBezTo>
                    <a:pt x="59728" y="13405"/>
                    <a:pt x="46324" y="1"/>
                    <a:pt x="29880" y="1"/>
                  </a:cubicBezTo>
                  <a:close/>
                </a:path>
              </a:pathLst>
            </a:custGeom>
            <a:solidFill>
              <a:srgbClr val="201A4A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3" name="Google Shape;1333;p31"/>
          <p:cNvGrpSpPr/>
          <p:nvPr/>
        </p:nvGrpSpPr>
        <p:grpSpPr>
          <a:xfrm>
            <a:off x="151608" y="193697"/>
            <a:ext cx="8393629" cy="4799168"/>
            <a:chOff x="151608" y="193697"/>
            <a:chExt cx="8393629" cy="4799168"/>
          </a:xfrm>
        </p:grpSpPr>
        <p:grpSp>
          <p:nvGrpSpPr>
            <p:cNvPr id="1334" name="Google Shape;1334;p31"/>
            <p:cNvGrpSpPr/>
            <p:nvPr/>
          </p:nvGrpSpPr>
          <p:grpSpPr>
            <a:xfrm>
              <a:off x="507337" y="193699"/>
              <a:ext cx="609540" cy="583574"/>
              <a:chOff x="3105300" y="593625"/>
              <a:chExt cx="256800" cy="245850"/>
            </a:xfrm>
          </p:grpSpPr>
          <p:sp>
            <p:nvSpPr>
              <p:cNvPr id="1335" name="Google Shape;1335;p31"/>
              <p:cNvSpPr/>
              <p:nvPr/>
            </p:nvSpPr>
            <p:spPr>
              <a:xfrm>
                <a:off x="3130975" y="695850"/>
                <a:ext cx="109875" cy="10987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4395" extrusionOk="0">
                    <a:moveTo>
                      <a:pt x="1" y="1"/>
                    </a:moveTo>
                    <a:lnTo>
                      <a:pt x="1" y="4394"/>
                    </a:lnTo>
                    <a:lnTo>
                      <a:pt x="4394" y="4394"/>
                    </a:lnTo>
                    <a:lnTo>
                      <a:pt x="439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1"/>
              <p:cNvSpPr/>
              <p:nvPr/>
            </p:nvSpPr>
            <p:spPr>
              <a:xfrm>
                <a:off x="3202300" y="765275"/>
                <a:ext cx="74200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968" extrusionOk="0">
                    <a:moveTo>
                      <a:pt x="1" y="1"/>
                    </a:moveTo>
                    <a:lnTo>
                      <a:pt x="1" y="2968"/>
                    </a:lnTo>
                    <a:lnTo>
                      <a:pt x="2968" y="2968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1"/>
              <p:cNvSpPr/>
              <p:nvPr/>
            </p:nvSpPr>
            <p:spPr>
              <a:xfrm>
                <a:off x="3293125" y="652575"/>
                <a:ext cx="6897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759" extrusionOk="0">
                    <a:moveTo>
                      <a:pt x="1" y="1"/>
                    </a:moveTo>
                    <a:lnTo>
                      <a:pt x="1" y="2759"/>
                    </a:lnTo>
                    <a:lnTo>
                      <a:pt x="2759" y="2759"/>
                    </a:lnTo>
                    <a:lnTo>
                      <a:pt x="2759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1"/>
              <p:cNvSpPr/>
              <p:nvPr/>
            </p:nvSpPr>
            <p:spPr>
              <a:xfrm>
                <a:off x="3105300" y="593625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0"/>
                    </a:moveTo>
                    <a:lnTo>
                      <a:pt x="0" y="1427"/>
                    </a:lnTo>
                    <a:lnTo>
                      <a:pt x="1427" y="14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9" name="Google Shape;1339;p31"/>
            <p:cNvGrpSpPr/>
            <p:nvPr/>
          </p:nvGrpSpPr>
          <p:grpSpPr>
            <a:xfrm>
              <a:off x="7913328" y="1157702"/>
              <a:ext cx="631910" cy="457789"/>
              <a:chOff x="691339" y="-641130"/>
              <a:chExt cx="254310" cy="184228"/>
            </a:xfrm>
          </p:grpSpPr>
          <p:sp>
            <p:nvSpPr>
              <p:cNvPr id="1340" name="Google Shape;1340;p31"/>
              <p:cNvSpPr/>
              <p:nvPr/>
            </p:nvSpPr>
            <p:spPr>
              <a:xfrm>
                <a:off x="888549" y="-641130"/>
                <a:ext cx="57100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84" extrusionOk="0">
                    <a:moveTo>
                      <a:pt x="1" y="1"/>
                    </a:moveTo>
                    <a:lnTo>
                      <a:pt x="1" y="2283"/>
                    </a:lnTo>
                    <a:lnTo>
                      <a:pt x="2283" y="2283"/>
                    </a:lnTo>
                    <a:lnTo>
                      <a:pt x="228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1"/>
              <p:cNvSpPr/>
              <p:nvPr/>
            </p:nvSpPr>
            <p:spPr>
              <a:xfrm>
                <a:off x="691339" y="-590527"/>
                <a:ext cx="103700" cy="104150"/>
              </a:xfrm>
              <a:custGeom>
                <a:avLst/>
                <a:gdLst/>
                <a:ahLst/>
                <a:cxnLst/>
                <a:rect l="l" t="t" r="r" b="b"/>
                <a:pathLst>
                  <a:path w="4148" h="4166" extrusionOk="0">
                    <a:moveTo>
                      <a:pt x="1" y="0"/>
                    </a:moveTo>
                    <a:lnTo>
                      <a:pt x="1" y="4166"/>
                    </a:lnTo>
                    <a:lnTo>
                      <a:pt x="4147" y="4166"/>
                    </a:lnTo>
                    <a:lnTo>
                      <a:pt x="414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1"/>
              <p:cNvSpPr/>
              <p:nvPr/>
            </p:nvSpPr>
            <p:spPr>
              <a:xfrm>
                <a:off x="753639" y="-528252"/>
                <a:ext cx="71350" cy="713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1" y="1"/>
                    </a:moveTo>
                    <a:lnTo>
                      <a:pt x="1" y="2854"/>
                    </a:lnTo>
                    <a:lnTo>
                      <a:pt x="2854" y="2854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3" name="Google Shape;1343;p31"/>
            <p:cNvGrpSpPr/>
            <p:nvPr/>
          </p:nvGrpSpPr>
          <p:grpSpPr>
            <a:xfrm>
              <a:off x="342634" y="4343584"/>
              <a:ext cx="648306" cy="649281"/>
              <a:chOff x="5022684" y="4300597"/>
              <a:chExt cx="648306" cy="649281"/>
            </a:xfrm>
          </p:grpSpPr>
          <p:sp>
            <p:nvSpPr>
              <p:cNvPr id="1344" name="Google Shape;1344;p31"/>
              <p:cNvSpPr/>
              <p:nvPr/>
            </p:nvSpPr>
            <p:spPr>
              <a:xfrm>
                <a:off x="5022684" y="4300597"/>
                <a:ext cx="235516" cy="235528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4851" extrusionOk="0">
                    <a:moveTo>
                      <a:pt x="0" y="1"/>
                    </a:moveTo>
                    <a:lnTo>
                      <a:pt x="0" y="4851"/>
                    </a:lnTo>
                    <a:lnTo>
                      <a:pt x="4850" y="4851"/>
                    </a:lnTo>
                    <a:lnTo>
                      <a:pt x="4850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1"/>
              <p:cNvSpPr/>
              <p:nvPr/>
            </p:nvSpPr>
            <p:spPr>
              <a:xfrm>
                <a:off x="5157512" y="4434502"/>
                <a:ext cx="166235" cy="166292"/>
              </a:xfrm>
              <a:custGeom>
                <a:avLst/>
                <a:gdLst/>
                <a:ahLst/>
                <a:cxnLst/>
                <a:rect l="l" t="t" r="r" b="b"/>
                <a:pathLst>
                  <a:path w="3424" h="3425" extrusionOk="0">
                    <a:moveTo>
                      <a:pt x="0" y="1"/>
                    </a:moveTo>
                    <a:lnTo>
                      <a:pt x="0" y="3424"/>
                    </a:lnTo>
                    <a:lnTo>
                      <a:pt x="3424" y="3424"/>
                    </a:lnTo>
                    <a:lnTo>
                      <a:pt x="342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1"/>
              <p:cNvSpPr/>
              <p:nvPr/>
            </p:nvSpPr>
            <p:spPr>
              <a:xfrm>
                <a:off x="5569375" y="4434502"/>
                <a:ext cx="101615" cy="10162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093" extrusionOk="0">
                    <a:moveTo>
                      <a:pt x="0" y="1"/>
                    </a:moveTo>
                    <a:lnTo>
                      <a:pt x="0" y="2093"/>
                    </a:lnTo>
                    <a:lnTo>
                      <a:pt x="2093" y="2093"/>
                    </a:lnTo>
                    <a:lnTo>
                      <a:pt x="209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1"/>
              <p:cNvSpPr/>
              <p:nvPr/>
            </p:nvSpPr>
            <p:spPr>
              <a:xfrm>
                <a:off x="5294185" y="4811309"/>
                <a:ext cx="138562" cy="138569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0" y="0"/>
                    </a:moveTo>
                    <a:lnTo>
                      <a:pt x="0" y="2853"/>
                    </a:lnTo>
                    <a:lnTo>
                      <a:pt x="2853" y="2853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8" name="Google Shape;1348;p31"/>
            <p:cNvSpPr/>
            <p:nvPr/>
          </p:nvSpPr>
          <p:spPr>
            <a:xfrm>
              <a:off x="7913330" y="193697"/>
              <a:ext cx="175087" cy="191303"/>
            </a:xfrm>
            <a:custGeom>
              <a:avLst/>
              <a:gdLst/>
              <a:ahLst/>
              <a:cxnLst/>
              <a:rect l="l" t="t" r="r" b="b"/>
              <a:pathLst>
                <a:path w="6338" h="6925" extrusionOk="0">
                  <a:moveTo>
                    <a:pt x="749" y="0"/>
                  </a:moveTo>
                  <a:cubicBezTo>
                    <a:pt x="358" y="0"/>
                    <a:pt x="0" y="307"/>
                    <a:pt x="0" y="708"/>
                  </a:cubicBezTo>
                  <a:lnTo>
                    <a:pt x="0" y="6179"/>
                  </a:lnTo>
                  <a:cubicBezTo>
                    <a:pt x="0" y="6626"/>
                    <a:pt x="351" y="6925"/>
                    <a:pt x="737" y="6925"/>
                  </a:cubicBezTo>
                  <a:cubicBezTo>
                    <a:pt x="870" y="6925"/>
                    <a:pt x="1006" y="6890"/>
                    <a:pt x="1134" y="6813"/>
                  </a:cubicBezTo>
                  <a:lnTo>
                    <a:pt x="5838" y="4111"/>
                  </a:lnTo>
                  <a:cubicBezTo>
                    <a:pt x="6338" y="3811"/>
                    <a:pt x="6338" y="3077"/>
                    <a:pt x="5838" y="2810"/>
                  </a:cubicBezTo>
                  <a:lnTo>
                    <a:pt x="1134" y="108"/>
                  </a:lnTo>
                  <a:cubicBezTo>
                    <a:pt x="1010" y="34"/>
                    <a:pt x="878" y="0"/>
                    <a:pt x="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9" name="Google Shape;1349;p31"/>
            <p:cNvGrpSpPr/>
            <p:nvPr/>
          </p:nvGrpSpPr>
          <p:grpSpPr>
            <a:xfrm>
              <a:off x="151608" y="1402587"/>
              <a:ext cx="355724" cy="1888212"/>
              <a:chOff x="124471" y="1153724"/>
              <a:chExt cx="355724" cy="1888212"/>
            </a:xfrm>
          </p:grpSpPr>
          <p:sp>
            <p:nvSpPr>
              <p:cNvPr id="1350" name="Google Shape;1350;p31"/>
              <p:cNvSpPr/>
              <p:nvPr/>
            </p:nvSpPr>
            <p:spPr>
              <a:xfrm>
                <a:off x="224005" y="1153724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1"/>
              <p:cNvSpPr/>
              <p:nvPr/>
            </p:nvSpPr>
            <p:spPr>
              <a:xfrm>
                <a:off x="124471" y="1251407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1"/>
              <p:cNvSpPr/>
              <p:nvPr/>
            </p:nvSpPr>
            <p:spPr>
              <a:xfrm>
                <a:off x="323843" y="1395556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1"/>
              <p:cNvSpPr/>
              <p:nvPr/>
            </p:nvSpPr>
            <p:spPr>
              <a:xfrm>
                <a:off x="250712" y="2821681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1"/>
              <p:cNvSpPr/>
              <p:nvPr/>
            </p:nvSpPr>
            <p:spPr>
              <a:xfrm>
                <a:off x="394474" y="2956216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5" name="Google Shape;1355;p31"/>
            <p:cNvGrpSpPr/>
            <p:nvPr/>
          </p:nvGrpSpPr>
          <p:grpSpPr>
            <a:xfrm>
              <a:off x="5669774" y="4743018"/>
              <a:ext cx="229483" cy="220256"/>
              <a:chOff x="250712" y="2821681"/>
              <a:chExt cx="229483" cy="220256"/>
            </a:xfrm>
          </p:grpSpPr>
          <p:sp>
            <p:nvSpPr>
              <p:cNvPr id="1356" name="Google Shape;1356;p31"/>
              <p:cNvSpPr/>
              <p:nvPr/>
            </p:nvSpPr>
            <p:spPr>
              <a:xfrm>
                <a:off x="250712" y="2821681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1"/>
              <p:cNvSpPr/>
              <p:nvPr/>
            </p:nvSpPr>
            <p:spPr>
              <a:xfrm>
                <a:off x="394474" y="2956216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8" name="Google Shape;1358;p31"/>
          <p:cNvGrpSpPr/>
          <p:nvPr/>
        </p:nvGrpSpPr>
        <p:grpSpPr>
          <a:xfrm>
            <a:off x="8758502" y="3301184"/>
            <a:ext cx="232368" cy="973684"/>
            <a:chOff x="6656577" y="3252597"/>
            <a:chExt cx="232368" cy="973684"/>
          </a:xfrm>
        </p:grpSpPr>
        <p:sp>
          <p:nvSpPr>
            <p:cNvPr id="1359" name="Google Shape;1359;p31"/>
            <p:cNvSpPr/>
            <p:nvPr/>
          </p:nvSpPr>
          <p:spPr>
            <a:xfrm>
              <a:off x="6797232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69" y="3937"/>
                    <a:pt x="3936" y="3069"/>
                    <a:pt x="3936" y="1969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1"/>
            <p:cNvSpPr/>
            <p:nvPr/>
          </p:nvSpPr>
          <p:spPr>
            <a:xfrm>
              <a:off x="6797232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1"/>
            <p:cNvSpPr/>
            <p:nvPr/>
          </p:nvSpPr>
          <p:spPr>
            <a:xfrm>
              <a:off x="6797232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69" y="3936"/>
                    <a:pt x="3936" y="3036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1"/>
            <p:cNvSpPr/>
            <p:nvPr/>
          </p:nvSpPr>
          <p:spPr>
            <a:xfrm>
              <a:off x="6656577" y="325259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9"/>
                  </a:cubicBezTo>
                  <a:cubicBezTo>
                    <a:pt x="0" y="3069"/>
                    <a:pt x="901" y="3937"/>
                    <a:pt x="1968" y="3937"/>
                  </a:cubicBezTo>
                  <a:cubicBezTo>
                    <a:pt x="3036" y="3937"/>
                    <a:pt x="3937" y="3069"/>
                    <a:pt x="3937" y="1969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1"/>
            <p:cNvSpPr/>
            <p:nvPr/>
          </p:nvSpPr>
          <p:spPr>
            <a:xfrm>
              <a:off x="6656577" y="3434438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1"/>
            <p:cNvSpPr/>
            <p:nvPr/>
          </p:nvSpPr>
          <p:spPr>
            <a:xfrm>
              <a:off x="6656577" y="3617047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36"/>
                    <a:pt x="901" y="3936"/>
                    <a:pt x="1968" y="3936"/>
                  </a:cubicBezTo>
                  <a:cubicBezTo>
                    <a:pt x="3036" y="3936"/>
                    <a:pt x="3937" y="3036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1"/>
            <p:cNvSpPr/>
            <p:nvPr/>
          </p:nvSpPr>
          <p:spPr>
            <a:xfrm>
              <a:off x="6797232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69" y="3936"/>
                    <a:pt x="3936" y="3069"/>
                    <a:pt x="3936" y="1968"/>
                  </a:cubicBezTo>
                  <a:cubicBezTo>
                    <a:pt x="3936" y="901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1"/>
            <p:cNvSpPr/>
            <p:nvPr/>
          </p:nvSpPr>
          <p:spPr>
            <a:xfrm>
              <a:off x="6797232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69" y="3937"/>
                    <a:pt x="3936" y="3070"/>
                    <a:pt x="3936" y="1969"/>
                  </a:cubicBezTo>
                  <a:cubicBezTo>
                    <a:pt x="3936" y="902"/>
                    <a:pt x="3069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1"/>
            <p:cNvSpPr/>
            <p:nvPr/>
          </p:nvSpPr>
          <p:spPr>
            <a:xfrm>
              <a:off x="6798001" y="4135338"/>
              <a:ext cx="90944" cy="90944"/>
            </a:xfrm>
            <a:custGeom>
              <a:avLst/>
              <a:gdLst/>
              <a:ahLst/>
              <a:cxnLst/>
              <a:rect l="l" t="t" r="r" b="b"/>
              <a:pathLst>
                <a:path w="3904" h="3904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35" y="3903"/>
                  </a:cubicBezTo>
                  <a:cubicBezTo>
                    <a:pt x="3036" y="3903"/>
                    <a:pt x="3903" y="3036"/>
                    <a:pt x="3903" y="1935"/>
                  </a:cubicBezTo>
                  <a:cubicBezTo>
                    <a:pt x="3903" y="868"/>
                    <a:pt x="3036" y="0"/>
                    <a:pt x="1935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1"/>
            <p:cNvSpPr/>
            <p:nvPr/>
          </p:nvSpPr>
          <p:spPr>
            <a:xfrm>
              <a:off x="6656577" y="3769350"/>
              <a:ext cx="91712" cy="91712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901" y="0"/>
                    <a:pt x="0" y="901"/>
                    <a:pt x="0" y="1968"/>
                  </a:cubicBezTo>
                  <a:cubicBezTo>
                    <a:pt x="0" y="3069"/>
                    <a:pt x="901" y="3936"/>
                    <a:pt x="1968" y="3936"/>
                  </a:cubicBezTo>
                  <a:cubicBezTo>
                    <a:pt x="3036" y="3936"/>
                    <a:pt x="3937" y="3069"/>
                    <a:pt x="3937" y="1968"/>
                  </a:cubicBezTo>
                  <a:cubicBezTo>
                    <a:pt x="3937" y="901"/>
                    <a:pt x="3036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1"/>
            <p:cNvSpPr/>
            <p:nvPr/>
          </p:nvSpPr>
          <p:spPr>
            <a:xfrm>
              <a:off x="6656577" y="3951936"/>
              <a:ext cx="91712" cy="91736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8" y="1"/>
                  </a:moveTo>
                  <a:cubicBezTo>
                    <a:pt x="901" y="1"/>
                    <a:pt x="0" y="902"/>
                    <a:pt x="0" y="1969"/>
                  </a:cubicBezTo>
                  <a:cubicBezTo>
                    <a:pt x="0" y="3070"/>
                    <a:pt x="901" y="3937"/>
                    <a:pt x="1968" y="3937"/>
                  </a:cubicBezTo>
                  <a:cubicBezTo>
                    <a:pt x="3036" y="3937"/>
                    <a:pt x="3937" y="3070"/>
                    <a:pt x="3937" y="1969"/>
                  </a:cubicBezTo>
                  <a:cubicBezTo>
                    <a:pt x="3937" y="902"/>
                    <a:pt x="3036" y="1"/>
                    <a:pt x="1968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1"/>
            <p:cNvSpPr/>
            <p:nvPr/>
          </p:nvSpPr>
          <p:spPr>
            <a:xfrm>
              <a:off x="6656577" y="4135338"/>
              <a:ext cx="91712" cy="90944"/>
            </a:xfrm>
            <a:custGeom>
              <a:avLst/>
              <a:gdLst/>
              <a:ahLst/>
              <a:cxnLst/>
              <a:rect l="l" t="t" r="r" b="b"/>
              <a:pathLst>
                <a:path w="3937" h="3904" extrusionOk="0">
                  <a:moveTo>
                    <a:pt x="1968" y="0"/>
                  </a:moveTo>
                  <a:cubicBezTo>
                    <a:pt x="901" y="0"/>
                    <a:pt x="0" y="868"/>
                    <a:pt x="0" y="1935"/>
                  </a:cubicBezTo>
                  <a:cubicBezTo>
                    <a:pt x="0" y="3036"/>
                    <a:pt x="868" y="3903"/>
                    <a:pt x="1968" y="3903"/>
                  </a:cubicBezTo>
                  <a:cubicBezTo>
                    <a:pt x="3069" y="3903"/>
                    <a:pt x="3937" y="3036"/>
                    <a:pt x="3937" y="1935"/>
                  </a:cubicBezTo>
                  <a:cubicBezTo>
                    <a:pt x="3937" y="868"/>
                    <a:pt x="3069" y="0"/>
                    <a:pt x="1968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uprum"/>
              <a:buNone/>
              <a:defRPr sz="3500" b="1">
                <a:solidFill>
                  <a:schemeClr val="dk1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75" r:id="rId12"/>
    <p:sldLayoutId id="2147483676" r:id="rId13"/>
    <p:sldLayoutId id="2147483677" r:id="rId14"/>
  </p:sldLayoutIdLst>
  <p:transition spd="slow"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3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73" name="Google Shape;1373;p3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</p:sldLayoutIdLst>
  <p:transition spd="slow"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35"/>
          <p:cNvSpPr txBox="1">
            <a:spLocks noGrp="1"/>
          </p:cNvSpPr>
          <p:nvPr>
            <p:ph type="subTitle" idx="1"/>
          </p:nvPr>
        </p:nvSpPr>
        <p:spPr>
          <a:xfrm>
            <a:off x="731955" y="3044928"/>
            <a:ext cx="423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Documentação e Teste unitário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1382" name="Google Shape;1382;p35"/>
          <p:cNvSpPr txBox="1">
            <a:spLocks noGrp="1"/>
          </p:cNvSpPr>
          <p:nvPr>
            <p:ph type="ctrTitle"/>
          </p:nvPr>
        </p:nvSpPr>
        <p:spPr>
          <a:xfrm>
            <a:off x="713100" y="1166625"/>
            <a:ext cx="4045867" cy="20598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1"/>
                </a:solidFill>
              </a:rPr>
              <a:t>Desenvolvimento </a:t>
            </a:r>
            <a:r>
              <a:rPr lang="en" sz="3000" dirty="0"/>
              <a:t>GUIADO</a:t>
            </a:r>
            <a:r>
              <a:rPr lang="en" sz="3000" dirty="0">
                <a:solidFill>
                  <a:schemeClr val="accent1"/>
                </a:solidFill>
              </a:rPr>
              <a:t> por TESTES (TDD)</a:t>
            </a:r>
            <a:endParaRPr sz="3000" dirty="0">
              <a:solidFill>
                <a:schemeClr val="accent1"/>
              </a:solidFill>
            </a:endParaRPr>
          </a:p>
        </p:txBody>
      </p:sp>
      <p:grpSp>
        <p:nvGrpSpPr>
          <p:cNvPr id="1383" name="Google Shape;1383;p35"/>
          <p:cNvGrpSpPr/>
          <p:nvPr/>
        </p:nvGrpSpPr>
        <p:grpSpPr>
          <a:xfrm>
            <a:off x="5063927" y="191833"/>
            <a:ext cx="4239293" cy="4929688"/>
            <a:chOff x="5063927" y="191833"/>
            <a:chExt cx="4239293" cy="4929688"/>
          </a:xfrm>
        </p:grpSpPr>
        <p:sp>
          <p:nvSpPr>
            <p:cNvPr id="1384" name="Google Shape;1384;p35"/>
            <p:cNvSpPr/>
            <p:nvPr/>
          </p:nvSpPr>
          <p:spPr>
            <a:xfrm>
              <a:off x="5080530" y="679807"/>
              <a:ext cx="859773" cy="928891"/>
            </a:xfrm>
            <a:custGeom>
              <a:avLst/>
              <a:gdLst/>
              <a:ahLst/>
              <a:cxnLst/>
              <a:rect l="l" t="t" r="r" b="b"/>
              <a:pathLst>
                <a:path w="31123" h="33625" extrusionOk="0">
                  <a:moveTo>
                    <a:pt x="2402" y="0"/>
                  </a:moveTo>
                  <a:cubicBezTo>
                    <a:pt x="1101" y="0"/>
                    <a:pt x="0" y="1068"/>
                    <a:pt x="0" y="2402"/>
                  </a:cubicBezTo>
                  <a:lnTo>
                    <a:pt x="0" y="31256"/>
                  </a:lnTo>
                  <a:cubicBezTo>
                    <a:pt x="0" y="32557"/>
                    <a:pt x="1034" y="33624"/>
                    <a:pt x="2402" y="33624"/>
                  </a:cubicBezTo>
                  <a:lnTo>
                    <a:pt x="28687" y="33624"/>
                  </a:lnTo>
                  <a:cubicBezTo>
                    <a:pt x="30022" y="33624"/>
                    <a:pt x="31122" y="32557"/>
                    <a:pt x="31122" y="31256"/>
                  </a:cubicBezTo>
                  <a:lnTo>
                    <a:pt x="31122" y="2402"/>
                  </a:lnTo>
                  <a:cubicBezTo>
                    <a:pt x="31122" y="1101"/>
                    <a:pt x="30088" y="0"/>
                    <a:pt x="287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5"/>
            <p:cNvSpPr/>
            <p:nvPr/>
          </p:nvSpPr>
          <p:spPr>
            <a:xfrm>
              <a:off x="5124759" y="641103"/>
              <a:ext cx="858861" cy="928891"/>
            </a:xfrm>
            <a:custGeom>
              <a:avLst/>
              <a:gdLst/>
              <a:ahLst/>
              <a:cxnLst/>
              <a:rect l="l" t="t" r="r" b="b"/>
              <a:pathLst>
                <a:path w="31090" h="33625" extrusionOk="0">
                  <a:moveTo>
                    <a:pt x="2369" y="0"/>
                  </a:moveTo>
                  <a:cubicBezTo>
                    <a:pt x="1068" y="0"/>
                    <a:pt x="0" y="1034"/>
                    <a:pt x="0" y="2369"/>
                  </a:cubicBezTo>
                  <a:lnTo>
                    <a:pt x="0" y="31223"/>
                  </a:lnTo>
                  <a:cubicBezTo>
                    <a:pt x="0" y="32524"/>
                    <a:pt x="1034" y="33624"/>
                    <a:pt x="2369" y="33624"/>
                  </a:cubicBezTo>
                  <a:lnTo>
                    <a:pt x="28721" y="33624"/>
                  </a:lnTo>
                  <a:cubicBezTo>
                    <a:pt x="30022" y="33624"/>
                    <a:pt x="31089" y="32524"/>
                    <a:pt x="31089" y="31223"/>
                  </a:cubicBezTo>
                  <a:lnTo>
                    <a:pt x="31089" y="2369"/>
                  </a:lnTo>
                  <a:cubicBezTo>
                    <a:pt x="31089" y="1068"/>
                    <a:pt x="30055" y="0"/>
                    <a:pt x="28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5"/>
            <p:cNvSpPr/>
            <p:nvPr/>
          </p:nvSpPr>
          <p:spPr>
            <a:xfrm>
              <a:off x="5195701" y="732322"/>
              <a:ext cx="317964" cy="745516"/>
            </a:xfrm>
            <a:custGeom>
              <a:avLst/>
              <a:gdLst/>
              <a:ahLst/>
              <a:cxnLst/>
              <a:rect l="l" t="t" r="r" b="b"/>
              <a:pathLst>
                <a:path w="11510" h="26987" extrusionOk="0">
                  <a:moveTo>
                    <a:pt x="2136" y="1"/>
                  </a:moveTo>
                  <a:cubicBezTo>
                    <a:pt x="968" y="1"/>
                    <a:pt x="1" y="968"/>
                    <a:pt x="1" y="2102"/>
                  </a:cubicBezTo>
                  <a:lnTo>
                    <a:pt x="1" y="24852"/>
                  </a:lnTo>
                  <a:cubicBezTo>
                    <a:pt x="1" y="26019"/>
                    <a:pt x="968" y="26987"/>
                    <a:pt x="2136" y="26987"/>
                  </a:cubicBezTo>
                  <a:lnTo>
                    <a:pt x="9408" y="26987"/>
                  </a:lnTo>
                  <a:cubicBezTo>
                    <a:pt x="10575" y="26987"/>
                    <a:pt x="11476" y="26019"/>
                    <a:pt x="11509" y="24852"/>
                  </a:cubicBezTo>
                  <a:lnTo>
                    <a:pt x="11509" y="2102"/>
                  </a:lnTo>
                  <a:cubicBezTo>
                    <a:pt x="11509" y="935"/>
                    <a:pt x="10575" y="1"/>
                    <a:pt x="94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5"/>
            <p:cNvSpPr/>
            <p:nvPr/>
          </p:nvSpPr>
          <p:spPr>
            <a:xfrm>
              <a:off x="5586434" y="778401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1"/>
                  </a:moveTo>
                  <a:cubicBezTo>
                    <a:pt x="134" y="1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1"/>
                    <a:pt x="11775" y="234"/>
                  </a:cubicBezTo>
                  <a:cubicBezTo>
                    <a:pt x="11775" y="101"/>
                    <a:pt x="11642" y="1"/>
                    <a:pt x="11508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5"/>
            <p:cNvSpPr/>
            <p:nvPr/>
          </p:nvSpPr>
          <p:spPr>
            <a:xfrm>
              <a:off x="5586434" y="867797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0"/>
                  </a:moveTo>
                  <a:cubicBezTo>
                    <a:pt x="134" y="0"/>
                    <a:pt x="0" y="134"/>
                    <a:pt x="0" y="267"/>
                  </a:cubicBezTo>
                  <a:cubicBezTo>
                    <a:pt x="0" y="400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34"/>
                    <a:pt x="11775" y="267"/>
                  </a:cubicBezTo>
                  <a:cubicBezTo>
                    <a:pt x="11775" y="134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5"/>
            <p:cNvSpPr/>
            <p:nvPr/>
          </p:nvSpPr>
          <p:spPr>
            <a:xfrm>
              <a:off x="5586434" y="958104"/>
              <a:ext cx="325312" cy="13840"/>
            </a:xfrm>
            <a:custGeom>
              <a:avLst/>
              <a:gdLst/>
              <a:ahLst/>
              <a:cxnLst/>
              <a:rect l="l" t="t" r="r" b="b"/>
              <a:pathLst>
                <a:path w="11776" h="501" extrusionOk="0">
                  <a:moveTo>
                    <a:pt x="267" y="0"/>
                  </a:moveTo>
                  <a:cubicBezTo>
                    <a:pt x="134" y="0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0"/>
                    <a:pt x="11775" y="234"/>
                  </a:cubicBezTo>
                  <a:cubicBezTo>
                    <a:pt x="11775" y="100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5"/>
            <p:cNvSpPr/>
            <p:nvPr/>
          </p:nvSpPr>
          <p:spPr>
            <a:xfrm>
              <a:off x="7383006" y="1647171"/>
              <a:ext cx="773168" cy="911376"/>
            </a:xfrm>
            <a:custGeom>
              <a:avLst/>
              <a:gdLst/>
              <a:ahLst/>
              <a:cxnLst/>
              <a:rect l="l" t="t" r="r" b="b"/>
              <a:pathLst>
                <a:path w="27988" h="32991" extrusionOk="0">
                  <a:moveTo>
                    <a:pt x="2302" y="0"/>
                  </a:moveTo>
                  <a:cubicBezTo>
                    <a:pt x="1035" y="0"/>
                    <a:pt x="1" y="1068"/>
                    <a:pt x="1" y="2302"/>
                  </a:cubicBezTo>
                  <a:lnTo>
                    <a:pt x="1" y="30689"/>
                  </a:lnTo>
                  <a:cubicBezTo>
                    <a:pt x="1" y="31956"/>
                    <a:pt x="1035" y="32990"/>
                    <a:pt x="2302" y="32990"/>
                  </a:cubicBezTo>
                  <a:lnTo>
                    <a:pt x="25686" y="32990"/>
                  </a:lnTo>
                  <a:cubicBezTo>
                    <a:pt x="26953" y="32990"/>
                    <a:pt x="27987" y="31990"/>
                    <a:pt x="27987" y="30689"/>
                  </a:cubicBezTo>
                  <a:lnTo>
                    <a:pt x="27987" y="2302"/>
                  </a:lnTo>
                  <a:cubicBezTo>
                    <a:pt x="27987" y="1068"/>
                    <a:pt x="26953" y="0"/>
                    <a:pt x="256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5"/>
            <p:cNvSpPr/>
            <p:nvPr/>
          </p:nvSpPr>
          <p:spPr>
            <a:xfrm>
              <a:off x="7441074" y="1595567"/>
              <a:ext cx="772229" cy="911376"/>
            </a:xfrm>
            <a:custGeom>
              <a:avLst/>
              <a:gdLst/>
              <a:ahLst/>
              <a:cxnLst/>
              <a:rect l="l" t="t" r="r" b="b"/>
              <a:pathLst>
                <a:path w="27954" h="32991" extrusionOk="0">
                  <a:moveTo>
                    <a:pt x="2268" y="0"/>
                  </a:moveTo>
                  <a:cubicBezTo>
                    <a:pt x="1034" y="0"/>
                    <a:pt x="0" y="1034"/>
                    <a:pt x="0" y="2302"/>
                  </a:cubicBezTo>
                  <a:lnTo>
                    <a:pt x="0" y="30689"/>
                  </a:lnTo>
                  <a:cubicBezTo>
                    <a:pt x="0" y="31956"/>
                    <a:pt x="1034" y="32990"/>
                    <a:pt x="2268" y="32990"/>
                  </a:cubicBezTo>
                  <a:lnTo>
                    <a:pt x="25685" y="32990"/>
                  </a:lnTo>
                  <a:cubicBezTo>
                    <a:pt x="26919" y="32990"/>
                    <a:pt x="27953" y="31956"/>
                    <a:pt x="27953" y="30689"/>
                  </a:cubicBezTo>
                  <a:lnTo>
                    <a:pt x="27953" y="2302"/>
                  </a:lnTo>
                  <a:cubicBezTo>
                    <a:pt x="27953" y="1034"/>
                    <a:pt x="26919" y="0"/>
                    <a:pt x="25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5"/>
            <p:cNvSpPr/>
            <p:nvPr/>
          </p:nvSpPr>
          <p:spPr>
            <a:xfrm>
              <a:off x="7535056" y="1723638"/>
              <a:ext cx="240531" cy="439597"/>
            </a:xfrm>
            <a:custGeom>
              <a:avLst/>
              <a:gdLst/>
              <a:ahLst/>
              <a:cxnLst/>
              <a:rect l="l" t="t" r="r" b="b"/>
              <a:pathLst>
                <a:path w="8707" h="15913" extrusionOk="0">
                  <a:moveTo>
                    <a:pt x="1668" y="1"/>
                  </a:moveTo>
                  <a:cubicBezTo>
                    <a:pt x="768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68" y="15912"/>
                    <a:pt x="1668" y="15912"/>
                  </a:cubicBezTo>
                  <a:lnTo>
                    <a:pt x="7039" y="15912"/>
                  </a:lnTo>
                  <a:cubicBezTo>
                    <a:pt x="7973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73" y="1"/>
                    <a:pt x="70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5"/>
            <p:cNvSpPr/>
            <p:nvPr/>
          </p:nvSpPr>
          <p:spPr>
            <a:xfrm>
              <a:off x="7878771" y="1723638"/>
              <a:ext cx="240531" cy="439597"/>
            </a:xfrm>
            <a:custGeom>
              <a:avLst/>
              <a:gdLst/>
              <a:ahLst/>
              <a:cxnLst/>
              <a:rect l="l" t="t" r="r" b="b"/>
              <a:pathLst>
                <a:path w="8707" h="15913" extrusionOk="0">
                  <a:moveTo>
                    <a:pt x="1669" y="1"/>
                  </a:moveTo>
                  <a:cubicBezTo>
                    <a:pt x="735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35" y="15912"/>
                    <a:pt x="1669" y="15912"/>
                  </a:cubicBezTo>
                  <a:lnTo>
                    <a:pt x="7039" y="15912"/>
                  </a:lnTo>
                  <a:cubicBezTo>
                    <a:pt x="7940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40" y="1"/>
                    <a:pt x="7039" y="1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5"/>
            <p:cNvSpPr/>
            <p:nvPr/>
          </p:nvSpPr>
          <p:spPr>
            <a:xfrm>
              <a:off x="7576522" y="2225866"/>
              <a:ext cx="501311" cy="27680"/>
            </a:xfrm>
            <a:custGeom>
              <a:avLst/>
              <a:gdLst/>
              <a:ahLst/>
              <a:cxnLst/>
              <a:rect l="l" t="t" r="r" b="b"/>
              <a:pathLst>
                <a:path w="18147" h="1002" extrusionOk="0">
                  <a:moveTo>
                    <a:pt x="501" y="0"/>
                  </a:moveTo>
                  <a:cubicBezTo>
                    <a:pt x="201" y="0"/>
                    <a:pt x="1" y="201"/>
                    <a:pt x="1" y="501"/>
                  </a:cubicBezTo>
                  <a:cubicBezTo>
                    <a:pt x="1" y="801"/>
                    <a:pt x="201" y="1001"/>
                    <a:pt x="501" y="1001"/>
                  </a:cubicBezTo>
                  <a:lnTo>
                    <a:pt x="17613" y="1001"/>
                  </a:lnTo>
                  <a:cubicBezTo>
                    <a:pt x="17880" y="1001"/>
                    <a:pt x="18147" y="734"/>
                    <a:pt x="18114" y="501"/>
                  </a:cubicBezTo>
                  <a:cubicBezTo>
                    <a:pt x="18114" y="201"/>
                    <a:pt x="17880" y="0"/>
                    <a:pt x="17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5"/>
            <p:cNvSpPr/>
            <p:nvPr/>
          </p:nvSpPr>
          <p:spPr>
            <a:xfrm>
              <a:off x="7588511" y="2294985"/>
              <a:ext cx="479183" cy="27653"/>
            </a:xfrm>
            <a:custGeom>
              <a:avLst/>
              <a:gdLst/>
              <a:ahLst/>
              <a:cxnLst/>
              <a:rect l="l" t="t" r="r" b="b"/>
              <a:pathLst>
                <a:path w="17346" h="1001" extrusionOk="0">
                  <a:moveTo>
                    <a:pt x="501" y="0"/>
                  </a:moveTo>
                  <a:cubicBezTo>
                    <a:pt x="200" y="0"/>
                    <a:pt x="0" y="200"/>
                    <a:pt x="0" y="501"/>
                  </a:cubicBezTo>
                  <a:cubicBezTo>
                    <a:pt x="0" y="801"/>
                    <a:pt x="200" y="1001"/>
                    <a:pt x="501" y="1001"/>
                  </a:cubicBezTo>
                  <a:lnTo>
                    <a:pt x="16779" y="1001"/>
                  </a:lnTo>
                  <a:cubicBezTo>
                    <a:pt x="17079" y="1001"/>
                    <a:pt x="17279" y="734"/>
                    <a:pt x="17346" y="501"/>
                  </a:cubicBezTo>
                  <a:cubicBezTo>
                    <a:pt x="17346" y="200"/>
                    <a:pt x="17112" y="0"/>
                    <a:pt x="168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5"/>
            <p:cNvSpPr/>
            <p:nvPr/>
          </p:nvSpPr>
          <p:spPr>
            <a:xfrm>
              <a:off x="5290060" y="4839525"/>
              <a:ext cx="3840787" cy="281996"/>
            </a:xfrm>
            <a:custGeom>
              <a:avLst/>
              <a:gdLst/>
              <a:ahLst/>
              <a:cxnLst/>
              <a:rect l="l" t="t" r="r" b="b"/>
              <a:pathLst>
                <a:path w="139033" h="10208" extrusionOk="0">
                  <a:moveTo>
                    <a:pt x="0" y="0"/>
                  </a:moveTo>
                  <a:lnTo>
                    <a:pt x="0" y="10207"/>
                  </a:lnTo>
                  <a:lnTo>
                    <a:pt x="139033" y="10207"/>
                  </a:lnTo>
                  <a:lnTo>
                    <a:pt x="13903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5"/>
            <p:cNvSpPr/>
            <p:nvPr/>
          </p:nvSpPr>
          <p:spPr>
            <a:xfrm>
              <a:off x="5290060" y="4670873"/>
              <a:ext cx="3840787" cy="168678"/>
            </a:xfrm>
            <a:custGeom>
              <a:avLst/>
              <a:gdLst/>
              <a:ahLst/>
              <a:cxnLst/>
              <a:rect l="l" t="t" r="r" b="b"/>
              <a:pathLst>
                <a:path w="139033" h="6106" extrusionOk="0">
                  <a:moveTo>
                    <a:pt x="6071" y="1"/>
                  </a:moveTo>
                  <a:cubicBezTo>
                    <a:pt x="2702" y="1"/>
                    <a:pt x="0" y="2769"/>
                    <a:pt x="0" y="6105"/>
                  </a:cubicBezTo>
                  <a:lnTo>
                    <a:pt x="139033" y="6105"/>
                  </a:lnTo>
                  <a:cubicBezTo>
                    <a:pt x="139033" y="2769"/>
                    <a:pt x="136298" y="34"/>
                    <a:pt x="1329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5"/>
            <p:cNvSpPr/>
            <p:nvPr/>
          </p:nvSpPr>
          <p:spPr>
            <a:xfrm>
              <a:off x="5416870" y="1119353"/>
              <a:ext cx="1178621" cy="893890"/>
            </a:xfrm>
            <a:custGeom>
              <a:avLst/>
              <a:gdLst/>
              <a:ahLst/>
              <a:cxnLst/>
              <a:rect l="l" t="t" r="r" b="b"/>
              <a:pathLst>
                <a:path w="42665" h="32358" extrusionOk="0">
                  <a:moveTo>
                    <a:pt x="3970" y="1"/>
                  </a:moveTo>
                  <a:cubicBezTo>
                    <a:pt x="1768" y="1"/>
                    <a:pt x="1" y="1769"/>
                    <a:pt x="1" y="3970"/>
                  </a:cubicBezTo>
                  <a:lnTo>
                    <a:pt x="1" y="28388"/>
                  </a:lnTo>
                  <a:cubicBezTo>
                    <a:pt x="1" y="30589"/>
                    <a:pt x="1802" y="32357"/>
                    <a:pt x="3970" y="32357"/>
                  </a:cubicBezTo>
                  <a:lnTo>
                    <a:pt x="38695" y="32357"/>
                  </a:lnTo>
                  <a:cubicBezTo>
                    <a:pt x="40863" y="32357"/>
                    <a:pt x="42664" y="30589"/>
                    <a:pt x="42664" y="28388"/>
                  </a:cubicBezTo>
                  <a:lnTo>
                    <a:pt x="42664" y="3970"/>
                  </a:lnTo>
                  <a:cubicBezTo>
                    <a:pt x="42664" y="1735"/>
                    <a:pt x="40863" y="1"/>
                    <a:pt x="386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5"/>
            <p:cNvSpPr/>
            <p:nvPr/>
          </p:nvSpPr>
          <p:spPr>
            <a:xfrm>
              <a:off x="5467562" y="1061312"/>
              <a:ext cx="1178593" cy="893862"/>
            </a:xfrm>
            <a:custGeom>
              <a:avLst/>
              <a:gdLst/>
              <a:ahLst/>
              <a:cxnLst/>
              <a:rect l="l" t="t" r="r" b="b"/>
              <a:pathLst>
                <a:path w="42664" h="32357" extrusionOk="0">
                  <a:moveTo>
                    <a:pt x="3970" y="0"/>
                  </a:moveTo>
                  <a:cubicBezTo>
                    <a:pt x="1768" y="0"/>
                    <a:pt x="0" y="1801"/>
                    <a:pt x="0" y="3970"/>
                  </a:cubicBezTo>
                  <a:lnTo>
                    <a:pt x="0" y="28421"/>
                  </a:lnTo>
                  <a:cubicBezTo>
                    <a:pt x="0" y="30622"/>
                    <a:pt x="1801" y="32357"/>
                    <a:pt x="3970" y="32357"/>
                  </a:cubicBezTo>
                  <a:lnTo>
                    <a:pt x="38661" y="32357"/>
                  </a:lnTo>
                  <a:cubicBezTo>
                    <a:pt x="40863" y="32357"/>
                    <a:pt x="42631" y="30622"/>
                    <a:pt x="42664" y="28421"/>
                  </a:cubicBezTo>
                  <a:lnTo>
                    <a:pt x="42664" y="3970"/>
                  </a:lnTo>
                  <a:cubicBezTo>
                    <a:pt x="42664" y="1768"/>
                    <a:pt x="40863" y="0"/>
                    <a:pt x="386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5"/>
            <p:cNvSpPr/>
            <p:nvPr/>
          </p:nvSpPr>
          <p:spPr>
            <a:xfrm>
              <a:off x="5467562" y="1063135"/>
              <a:ext cx="1177681" cy="129036"/>
            </a:xfrm>
            <a:custGeom>
              <a:avLst/>
              <a:gdLst/>
              <a:ahLst/>
              <a:cxnLst/>
              <a:rect l="l" t="t" r="r" b="b"/>
              <a:pathLst>
                <a:path w="42631" h="4671" extrusionOk="0">
                  <a:moveTo>
                    <a:pt x="3970" y="1"/>
                  </a:moveTo>
                  <a:cubicBezTo>
                    <a:pt x="1801" y="1"/>
                    <a:pt x="0" y="1735"/>
                    <a:pt x="0" y="3937"/>
                  </a:cubicBezTo>
                  <a:lnTo>
                    <a:pt x="0" y="4671"/>
                  </a:lnTo>
                  <a:lnTo>
                    <a:pt x="42631" y="4671"/>
                  </a:lnTo>
                  <a:lnTo>
                    <a:pt x="42631" y="3937"/>
                  </a:lnTo>
                  <a:cubicBezTo>
                    <a:pt x="42631" y="1735"/>
                    <a:pt x="40863" y="1"/>
                    <a:pt x="386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5"/>
            <p:cNvSpPr/>
            <p:nvPr/>
          </p:nvSpPr>
          <p:spPr>
            <a:xfrm>
              <a:off x="5572594" y="1096313"/>
              <a:ext cx="62709" cy="61769"/>
            </a:xfrm>
            <a:custGeom>
              <a:avLst/>
              <a:gdLst/>
              <a:ahLst/>
              <a:cxnLst/>
              <a:rect l="l" t="t" r="r" b="b"/>
              <a:pathLst>
                <a:path w="2270" h="2236" extrusionOk="0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5"/>
            <p:cNvSpPr/>
            <p:nvPr/>
          </p:nvSpPr>
          <p:spPr>
            <a:xfrm>
              <a:off x="5697019" y="1096313"/>
              <a:ext cx="62681" cy="61769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4" y="1"/>
                  </a:moveTo>
                  <a:cubicBezTo>
                    <a:pt x="500" y="1"/>
                    <a:pt x="0" y="501"/>
                    <a:pt x="0" y="1135"/>
                  </a:cubicBezTo>
                  <a:cubicBezTo>
                    <a:pt x="0" y="1735"/>
                    <a:pt x="500" y="2236"/>
                    <a:pt x="1134" y="2236"/>
                  </a:cubicBezTo>
                  <a:cubicBezTo>
                    <a:pt x="1768" y="2236"/>
                    <a:pt x="2268" y="1735"/>
                    <a:pt x="2268" y="1135"/>
                  </a:cubicBezTo>
                  <a:cubicBezTo>
                    <a:pt x="2268" y="501"/>
                    <a:pt x="1768" y="1"/>
                    <a:pt x="1134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5"/>
            <p:cNvSpPr/>
            <p:nvPr/>
          </p:nvSpPr>
          <p:spPr>
            <a:xfrm>
              <a:off x="5822327" y="1096313"/>
              <a:ext cx="62681" cy="61769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5"/>
            <p:cNvSpPr/>
            <p:nvPr/>
          </p:nvSpPr>
          <p:spPr>
            <a:xfrm>
              <a:off x="5879457" y="1236290"/>
              <a:ext cx="353876" cy="330119"/>
            </a:xfrm>
            <a:custGeom>
              <a:avLst/>
              <a:gdLst/>
              <a:ahLst/>
              <a:cxnLst/>
              <a:rect l="l" t="t" r="r" b="b"/>
              <a:pathLst>
                <a:path w="12810" h="11950" extrusionOk="0">
                  <a:moveTo>
                    <a:pt x="6413" y="1"/>
                  </a:moveTo>
                  <a:cubicBezTo>
                    <a:pt x="6113" y="1"/>
                    <a:pt x="5810" y="24"/>
                    <a:pt x="5505" y="71"/>
                  </a:cubicBezTo>
                  <a:cubicBezTo>
                    <a:pt x="2236" y="571"/>
                    <a:pt x="1" y="3640"/>
                    <a:pt x="501" y="6876"/>
                  </a:cubicBezTo>
                  <a:cubicBezTo>
                    <a:pt x="985" y="9837"/>
                    <a:pt x="3521" y="11949"/>
                    <a:pt x="6399" y="11949"/>
                  </a:cubicBezTo>
                  <a:cubicBezTo>
                    <a:pt x="6698" y="11949"/>
                    <a:pt x="7001" y="11926"/>
                    <a:pt x="7306" y="11879"/>
                  </a:cubicBezTo>
                  <a:cubicBezTo>
                    <a:pt x="10575" y="11345"/>
                    <a:pt x="12810" y="8310"/>
                    <a:pt x="12310" y="5041"/>
                  </a:cubicBezTo>
                  <a:cubicBezTo>
                    <a:pt x="11856" y="2110"/>
                    <a:pt x="9296" y="1"/>
                    <a:pt x="6413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5"/>
            <p:cNvSpPr/>
            <p:nvPr/>
          </p:nvSpPr>
          <p:spPr>
            <a:xfrm>
              <a:off x="5687792" y="1651056"/>
              <a:ext cx="737228" cy="304124"/>
            </a:xfrm>
            <a:custGeom>
              <a:avLst/>
              <a:gdLst/>
              <a:ahLst/>
              <a:cxnLst/>
              <a:rect l="l" t="t" r="r" b="b"/>
              <a:pathLst>
                <a:path w="26687" h="11009" extrusionOk="0">
                  <a:moveTo>
                    <a:pt x="13343" y="1"/>
                  </a:moveTo>
                  <a:cubicBezTo>
                    <a:pt x="6605" y="1"/>
                    <a:pt x="1001" y="4804"/>
                    <a:pt x="1" y="11009"/>
                  </a:cubicBezTo>
                  <a:lnTo>
                    <a:pt x="26686" y="11009"/>
                  </a:lnTo>
                  <a:cubicBezTo>
                    <a:pt x="25686" y="4804"/>
                    <a:pt x="20115" y="1"/>
                    <a:pt x="13343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5"/>
            <p:cNvSpPr/>
            <p:nvPr/>
          </p:nvSpPr>
          <p:spPr>
            <a:xfrm>
              <a:off x="7658541" y="1180884"/>
              <a:ext cx="998920" cy="957455"/>
            </a:xfrm>
            <a:custGeom>
              <a:avLst/>
              <a:gdLst/>
              <a:ahLst/>
              <a:cxnLst/>
              <a:rect l="l" t="t" r="r" b="b"/>
              <a:pathLst>
                <a:path w="36160" h="34659" extrusionOk="0">
                  <a:moveTo>
                    <a:pt x="4003" y="0"/>
                  </a:moveTo>
                  <a:cubicBezTo>
                    <a:pt x="1802" y="0"/>
                    <a:pt x="0" y="1802"/>
                    <a:pt x="0" y="4003"/>
                  </a:cubicBezTo>
                  <a:lnTo>
                    <a:pt x="0" y="30656"/>
                  </a:lnTo>
                  <a:cubicBezTo>
                    <a:pt x="0" y="32857"/>
                    <a:pt x="1802" y="34659"/>
                    <a:pt x="4003" y="34659"/>
                  </a:cubicBezTo>
                  <a:lnTo>
                    <a:pt x="32157" y="34659"/>
                  </a:lnTo>
                  <a:cubicBezTo>
                    <a:pt x="34358" y="34659"/>
                    <a:pt x="36160" y="32857"/>
                    <a:pt x="36160" y="30656"/>
                  </a:cubicBezTo>
                  <a:lnTo>
                    <a:pt x="36160" y="4003"/>
                  </a:lnTo>
                  <a:cubicBezTo>
                    <a:pt x="36160" y="1802"/>
                    <a:pt x="34358" y="0"/>
                    <a:pt x="321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5"/>
            <p:cNvSpPr/>
            <p:nvPr/>
          </p:nvSpPr>
          <p:spPr>
            <a:xfrm>
              <a:off x="7713820" y="1129280"/>
              <a:ext cx="999859" cy="957455"/>
            </a:xfrm>
            <a:custGeom>
              <a:avLst/>
              <a:gdLst/>
              <a:ahLst/>
              <a:cxnLst/>
              <a:rect l="l" t="t" r="r" b="b"/>
              <a:pathLst>
                <a:path w="36194" h="34659" extrusionOk="0">
                  <a:moveTo>
                    <a:pt x="4004" y="0"/>
                  </a:moveTo>
                  <a:cubicBezTo>
                    <a:pt x="1802" y="0"/>
                    <a:pt x="1" y="1802"/>
                    <a:pt x="1" y="4003"/>
                  </a:cubicBezTo>
                  <a:lnTo>
                    <a:pt x="1" y="30656"/>
                  </a:lnTo>
                  <a:cubicBezTo>
                    <a:pt x="1" y="32857"/>
                    <a:pt x="1802" y="34659"/>
                    <a:pt x="4004" y="34659"/>
                  </a:cubicBezTo>
                  <a:lnTo>
                    <a:pt x="32157" y="34659"/>
                  </a:lnTo>
                  <a:cubicBezTo>
                    <a:pt x="34392" y="34659"/>
                    <a:pt x="36193" y="32857"/>
                    <a:pt x="36160" y="30656"/>
                  </a:cubicBezTo>
                  <a:lnTo>
                    <a:pt x="36160" y="4003"/>
                  </a:lnTo>
                  <a:cubicBezTo>
                    <a:pt x="36160" y="1768"/>
                    <a:pt x="34359" y="0"/>
                    <a:pt x="32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5"/>
            <p:cNvSpPr/>
            <p:nvPr/>
          </p:nvSpPr>
          <p:spPr>
            <a:xfrm>
              <a:off x="7793989" y="1189172"/>
              <a:ext cx="838585" cy="838584"/>
            </a:xfrm>
            <a:custGeom>
              <a:avLst/>
              <a:gdLst/>
              <a:ahLst/>
              <a:cxnLst/>
              <a:rect l="l" t="t" r="r" b="b"/>
              <a:pathLst>
                <a:path w="30356" h="30356" extrusionOk="0">
                  <a:moveTo>
                    <a:pt x="15178" y="4437"/>
                  </a:moveTo>
                  <a:cubicBezTo>
                    <a:pt x="21116" y="4437"/>
                    <a:pt x="25919" y="9241"/>
                    <a:pt x="25919" y="15178"/>
                  </a:cubicBezTo>
                  <a:cubicBezTo>
                    <a:pt x="25919" y="21082"/>
                    <a:pt x="21116" y="25886"/>
                    <a:pt x="15178" y="25886"/>
                  </a:cubicBezTo>
                  <a:cubicBezTo>
                    <a:pt x="9274" y="25886"/>
                    <a:pt x="4471" y="21082"/>
                    <a:pt x="4471" y="15178"/>
                  </a:cubicBezTo>
                  <a:cubicBezTo>
                    <a:pt x="4471" y="9241"/>
                    <a:pt x="9274" y="4437"/>
                    <a:pt x="15178" y="4437"/>
                  </a:cubicBezTo>
                  <a:close/>
                  <a:moveTo>
                    <a:pt x="15178" y="1"/>
                  </a:moveTo>
                  <a:cubicBezTo>
                    <a:pt x="6806" y="1"/>
                    <a:pt x="1" y="6805"/>
                    <a:pt x="1" y="15178"/>
                  </a:cubicBezTo>
                  <a:cubicBezTo>
                    <a:pt x="1" y="23551"/>
                    <a:pt x="6806" y="30356"/>
                    <a:pt x="15178" y="30356"/>
                  </a:cubicBezTo>
                  <a:cubicBezTo>
                    <a:pt x="23584" y="30356"/>
                    <a:pt x="30356" y="23551"/>
                    <a:pt x="30356" y="15178"/>
                  </a:cubicBezTo>
                  <a:cubicBezTo>
                    <a:pt x="30323" y="6805"/>
                    <a:pt x="23584" y="1"/>
                    <a:pt x="151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5"/>
            <p:cNvSpPr/>
            <p:nvPr/>
          </p:nvSpPr>
          <p:spPr>
            <a:xfrm>
              <a:off x="8498022" y="1526449"/>
              <a:ext cx="967" cy="2790"/>
            </a:xfrm>
            <a:custGeom>
              <a:avLst/>
              <a:gdLst/>
              <a:ahLst/>
              <a:cxnLst/>
              <a:rect l="l" t="t" r="r" b="b"/>
              <a:pathLst>
                <a:path w="35" h="101" fill="none" extrusionOk="0">
                  <a:moveTo>
                    <a:pt x="34" y="100"/>
                  </a:moveTo>
                  <a:cubicBezTo>
                    <a:pt x="34" y="34"/>
                    <a:pt x="34" y="34"/>
                    <a:pt x="1" y="0"/>
                  </a:cubicBezTo>
                  <a:cubicBezTo>
                    <a:pt x="1" y="34"/>
                    <a:pt x="1" y="34"/>
                    <a:pt x="34" y="100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5"/>
            <p:cNvSpPr/>
            <p:nvPr/>
          </p:nvSpPr>
          <p:spPr>
            <a:xfrm>
              <a:off x="8493408" y="1511697"/>
              <a:ext cx="967" cy="3729"/>
            </a:xfrm>
            <a:custGeom>
              <a:avLst/>
              <a:gdLst/>
              <a:ahLst/>
              <a:cxnLst/>
              <a:rect l="l" t="t" r="r" b="b"/>
              <a:pathLst>
                <a:path w="35" h="135" fill="none" extrusionOk="0">
                  <a:moveTo>
                    <a:pt x="34" y="134"/>
                  </a:moveTo>
                  <a:cubicBezTo>
                    <a:pt x="34" y="67"/>
                    <a:pt x="1" y="34"/>
                    <a:pt x="1" y="1"/>
                  </a:cubicBezTo>
                  <a:cubicBezTo>
                    <a:pt x="34" y="67"/>
                    <a:pt x="34" y="134"/>
                    <a:pt x="34" y="134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5"/>
            <p:cNvSpPr/>
            <p:nvPr/>
          </p:nvSpPr>
          <p:spPr>
            <a:xfrm>
              <a:off x="8079663" y="1481282"/>
              <a:ext cx="552914" cy="545566"/>
            </a:xfrm>
            <a:custGeom>
              <a:avLst/>
              <a:gdLst/>
              <a:ahLst/>
              <a:cxnLst/>
              <a:rect l="l" t="t" r="r" b="b"/>
              <a:pathLst>
                <a:path w="20015" h="19749" extrusionOk="0">
                  <a:moveTo>
                    <a:pt x="19314" y="1"/>
                  </a:moveTo>
                  <a:lnTo>
                    <a:pt x="19314" y="1"/>
                  </a:lnTo>
                  <a:cubicBezTo>
                    <a:pt x="19581" y="904"/>
                    <a:pt x="19772" y="1833"/>
                    <a:pt x="19888" y="2779"/>
                  </a:cubicBezTo>
                  <a:lnTo>
                    <a:pt x="19888" y="2779"/>
                  </a:lnTo>
                  <a:lnTo>
                    <a:pt x="19915" y="2769"/>
                  </a:lnTo>
                  <a:cubicBezTo>
                    <a:pt x="19781" y="1802"/>
                    <a:pt x="19615" y="901"/>
                    <a:pt x="19314" y="1"/>
                  </a:cubicBezTo>
                  <a:close/>
                  <a:moveTo>
                    <a:pt x="19888" y="2779"/>
                  </a:moveTo>
                  <a:lnTo>
                    <a:pt x="15578" y="4271"/>
                  </a:lnTo>
                  <a:lnTo>
                    <a:pt x="15578" y="4571"/>
                  </a:lnTo>
                  <a:cubicBezTo>
                    <a:pt x="15578" y="10475"/>
                    <a:pt x="10775" y="15278"/>
                    <a:pt x="4837" y="15278"/>
                  </a:cubicBezTo>
                  <a:cubicBezTo>
                    <a:pt x="3303" y="15278"/>
                    <a:pt x="1902" y="14945"/>
                    <a:pt x="568" y="14411"/>
                  </a:cubicBezTo>
                  <a:lnTo>
                    <a:pt x="1" y="18948"/>
                  </a:lnTo>
                  <a:cubicBezTo>
                    <a:pt x="1502" y="19448"/>
                    <a:pt x="3136" y="19748"/>
                    <a:pt x="4837" y="19748"/>
                  </a:cubicBezTo>
                  <a:cubicBezTo>
                    <a:pt x="13243" y="19748"/>
                    <a:pt x="20015" y="12943"/>
                    <a:pt x="20015" y="4571"/>
                  </a:cubicBezTo>
                  <a:cubicBezTo>
                    <a:pt x="20002" y="3968"/>
                    <a:pt x="19960" y="3370"/>
                    <a:pt x="19888" y="27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5"/>
            <p:cNvSpPr/>
            <p:nvPr/>
          </p:nvSpPr>
          <p:spPr>
            <a:xfrm>
              <a:off x="8488823" y="1498796"/>
              <a:ext cx="939" cy="3729"/>
            </a:xfrm>
            <a:custGeom>
              <a:avLst/>
              <a:gdLst/>
              <a:ahLst/>
              <a:cxnLst/>
              <a:rect l="l" t="t" r="r" b="b"/>
              <a:pathLst>
                <a:path w="34" h="135" fill="none" extrusionOk="0">
                  <a:moveTo>
                    <a:pt x="34" y="134"/>
                  </a:moveTo>
                  <a:cubicBezTo>
                    <a:pt x="34" y="101"/>
                    <a:pt x="0" y="34"/>
                    <a:pt x="0" y="1"/>
                  </a:cubicBezTo>
                  <a:cubicBezTo>
                    <a:pt x="0" y="34"/>
                    <a:pt x="34" y="101"/>
                    <a:pt x="34" y="134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5"/>
            <p:cNvSpPr/>
            <p:nvPr/>
          </p:nvSpPr>
          <p:spPr>
            <a:xfrm>
              <a:off x="8507249" y="1570677"/>
              <a:ext cx="28" cy="28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5"/>
            <p:cNvSpPr/>
            <p:nvPr/>
          </p:nvSpPr>
          <p:spPr>
            <a:xfrm>
              <a:off x="8501724" y="1541201"/>
              <a:ext cx="939" cy="1851"/>
            </a:xfrm>
            <a:custGeom>
              <a:avLst/>
              <a:gdLst/>
              <a:ahLst/>
              <a:cxnLst/>
              <a:rect l="l" t="t" r="r" b="b"/>
              <a:pathLst>
                <a:path w="34" h="67" fill="none" extrusionOk="0">
                  <a:moveTo>
                    <a:pt x="34" y="67"/>
                  </a:moveTo>
                  <a:lnTo>
                    <a:pt x="34" y="0"/>
                  </a:lnTo>
                  <a:cubicBezTo>
                    <a:pt x="0" y="0"/>
                    <a:pt x="0" y="0"/>
                    <a:pt x="34" y="67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5"/>
            <p:cNvSpPr/>
            <p:nvPr/>
          </p:nvSpPr>
          <p:spPr>
            <a:xfrm>
              <a:off x="8505398" y="1555014"/>
              <a:ext cx="28" cy="1878"/>
            </a:xfrm>
            <a:custGeom>
              <a:avLst/>
              <a:gdLst/>
              <a:ahLst/>
              <a:cxnLst/>
              <a:rect l="l" t="t" r="r" b="b"/>
              <a:pathLst>
                <a:path w="1" h="68" fill="none" extrusionOk="0">
                  <a:moveTo>
                    <a:pt x="1" y="67"/>
                  </a:moveTo>
                  <a:cubicBezTo>
                    <a:pt x="1" y="67"/>
                    <a:pt x="1" y="0"/>
                    <a:pt x="1" y="67"/>
                  </a:cubicBezTo>
                  <a:cubicBezTo>
                    <a:pt x="1" y="0"/>
                    <a:pt x="1" y="67"/>
                    <a:pt x="1" y="67"/>
                  </a:cubicBezTo>
                  <a:close/>
                </a:path>
              </a:pathLst>
            </a:custGeom>
            <a:noFill/>
            <a:ln w="585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5"/>
            <p:cNvSpPr/>
            <p:nvPr/>
          </p:nvSpPr>
          <p:spPr>
            <a:xfrm>
              <a:off x="8234476" y="1189172"/>
              <a:ext cx="394430" cy="411005"/>
            </a:xfrm>
            <a:custGeom>
              <a:avLst/>
              <a:gdLst/>
              <a:ahLst/>
              <a:cxnLst/>
              <a:rect l="l" t="t" r="r" b="b"/>
              <a:pathLst>
                <a:path w="14278" h="14878" extrusionOk="0">
                  <a:moveTo>
                    <a:pt x="1" y="1"/>
                  </a:moveTo>
                  <a:lnTo>
                    <a:pt x="1" y="4470"/>
                  </a:lnTo>
                  <a:cubicBezTo>
                    <a:pt x="5471" y="4837"/>
                    <a:pt x="9808" y="9341"/>
                    <a:pt x="9941" y="14878"/>
                  </a:cubicBezTo>
                  <a:lnTo>
                    <a:pt x="14277" y="13377"/>
                  </a:lnTo>
                  <a:cubicBezTo>
                    <a:pt x="13410" y="6072"/>
                    <a:pt x="7406" y="36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5"/>
            <p:cNvSpPr/>
            <p:nvPr/>
          </p:nvSpPr>
          <p:spPr>
            <a:xfrm>
              <a:off x="7844681" y="1189172"/>
              <a:ext cx="389816" cy="310560"/>
            </a:xfrm>
            <a:custGeom>
              <a:avLst/>
              <a:gdLst/>
              <a:ahLst/>
              <a:cxnLst/>
              <a:rect l="l" t="t" r="r" b="b"/>
              <a:pathLst>
                <a:path w="14111" h="11242" extrusionOk="0">
                  <a:moveTo>
                    <a:pt x="13343" y="1"/>
                  </a:moveTo>
                  <a:cubicBezTo>
                    <a:pt x="7606" y="1"/>
                    <a:pt x="2602" y="3203"/>
                    <a:pt x="1" y="7906"/>
                  </a:cubicBezTo>
                  <a:lnTo>
                    <a:pt x="3336" y="11242"/>
                  </a:lnTo>
                  <a:cubicBezTo>
                    <a:pt x="4871" y="7239"/>
                    <a:pt x="8807" y="4404"/>
                    <a:pt x="13343" y="4404"/>
                  </a:cubicBezTo>
                  <a:cubicBezTo>
                    <a:pt x="13610" y="4404"/>
                    <a:pt x="13844" y="4404"/>
                    <a:pt x="14111" y="4470"/>
                  </a:cubicBezTo>
                  <a:lnTo>
                    <a:pt x="14111" y="34"/>
                  </a:lnTo>
                  <a:cubicBezTo>
                    <a:pt x="13844" y="34"/>
                    <a:pt x="13610" y="1"/>
                    <a:pt x="13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5"/>
            <p:cNvSpPr/>
            <p:nvPr/>
          </p:nvSpPr>
          <p:spPr>
            <a:xfrm>
              <a:off x="6003725" y="3195561"/>
              <a:ext cx="190778" cy="174535"/>
            </a:xfrm>
            <a:custGeom>
              <a:avLst/>
              <a:gdLst/>
              <a:ahLst/>
              <a:cxnLst/>
              <a:rect l="l" t="t" r="r" b="b"/>
              <a:pathLst>
                <a:path w="6906" h="6318" extrusionOk="0">
                  <a:moveTo>
                    <a:pt x="3423" y="0"/>
                  </a:moveTo>
                  <a:cubicBezTo>
                    <a:pt x="3197" y="0"/>
                    <a:pt x="2966" y="24"/>
                    <a:pt x="2736" y="72"/>
                  </a:cubicBezTo>
                  <a:cubicBezTo>
                    <a:pt x="1034" y="506"/>
                    <a:pt x="0" y="2174"/>
                    <a:pt x="367" y="3875"/>
                  </a:cubicBezTo>
                  <a:cubicBezTo>
                    <a:pt x="742" y="5345"/>
                    <a:pt x="2038" y="6317"/>
                    <a:pt x="3482" y="6317"/>
                  </a:cubicBezTo>
                  <a:cubicBezTo>
                    <a:pt x="3709" y="6317"/>
                    <a:pt x="3939" y="6293"/>
                    <a:pt x="4170" y="6243"/>
                  </a:cubicBezTo>
                  <a:cubicBezTo>
                    <a:pt x="5871" y="5843"/>
                    <a:pt x="6905" y="4175"/>
                    <a:pt x="6538" y="2441"/>
                  </a:cubicBezTo>
                  <a:cubicBezTo>
                    <a:pt x="6220" y="995"/>
                    <a:pt x="4899" y="0"/>
                    <a:pt x="34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5"/>
            <p:cNvSpPr/>
            <p:nvPr/>
          </p:nvSpPr>
          <p:spPr>
            <a:xfrm>
              <a:off x="5732959" y="1652023"/>
              <a:ext cx="139147" cy="126771"/>
            </a:xfrm>
            <a:custGeom>
              <a:avLst/>
              <a:gdLst/>
              <a:ahLst/>
              <a:cxnLst/>
              <a:rect l="l" t="t" r="r" b="b"/>
              <a:pathLst>
                <a:path w="5037" h="4589" extrusionOk="0">
                  <a:moveTo>
                    <a:pt x="2529" y="1"/>
                  </a:moveTo>
                  <a:cubicBezTo>
                    <a:pt x="2354" y="1"/>
                    <a:pt x="2178" y="22"/>
                    <a:pt x="2001" y="66"/>
                  </a:cubicBezTo>
                  <a:cubicBezTo>
                    <a:pt x="801" y="366"/>
                    <a:pt x="0" y="1567"/>
                    <a:pt x="300" y="2801"/>
                  </a:cubicBezTo>
                  <a:cubicBezTo>
                    <a:pt x="531" y="3870"/>
                    <a:pt x="1488" y="4589"/>
                    <a:pt x="2542" y="4589"/>
                  </a:cubicBezTo>
                  <a:cubicBezTo>
                    <a:pt x="2705" y="4589"/>
                    <a:pt x="2870" y="4571"/>
                    <a:pt x="3036" y="4536"/>
                  </a:cubicBezTo>
                  <a:cubicBezTo>
                    <a:pt x="4236" y="4236"/>
                    <a:pt x="5037" y="3035"/>
                    <a:pt x="4737" y="1767"/>
                  </a:cubicBezTo>
                  <a:cubicBezTo>
                    <a:pt x="4481" y="714"/>
                    <a:pt x="3544" y="1"/>
                    <a:pt x="252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5"/>
            <p:cNvSpPr/>
            <p:nvPr/>
          </p:nvSpPr>
          <p:spPr>
            <a:xfrm>
              <a:off x="5210453" y="1212394"/>
              <a:ext cx="46106" cy="39697"/>
            </a:xfrm>
            <a:custGeom>
              <a:avLst/>
              <a:gdLst/>
              <a:ahLst/>
              <a:cxnLst/>
              <a:rect l="l" t="t" r="r" b="b"/>
              <a:pathLst>
                <a:path w="1669" h="1437" extrusionOk="0">
                  <a:moveTo>
                    <a:pt x="318" y="0"/>
                  </a:moveTo>
                  <a:cubicBezTo>
                    <a:pt x="244" y="0"/>
                    <a:pt x="165" y="37"/>
                    <a:pt x="101" y="102"/>
                  </a:cubicBezTo>
                  <a:cubicBezTo>
                    <a:pt x="1" y="169"/>
                    <a:pt x="67" y="335"/>
                    <a:pt x="134" y="435"/>
                  </a:cubicBezTo>
                  <a:lnTo>
                    <a:pt x="1268" y="1369"/>
                  </a:lnTo>
                  <a:cubicBezTo>
                    <a:pt x="1301" y="1436"/>
                    <a:pt x="1402" y="1436"/>
                    <a:pt x="1435" y="1436"/>
                  </a:cubicBezTo>
                  <a:cubicBezTo>
                    <a:pt x="1535" y="1436"/>
                    <a:pt x="1568" y="1369"/>
                    <a:pt x="1602" y="1336"/>
                  </a:cubicBezTo>
                  <a:cubicBezTo>
                    <a:pt x="1668" y="1269"/>
                    <a:pt x="1635" y="1103"/>
                    <a:pt x="1568" y="1002"/>
                  </a:cubicBezTo>
                  <a:lnTo>
                    <a:pt x="434" y="35"/>
                  </a:lnTo>
                  <a:cubicBezTo>
                    <a:pt x="399" y="11"/>
                    <a:pt x="359" y="0"/>
                    <a:pt x="318" y="0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5"/>
            <p:cNvSpPr/>
            <p:nvPr/>
          </p:nvSpPr>
          <p:spPr>
            <a:xfrm>
              <a:off x="5304434" y="1291845"/>
              <a:ext cx="331776" cy="282769"/>
            </a:xfrm>
            <a:custGeom>
              <a:avLst/>
              <a:gdLst/>
              <a:ahLst/>
              <a:cxnLst/>
              <a:rect l="l" t="t" r="r" b="b"/>
              <a:pathLst>
                <a:path w="12010" h="10236" extrusionOk="0">
                  <a:moveTo>
                    <a:pt x="277" y="1"/>
                  </a:moveTo>
                  <a:cubicBezTo>
                    <a:pt x="207" y="1"/>
                    <a:pt x="126" y="36"/>
                    <a:pt x="68" y="95"/>
                  </a:cubicBezTo>
                  <a:cubicBezTo>
                    <a:pt x="1" y="161"/>
                    <a:pt x="34" y="328"/>
                    <a:pt x="134" y="428"/>
                  </a:cubicBezTo>
                  <a:lnTo>
                    <a:pt x="2403" y="2396"/>
                  </a:lnTo>
                  <a:cubicBezTo>
                    <a:pt x="2469" y="2430"/>
                    <a:pt x="2536" y="2430"/>
                    <a:pt x="2569" y="2430"/>
                  </a:cubicBezTo>
                  <a:cubicBezTo>
                    <a:pt x="2670" y="2430"/>
                    <a:pt x="2736" y="2396"/>
                    <a:pt x="2736" y="2329"/>
                  </a:cubicBezTo>
                  <a:cubicBezTo>
                    <a:pt x="2836" y="2263"/>
                    <a:pt x="2803" y="2096"/>
                    <a:pt x="2703" y="1996"/>
                  </a:cubicBezTo>
                  <a:lnTo>
                    <a:pt x="401" y="61"/>
                  </a:lnTo>
                  <a:cubicBezTo>
                    <a:pt x="373" y="19"/>
                    <a:pt x="328" y="1"/>
                    <a:pt x="277" y="1"/>
                  </a:cubicBezTo>
                  <a:close/>
                  <a:moveTo>
                    <a:pt x="4870" y="3928"/>
                  </a:moveTo>
                  <a:cubicBezTo>
                    <a:pt x="4792" y="3928"/>
                    <a:pt x="4712" y="3956"/>
                    <a:pt x="4671" y="3997"/>
                  </a:cubicBezTo>
                  <a:cubicBezTo>
                    <a:pt x="4571" y="4097"/>
                    <a:pt x="4638" y="4264"/>
                    <a:pt x="4704" y="4331"/>
                  </a:cubicBezTo>
                  <a:lnTo>
                    <a:pt x="7006" y="6299"/>
                  </a:lnTo>
                  <a:cubicBezTo>
                    <a:pt x="7039" y="6332"/>
                    <a:pt x="7139" y="6332"/>
                    <a:pt x="7173" y="6332"/>
                  </a:cubicBezTo>
                  <a:cubicBezTo>
                    <a:pt x="7239" y="6332"/>
                    <a:pt x="7306" y="6299"/>
                    <a:pt x="7340" y="6266"/>
                  </a:cubicBezTo>
                  <a:cubicBezTo>
                    <a:pt x="7406" y="6166"/>
                    <a:pt x="7373" y="5999"/>
                    <a:pt x="7306" y="5932"/>
                  </a:cubicBezTo>
                  <a:lnTo>
                    <a:pt x="5005" y="3964"/>
                  </a:lnTo>
                  <a:cubicBezTo>
                    <a:pt x="4966" y="3938"/>
                    <a:pt x="4918" y="3928"/>
                    <a:pt x="4870" y="3928"/>
                  </a:cubicBezTo>
                  <a:close/>
                  <a:moveTo>
                    <a:pt x="9473" y="7799"/>
                  </a:moveTo>
                  <a:cubicBezTo>
                    <a:pt x="9398" y="7799"/>
                    <a:pt x="9305" y="7836"/>
                    <a:pt x="9241" y="7900"/>
                  </a:cubicBezTo>
                  <a:cubicBezTo>
                    <a:pt x="9174" y="7967"/>
                    <a:pt x="9208" y="8134"/>
                    <a:pt x="9308" y="8200"/>
                  </a:cubicBezTo>
                  <a:lnTo>
                    <a:pt x="11576" y="10168"/>
                  </a:lnTo>
                  <a:cubicBezTo>
                    <a:pt x="11643" y="10235"/>
                    <a:pt x="11709" y="10235"/>
                    <a:pt x="11743" y="10235"/>
                  </a:cubicBezTo>
                  <a:cubicBezTo>
                    <a:pt x="11809" y="10235"/>
                    <a:pt x="11876" y="10168"/>
                    <a:pt x="11909" y="10135"/>
                  </a:cubicBezTo>
                  <a:cubicBezTo>
                    <a:pt x="12010" y="10068"/>
                    <a:pt x="11976" y="9902"/>
                    <a:pt x="11876" y="9801"/>
                  </a:cubicBezTo>
                  <a:lnTo>
                    <a:pt x="9574" y="7833"/>
                  </a:lnTo>
                  <a:cubicBezTo>
                    <a:pt x="9551" y="7810"/>
                    <a:pt x="9515" y="7799"/>
                    <a:pt x="9473" y="7799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5"/>
            <p:cNvSpPr/>
            <p:nvPr/>
          </p:nvSpPr>
          <p:spPr>
            <a:xfrm>
              <a:off x="5683178" y="1615558"/>
              <a:ext cx="46106" cy="39227"/>
            </a:xfrm>
            <a:custGeom>
              <a:avLst/>
              <a:gdLst/>
              <a:ahLst/>
              <a:cxnLst/>
              <a:rect l="l" t="t" r="r" b="b"/>
              <a:pathLst>
                <a:path w="1669" h="1420" extrusionOk="0">
                  <a:moveTo>
                    <a:pt x="305" y="1"/>
                  </a:moveTo>
                  <a:cubicBezTo>
                    <a:pt x="225" y="1"/>
                    <a:pt x="143" y="43"/>
                    <a:pt x="101" y="85"/>
                  </a:cubicBezTo>
                  <a:cubicBezTo>
                    <a:pt x="1" y="185"/>
                    <a:pt x="34" y="352"/>
                    <a:pt x="134" y="418"/>
                  </a:cubicBezTo>
                  <a:lnTo>
                    <a:pt x="1235" y="1386"/>
                  </a:lnTo>
                  <a:cubicBezTo>
                    <a:pt x="1302" y="1419"/>
                    <a:pt x="1368" y="1419"/>
                    <a:pt x="1435" y="1419"/>
                  </a:cubicBezTo>
                  <a:cubicBezTo>
                    <a:pt x="1502" y="1419"/>
                    <a:pt x="1602" y="1386"/>
                    <a:pt x="1602" y="1319"/>
                  </a:cubicBezTo>
                  <a:cubicBezTo>
                    <a:pt x="1669" y="1252"/>
                    <a:pt x="1635" y="1086"/>
                    <a:pt x="1535" y="1019"/>
                  </a:cubicBezTo>
                  <a:lnTo>
                    <a:pt x="434" y="52"/>
                  </a:lnTo>
                  <a:cubicBezTo>
                    <a:pt x="398" y="15"/>
                    <a:pt x="352" y="1"/>
                    <a:pt x="305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5"/>
            <p:cNvSpPr/>
            <p:nvPr/>
          </p:nvSpPr>
          <p:spPr>
            <a:xfrm>
              <a:off x="5063927" y="1075290"/>
              <a:ext cx="149313" cy="136689"/>
            </a:xfrm>
            <a:custGeom>
              <a:avLst/>
              <a:gdLst/>
              <a:ahLst/>
              <a:cxnLst/>
              <a:rect l="l" t="t" r="r" b="b"/>
              <a:pathLst>
                <a:path w="5405" h="4948" extrusionOk="0">
                  <a:moveTo>
                    <a:pt x="2714" y="0"/>
                  </a:moveTo>
                  <a:cubicBezTo>
                    <a:pt x="2535" y="0"/>
                    <a:pt x="2353" y="20"/>
                    <a:pt x="2169" y="61"/>
                  </a:cubicBezTo>
                  <a:cubicBezTo>
                    <a:pt x="835" y="328"/>
                    <a:pt x="1" y="1662"/>
                    <a:pt x="268" y="2997"/>
                  </a:cubicBezTo>
                  <a:cubicBezTo>
                    <a:pt x="530" y="4163"/>
                    <a:pt x="1583" y="4948"/>
                    <a:pt x="2736" y="4948"/>
                  </a:cubicBezTo>
                  <a:cubicBezTo>
                    <a:pt x="2901" y="4948"/>
                    <a:pt x="3069" y="4932"/>
                    <a:pt x="3236" y="4898"/>
                  </a:cubicBezTo>
                  <a:cubicBezTo>
                    <a:pt x="4571" y="4598"/>
                    <a:pt x="5405" y="3264"/>
                    <a:pt x="5104" y="1929"/>
                  </a:cubicBezTo>
                  <a:cubicBezTo>
                    <a:pt x="4817" y="779"/>
                    <a:pt x="3834" y="0"/>
                    <a:pt x="2714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5"/>
            <p:cNvSpPr/>
            <p:nvPr/>
          </p:nvSpPr>
          <p:spPr>
            <a:xfrm>
              <a:off x="5142273" y="191833"/>
              <a:ext cx="371390" cy="345672"/>
            </a:xfrm>
            <a:custGeom>
              <a:avLst/>
              <a:gdLst/>
              <a:ahLst/>
              <a:cxnLst/>
              <a:rect l="l" t="t" r="r" b="b"/>
              <a:pathLst>
                <a:path w="13444" h="12513" extrusionOk="0">
                  <a:moveTo>
                    <a:pt x="6759" y="0"/>
                  </a:moveTo>
                  <a:cubicBezTo>
                    <a:pt x="6422" y="0"/>
                    <a:pt x="6081" y="28"/>
                    <a:pt x="5738" y="85"/>
                  </a:cubicBezTo>
                  <a:cubicBezTo>
                    <a:pt x="2335" y="619"/>
                    <a:pt x="0" y="3854"/>
                    <a:pt x="567" y="7257"/>
                  </a:cubicBezTo>
                  <a:cubicBezTo>
                    <a:pt x="1047" y="10316"/>
                    <a:pt x="3684" y="12512"/>
                    <a:pt x="6708" y="12512"/>
                  </a:cubicBezTo>
                  <a:cubicBezTo>
                    <a:pt x="7048" y="12512"/>
                    <a:pt x="7392" y="12484"/>
                    <a:pt x="7739" y="12427"/>
                  </a:cubicBezTo>
                  <a:cubicBezTo>
                    <a:pt x="11141" y="11893"/>
                    <a:pt x="13443" y="8658"/>
                    <a:pt x="12909" y="5255"/>
                  </a:cubicBezTo>
                  <a:cubicBezTo>
                    <a:pt x="12399" y="2196"/>
                    <a:pt x="9759" y="0"/>
                    <a:pt x="6759" y="0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5"/>
            <p:cNvSpPr/>
            <p:nvPr/>
          </p:nvSpPr>
          <p:spPr>
            <a:xfrm>
              <a:off x="5187413" y="223658"/>
              <a:ext cx="281996" cy="281996"/>
            </a:xfrm>
            <a:custGeom>
              <a:avLst/>
              <a:gdLst/>
              <a:ahLst/>
              <a:cxnLst/>
              <a:rect l="l" t="t" r="r" b="b"/>
              <a:pathLst>
                <a:path w="10208" h="10208" extrusionOk="0">
                  <a:moveTo>
                    <a:pt x="5104" y="0"/>
                  </a:moveTo>
                  <a:cubicBezTo>
                    <a:pt x="2302" y="0"/>
                    <a:pt x="1" y="2302"/>
                    <a:pt x="1" y="5104"/>
                  </a:cubicBezTo>
                  <a:cubicBezTo>
                    <a:pt x="1" y="7906"/>
                    <a:pt x="2302" y="10208"/>
                    <a:pt x="5104" y="10208"/>
                  </a:cubicBezTo>
                  <a:cubicBezTo>
                    <a:pt x="7906" y="10208"/>
                    <a:pt x="10208" y="7906"/>
                    <a:pt x="10208" y="5104"/>
                  </a:cubicBezTo>
                  <a:cubicBezTo>
                    <a:pt x="10208" y="2269"/>
                    <a:pt x="7906" y="34"/>
                    <a:pt x="5104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5"/>
            <p:cNvSpPr/>
            <p:nvPr/>
          </p:nvSpPr>
          <p:spPr>
            <a:xfrm>
              <a:off x="5268521" y="262361"/>
              <a:ext cx="124423" cy="207353"/>
            </a:xfrm>
            <a:custGeom>
              <a:avLst/>
              <a:gdLst/>
              <a:ahLst/>
              <a:cxnLst/>
              <a:rect l="l" t="t" r="r" b="b"/>
              <a:pathLst>
                <a:path w="4504" h="7506" extrusionOk="0">
                  <a:moveTo>
                    <a:pt x="1868" y="2002"/>
                  </a:moveTo>
                  <a:lnTo>
                    <a:pt x="1868" y="2969"/>
                  </a:lnTo>
                  <a:cubicBezTo>
                    <a:pt x="1668" y="2869"/>
                    <a:pt x="1601" y="2836"/>
                    <a:pt x="1501" y="2736"/>
                  </a:cubicBezTo>
                  <a:cubicBezTo>
                    <a:pt x="1468" y="2669"/>
                    <a:pt x="1434" y="2569"/>
                    <a:pt x="1434" y="2469"/>
                  </a:cubicBezTo>
                  <a:cubicBezTo>
                    <a:pt x="1434" y="2202"/>
                    <a:pt x="1601" y="2069"/>
                    <a:pt x="1868" y="2002"/>
                  </a:cubicBezTo>
                  <a:close/>
                  <a:moveTo>
                    <a:pt x="2635" y="4637"/>
                  </a:moveTo>
                  <a:cubicBezTo>
                    <a:pt x="2802" y="4670"/>
                    <a:pt x="2935" y="4737"/>
                    <a:pt x="2969" y="4837"/>
                  </a:cubicBezTo>
                  <a:cubicBezTo>
                    <a:pt x="3002" y="4904"/>
                    <a:pt x="3036" y="5004"/>
                    <a:pt x="3036" y="5137"/>
                  </a:cubicBezTo>
                  <a:cubicBezTo>
                    <a:pt x="3036" y="5338"/>
                    <a:pt x="2869" y="5471"/>
                    <a:pt x="2635" y="5538"/>
                  </a:cubicBezTo>
                  <a:lnTo>
                    <a:pt x="2635" y="4637"/>
                  </a:lnTo>
                  <a:close/>
                  <a:moveTo>
                    <a:pt x="1868" y="0"/>
                  </a:moveTo>
                  <a:lnTo>
                    <a:pt x="1868" y="834"/>
                  </a:lnTo>
                  <a:cubicBezTo>
                    <a:pt x="1301" y="868"/>
                    <a:pt x="834" y="1068"/>
                    <a:pt x="500" y="1368"/>
                  </a:cubicBezTo>
                  <a:cubicBezTo>
                    <a:pt x="167" y="1668"/>
                    <a:pt x="0" y="2069"/>
                    <a:pt x="0" y="2536"/>
                  </a:cubicBezTo>
                  <a:cubicBezTo>
                    <a:pt x="0" y="2936"/>
                    <a:pt x="167" y="3336"/>
                    <a:pt x="467" y="3670"/>
                  </a:cubicBezTo>
                  <a:cubicBezTo>
                    <a:pt x="767" y="4003"/>
                    <a:pt x="1168" y="4203"/>
                    <a:pt x="1768" y="4370"/>
                  </a:cubicBezTo>
                  <a:lnTo>
                    <a:pt x="1868" y="4404"/>
                  </a:lnTo>
                  <a:lnTo>
                    <a:pt x="1868" y="5638"/>
                  </a:lnTo>
                  <a:cubicBezTo>
                    <a:pt x="1668" y="5638"/>
                    <a:pt x="1434" y="5571"/>
                    <a:pt x="1134" y="5504"/>
                  </a:cubicBezTo>
                  <a:cubicBezTo>
                    <a:pt x="867" y="5404"/>
                    <a:pt x="634" y="5338"/>
                    <a:pt x="367" y="5204"/>
                  </a:cubicBezTo>
                  <a:lnTo>
                    <a:pt x="0" y="6405"/>
                  </a:lnTo>
                  <a:cubicBezTo>
                    <a:pt x="534" y="6672"/>
                    <a:pt x="1168" y="6772"/>
                    <a:pt x="1868" y="6839"/>
                  </a:cubicBezTo>
                  <a:lnTo>
                    <a:pt x="1968" y="6839"/>
                  </a:lnTo>
                  <a:lnTo>
                    <a:pt x="1968" y="7506"/>
                  </a:lnTo>
                  <a:lnTo>
                    <a:pt x="2702" y="7506"/>
                  </a:lnTo>
                  <a:lnTo>
                    <a:pt x="2702" y="6839"/>
                  </a:lnTo>
                  <a:cubicBezTo>
                    <a:pt x="3302" y="6739"/>
                    <a:pt x="3703" y="6538"/>
                    <a:pt x="4036" y="6238"/>
                  </a:cubicBezTo>
                  <a:cubicBezTo>
                    <a:pt x="4336" y="5971"/>
                    <a:pt x="4503" y="5538"/>
                    <a:pt x="4503" y="5037"/>
                  </a:cubicBezTo>
                  <a:cubicBezTo>
                    <a:pt x="4503" y="4570"/>
                    <a:pt x="4336" y="4237"/>
                    <a:pt x="4036" y="3903"/>
                  </a:cubicBezTo>
                  <a:cubicBezTo>
                    <a:pt x="3703" y="3603"/>
                    <a:pt x="3302" y="3370"/>
                    <a:pt x="2769" y="3236"/>
                  </a:cubicBezTo>
                  <a:lnTo>
                    <a:pt x="2635" y="3203"/>
                  </a:lnTo>
                  <a:lnTo>
                    <a:pt x="2635" y="2035"/>
                  </a:lnTo>
                  <a:cubicBezTo>
                    <a:pt x="3136" y="2069"/>
                    <a:pt x="3503" y="2202"/>
                    <a:pt x="3803" y="2402"/>
                  </a:cubicBezTo>
                  <a:lnTo>
                    <a:pt x="4270" y="1235"/>
                  </a:lnTo>
                  <a:cubicBezTo>
                    <a:pt x="3703" y="1035"/>
                    <a:pt x="3169" y="868"/>
                    <a:pt x="2635" y="834"/>
                  </a:cubicBezTo>
                  <a:lnTo>
                    <a:pt x="2635" y="0"/>
                  </a:ln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5"/>
            <p:cNvSpPr/>
            <p:nvPr/>
          </p:nvSpPr>
          <p:spPr>
            <a:xfrm>
              <a:off x="8027147" y="568072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5"/>
            <p:cNvSpPr/>
            <p:nvPr/>
          </p:nvSpPr>
          <p:spPr>
            <a:xfrm>
              <a:off x="8018859" y="559785"/>
              <a:ext cx="85720" cy="85720"/>
            </a:xfrm>
            <a:custGeom>
              <a:avLst/>
              <a:gdLst/>
              <a:ahLst/>
              <a:cxnLst/>
              <a:rect l="l" t="t" r="r" b="b"/>
              <a:pathLst>
                <a:path w="3103" h="3103" extrusionOk="0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5"/>
            <p:cNvSpPr/>
            <p:nvPr/>
          </p:nvSpPr>
          <p:spPr>
            <a:xfrm>
              <a:off x="7860345" y="738548"/>
              <a:ext cx="84809" cy="85748"/>
            </a:xfrm>
            <a:custGeom>
              <a:avLst/>
              <a:gdLst/>
              <a:ahLst/>
              <a:cxnLst/>
              <a:rect l="l" t="t" r="r" b="b"/>
              <a:pathLst>
                <a:path w="3070" h="3104" extrusionOk="0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5"/>
            <p:cNvSpPr/>
            <p:nvPr/>
          </p:nvSpPr>
          <p:spPr>
            <a:xfrm>
              <a:off x="7838245" y="496191"/>
              <a:ext cx="15691" cy="213818"/>
            </a:xfrm>
            <a:custGeom>
              <a:avLst/>
              <a:gdLst/>
              <a:ahLst/>
              <a:cxnLst/>
              <a:rect l="l" t="t" r="r" b="b"/>
              <a:pathLst>
                <a:path w="568" h="7740" extrusionOk="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5"/>
            <p:cNvSpPr/>
            <p:nvPr/>
          </p:nvSpPr>
          <p:spPr>
            <a:xfrm>
              <a:off x="7738710" y="594814"/>
              <a:ext cx="213818" cy="15691"/>
            </a:xfrm>
            <a:custGeom>
              <a:avLst/>
              <a:gdLst/>
              <a:ahLst/>
              <a:cxnLst/>
              <a:rect l="l" t="t" r="r" b="b"/>
              <a:pathLst>
                <a:path w="7740" h="568" extrusionOk="0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5"/>
            <p:cNvSpPr/>
            <p:nvPr/>
          </p:nvSpPr>
          <p:spPr>
            <a:xfrm>
              <a:off x="8411416" y="707221"/>
              <a:ext cx="548301" cy="548329"/>
            </a:xfrm>
            <a:custGeom>
              <a:avLst/>
              <a:gdLst/>
              <a:ahLst/>
              <a:cxnLst/>
              <a:rect l="l" t="t" r="r" b="b"/>
              <a:pathLst>
                <a:path w="19848" h="19849" extrusionOk="0">
                  <a:moveTo>
                    <a:pt x="9640" y="935"/>
                  </a:moveTo>
                  <a:lnTo>
                    <a:pt x="9640" y="3803"/>
                  </a:lnTo>
                  <a:cubicBezTo>
                    <a:pt x="8907" y="3803"/>
                    <a:pt x="8173" y="3803"/>
                    <a:pt x="7506" y="3837"/>
                  </a:cubicBezTo>
                  <a:cubicBezTo>
                    <a:pt x="8306" y="2469"/>
                    <a:pt x="9140" y="1468"/>
                    <a:pt x="9640" y="935"/>
                  </a:cubicBezTo>
                  <a:close/>
                  <a:moveTo>
                    <a:pt x="10241" y="801"/>
                  </a:moveTo>
                  <a:cubicBezTo>
                    <a:pt x="10741" y="1302"/>
                    <a:pt x="11742" y="2436"/>
                    <a:pt x="12643" y="4004"/>
                  </a:cubicBezTo>
                  <a:cubicBezTo>
                    <a:pt x="11809" y="3937"/>
                    <a:pt x="11008" y="3837"/>
                    <a:pt x="10241" y="3837"/>
                  </a:cubicBezTo>
                  <a:lnTo>
                    <a:pt x="10241" y="801"/>
                  </a:lnTo>
                  <a:close/>
                  <a:moveTo>
                    <a:pt x="9073" y="768"/>
                  </a:moveTo>
                  <a:lnTo>
                    <a:pt x="9073" y="768"/>
                  </a:lnTo>
                  <a:cubicBezTo>
                    <a:pt x="8440" y="1435"/>
                    <a:pt x="7572" y="2503"/>
                    <a:pt x="6805" y="3937"/>
                  </a:cubicBezTo>
                  <a:cubicBezTo>
                    <a:pt x="5771" y="4004"/>
                    <a:pt x="4837" y="4170"/>
                    <a:pt x="4003" y="4337"/>
                  </a:cubicBezTo>
                  <a:cubicBezTo>
                    <a:pt x="5237" y="2636"/>
                    <a:pt x="6972" y="1402"/>
                    <a:pt x="9073" y="768"/>
                  </a:cubicBezTo>
                  <a:close/>
                  <a:moveTo>
                    <a:pt x="10975" y="768"/>
                  </a:moveTo>
                  <a:lnTo>
                    <a:pt x="10975" y="768"/>
                  </a:lnTo>
                  <a:cubicBezTo>
                    <a:pt x="13176" y="1402"/>
                    <a:pt x="15011" y="2803"/>
                    <a:pt x="16245" y="4637"/>
                  </a:cubicBezTo>
                  <a:cubicBezTo>
                    <a:pt x="15244" y="4437"/>
                    <a:pt x="14277" y="4237"/>
                    <a:pt x="13310" y="4104"/>
                  </a:cubicBezTo>
                  <a:cubicBezTo>
                    <a:pt x="12509" y="2603"/>
                    <a:pt x="11608" y="1468"/>
                    <a:pt x="10975" y="768"/>
                  </a:cubicBezTo>
                  <a:close/>
                  <a:moveTo>
                    <a:pt x="6805" y="1102"/>
                  </a:moveTo>
                  <a:lnTo>
                    <a:pt x="6805" y="1102"/>
                  </a:lnTo>
                  <a:cubicBezTo>
                    <a:pt x="5337" y="1935"/>
                    <a:pt x="4103" y="3103"/>
                    <a:pt x="3169" y="4571"/>
                  </a:cubicBezTo>
                  <a:cubicBezTo>
                    <a:pt x="2769" y="4671"/>
                    <a:pt x="2402" y="4771"/>
                    <a:pt x="2002" y="4871"/>
                  </a:cubicBezTo>
                  <a:cubicBezTo>
                    <a:pt x="3169" y="3136"/>
                    <a:pt x="4837" y="1802"/>
                    <a:pt x="6805" y="1102"/>
                  </a:cubicBezTo>
                  <a:close/>
                  <a:moveTo>
                    <a:pt x="13543" y="1302"/>
                  </a:moveTo>
                  <a:lnTo>
                    <a:pt x="13543" y="1302"/>
                  </a:lnTo>
                  <a:cubicBezTo>
                    <a:pt x="15411" y="2069"/>
                    <a:pt x="16946" y="3437"/>
                    <a:pt x="17980" y="5138"/>
                  </a:cubicBezTo>
                  <a:cubicBezTo>
                    <a:pt x="17646" y="5038"/>
                    <a:pt x="17346" y="4971"/>
                    <a:pt x="17012" y="4871"/>
                  </a:cubicBezTo>
                  <a:cubicBezTo>
                    <a:pt x="16178" y="3437"/>
                    <a:pt x="14978" y="2169"/>
                    <a:pt x="13543" y="1302"/>
                  </a:cubicBezTo>
                  <a:close/>
                  <a:moveTo>
                    <a:pt x="6505" y="4471"/>
                  </a:moveTo>
                  <a:lnTo>
                    <a:pt x="6505" y="4471"/>
                  </a:lnTo>
                  <a:cubicBezTo>
                    <a:pt x="5838" y="5838"/>
                    <a:pt x="5337" y="7506"/>
                    <a:pt x="5271" y="9341"/>
                  </a:cubicBezTo>
                  <a:lnTo>
                    <a:pt x="5271" y="9574"/>
                  </a:lnTo>
                  <a:lnTo>
                    <a:pt x="2268" y="9574"/>
                  </a:lnTo>
                  <a:cubicBezTo>
                    <a:pt x="2302" y="7906"/>
                    <a:pt x="2802" y="6339"/>
                    <a:pt x="3603" y="4971"/>
                  </a:cubicBezTo>
                  <a:cubicBezTo>
                    <a:pt x="4103" y="4871"/>
                    <a:pt x="4737" y="4771"/>
                    <a:pt x="5337" y="4637"/>
                  </a:cubicBezTo>
                  <a:cubicBezTo>
                    <a:pt x="5738" y="4604"/>
                    <a:pt x="6105" y="4504"/>
                    <a:pt x="6505" y="4471"/>
                  </a:cubicBezTo>
                  <a:close/>
                  <a:moveTo>
                    <a:pt x="2802" y="5238"/>
                  </a:moveTo>
                  <a:cubicBezTo>
                    <a:pt x="2135" y="6539"/>
                    <a:pt x="1735" y="8006"/>
                    <a:pt x="1668" y="9608"/>
                  </a:cubicBezTo>
                  <a:lnTo>
                    <a:pt x="567" y="9608"/>
                  </a:lnTo>
                  <a:cubicBezTo>
                    <a:pt x="601" y="8173"/>
                    <a:pt x="968" y="6806"/>
                    <a:pt x="1601" y="5638"/>
                  </a:cubicBezTo>
                  <a:cubicBezTo>
                    <a:pt x="1935" y="5505"/>
                    <a:pt x="2335" y="5405"/>
                    <a:pt x="2802" y="5238"/>
                  </a:cubicBezTo>
                  <a:close/>
                  <a:moveTo>
                    <a:pt x="8888" y="4376"/>
                  </a:moveTo>
                  <a:cubicBezTo>
                    <a:pt x="9135" y="4376"/>
                    <a:pt x="9386" y="4384"/>
                    <a:pt x="9640" y="4404"/>
                  </a:cubicBezTo>
                  <a:lnTo>
                    <a:pt x="9640" y="9608"/>
                  </a:lnTo>
                  <a:lnTo>
                    <a:pt x="5804" y="9608"/>
                  </a:lnTo>
                  <a:lnTo>
                    <a:pt x="5804" y="9441"/>
                  </a:lnTo>
                  <a:cubicBezTo>
                    <a:pt x="5904" y="7506"/>
                    <a:pt x="6471" y="5838"/>
                    <a:pt x="7172" y="4471"/>
                  </a:cubicBezTo>
                  <a:cubicBezTo>
                    <a:pt x="7714" y="4423"/>
                    <a:pt x="8290" y="4376"/>
                    <a:pt x="8888" y="4376"/>
                  </a:cubicBezTo>
                  <a:close/>
                  <a:moveTo>
                    <a:pt x="10241" y="4404"/>
                  </a:moveTo>
                  <a:cubicBezTo>
                    <a:pt x="11075" y="4437"/>
                    <a:pt x="11975" y="4504"/>
                    <a:pt x="12943" y="4637"/>
                  </a:cubicBezTo>
                  <a:cubicBezTo>
                    <a:pt x="13610" y="5972"/>
                    <a:pt x="14144" y="7606"/>
                    <a:pt x="14244" y="9441"/>
                  </a:cubicBezTo>
                  <a:lnTo>
                    <a:pt x="14244" y="9608"/>
                  </a:lnTo>
                  <a:lnTo>
                    <a:pt x="10241" y="9608"/>
                  </a:lnTo>
                  <a:lnTo>
                    <a:pt x="10241" y="4404"/>
                  </a:lnTo>
                  <a:close/>
                  <a:moveTo>
                    <a:pt x="13643" y="4737"/>
                  </a:moveTo>
                  <a:cubicBezTo>
                    <a:pt x="14611" y="4871"/>
                    <a:pt x="15611" y="5104"/>
                    <a:pt x="16679" y="5338"/>
                  </a:cubicBezTo>
                  <a:cubicBezTo>
                    <a:pt x="17313" y="6605"/>
                    <a:pt x="17746" y="8073"/>
                    <a:pt x="17813" y="9608"/>
                  </a:cubicBezTo>
                  <a:lnTo>
                    <a:pt x="14811" y="9608"/>
                  </a:lnTo>
                  <a:lnTo>
                    <a:pt x="14811" y="9407"/>
                  </a:lnTo>
                  <a:cubicBezTo>
                    <a:pt x="14744" y="7640"/>
                    <a:pt x="14277" y="6072"/>
                    <a:pt x="13643" y="4737"/>
                  </a:cubicBezTo>
                  <a:close/>
                  <a:moveTo>
                    <a:pt x="17346" y="5571"/>
                  </a:moveTo>
                  <a:lnTo>
                    <a:pt x="17346" y="5571"/>
                  </a:lnTo>
                  <a:cubicBezTo>
                    <a:pt x="17679" y="5638"/>
                    <a:pt x="18013" y="5772"/>
                    <a:pt x="18347" y="5838"/>
                  </a:cubicBezTo>
                  <a:cubicBezTo>
                    <a:pt x="18914" y="6972"/>
                    <a:pt x="19247" y="8273"/>
                    <a:pt x="19314" y="9608"/>
                  </a:cubicBezTo>
                  <a:lnTo>
                    <a:pt x="18347" y="9608"/>
                  </a:lnTo>
                  <a:cubicBezTo>
                    <a:pt x="18313" y="8140"/>
                    <a:pt x="17946" y="6806"/>
                    <a:pt x="17346" y="5571"/>
                  </a:cubicBezTo>
                  <a:close/>
                  <a:moveTo>
                    <a:pt x="1668" y="10108"/>
                  </a:moveTo>
                  <a:lnTo>
                    <a:pt x="1668" y="10141"/>
                  </a:lnTo>
                  <a:cubicBezTo>
                    <a:pt x="1735" y="11843"/>
                    <a:pt x="2168" y="13477"/>
                    <a:pt x="2969" y="14911"/>
                  </a:cubicBezTo>
                  <a:cubicBezTo>
                    <a:pt x="2602" y="14811"/>
                    <a:pt x="2235" y="14678"/>
                    <a:pt x="1801" y="14578"/>
                  </a:cubicBezTo>
                  <a:cubicBezTo>
                    <a:pt x="1068" y="13210"/>
                    <a:pt x="601" y="11742"/>
                    <a:pt x="567" y="10108"/>
                  </a:cubicBezTo>
                  <a:close/>
                  <a:moveTo>
                    <a:pt x="19314" y="10141"/>
                  </a:moveTo>
                  <a:cubicBezTo>
                    <a:pt x="19281" y="11843"/>
                    <a:pt x="18780" y="13444"/>
                    <a:pt x="17946" y="14811"/>
                  </a:cubicBezTo>
                  <a:cubicBezTo>
                    <a:pt x="17646" y="14911"/>
                    <a:pt x="17313" y="15012"/>
                    <a:pt x="16946" y="15112"/>
                  </a:cubicBezTo>
                  <a:cubicBezTo>
                    <a:pt x="17813" y="13677"/>
                    <a:pt x="18313" y="11976"/>
                    <a:pt x="18347" y="10141"/>
                  </a:cubicBezTo>
                  <a:close/>
                  <a:moveTo>
                    <a:pt x="5237" y="10141"/>
                  </a:moveTo>
                  <a:cubicBezTo>
                    <a:pt x="5271" y="12009"/>
                    <a:pt x="5771" y="13844"/>
                    <a:pt x="6738" y="15679"/>
                  </a:cubicBezTo>
                  <a:cubicBezTo>
                    <a:pt x="5771" y="15579"/>
                    <a:pt x="4770" y="15345"/>
                    <a:pt x="3736" y="15112"/>
                  </a:cubicBezTo>
                  <a:cubicBezTo>
                    <a:pt x="2802" y="13677"/>
                    <a:pt x="2268" y="11976"/>
                    <a:pt x="2235" y="10141"/>
                  </a:cubicBezTo>
                  <a:close/>
                  <a:moveTo>
                    <a:pt x="17813" y="10141"/>
                  </a:moveTo>
                  <a:cubicBezTo>
                    <a:pt x="17780" y="12076"/>
                    <a:pt x="17179" y="13844"/>
                    <a:pt x="16145" y="15345"/>
                  </a:cubicBezTo>
                  <a:cubicBezTo>
                    <a:pt x="15645" y="15479"/>
                    <a:pt x="15111" y="15612"/>
                    <a:pt x="14511" y="15679"/>
                  </a:cubicBezTo>
                  <a:cubicBezTo>
                    <a:pt x="14110" y="15779"/>
                    <a:pt x="13677" y="15812"/>
                    <a:pt x="13243" y="15845"/>
                  </a:cubicBezTo>
                  <a:cubicBezTo>
                    <a:pt x="14244" y="13977"/>
                    <a:pt x="14777" y="12109"/>
                    <a:pt x="14811" y="10141"/>
                  </a:cubicBezTo>
                  <a:close/>
                  <a:moveTo>
                    <a:pt x="9640" y="10141"/>
                  </a:moveTo>
                  <a:lnTo>
                    <a:pt x="9640" y="15946"/>
                  </a:lnTo>
                  <a:cubicBezTo>
                    <a:pt x="8940" y="15912"/>
                    <a:pt x="8173" y="15845"/>
                    <a:pt x="7439" y="15779"/>
                  </a:cubicBezTo>
                  <a:cubicBezTo>
                    <a:pt x="6405" y="13944"/>
                    <a:pt x="5838" y="12076"/>
                    <a:pt x="5804" y="10141"/>
                  </a:cubicBezTo>
                  <a:close/>
                  <a:moveTo>
                    <a:pt x="14244" y="10141"/>
                  </a:moveTo>
                  <a:cubicBezTo>
                    <a:pt x="14177" y="12109"/>
                    <a:pt x="13610" y="14011"/>
                    <a:pt x="12509" y="15912"/>
                  </a:cubicBezTo>
                  <a:cubicBezTo>
                    <a:pt x="11809" y="15979"/>
                    <a:pt x="11075" y="15979"/>
                    <a:pt x="10241" y="15979"/>
                  </a:cubicBezTo>
                  <a:lnTo>
                    <a:pt x="10241" y="10141"/>
                  </a:lnTo>
                  <a:close/>
                  <a:moveTo>
                    <a:pt x="17446" y="15612"/>
                  </a:moveTo>
                  <a:cubicBezTo>
                    <a:pt x="16445" y="16913"/>
                    <a:pt x="15111" y="17947"/>
                    <a:pt x="13577" y="18614"/>
                  </a:cubicBezTo>
                  <a:cubicBezTo>
                    <a:pt x="14744" y="17914"/>
                    <a:pt x="15745" y="16946"/>
                    <a:pt x="16512" y="15845"/>
                  </a:cubicBezTo>
                  <a:cubicBezTo>
                    <a:pt x="16846" y="15779"/>
                    <a:pt x="17146" y="15679"/>
                    <a:pt x="17446" y="15612"/>
                  </a:cubicBezTo>
                  <a:close/>
                  <a:moveTo>
                    <a:pt x="2268" y="15312"/>
                  </a:moveTo>
                  <a:lnTo>
                    <a:pt x="2268" y="15312"/>
                  </a:lnTo>
                  <a:cubicBezTo>
                    <a:pt x="2635" y="15445"/>
                    <a:pt x="3002" y="15512"/>
                    <a:pt x="3403" y="15612"/>
                  </a:cubicBezTo>
                  <a:cubicBezTo>
                    <a:pt x="4270" y="16913"/>
                    <a:pt x="5437" y="18014"/>
                    <a:pt x="6805" y="18781"/>
                  </a:cubicBezTo>
                  <a:cubicBezTo>
                    <a:pt x="4970" y="18147"/>
                    <a:pt x="3336" y="16913"/>
                    <a:pt x="2268" y="15312"/>
                  </a:cubicBezTo>
                  <a:close/>
                  <a:moveTo>
                    <a:pt x="7772" y="16413"/>
                  </a:moveTo>
                  <a:lnTo>
                    <a:pt x="7772" y="16413"/>
                  </a:lnTo>
                  <a:cubicBezTo>
                    <a:pt x="8440" y="16446"/>
                    <a:pt x="9073" y="16479"/>
                    <a:pt x="9640" y="16513"/>
                  </a:cubicBezTo>
                  <a:lnTo>
                    <a:pt x="9640" y="18914"/>
                  </a:lnTo>
                  <a:cubicBezTo>
                    <a:pt x="8940" y="18080"/>
                    <a:pt x="8306" y="17246"/>
                    <a:pt x="7772" y="16413"/>
                  </a:cubicBezTo>
                  <a:close/>
                  <a:moveTo>
                    <a:pt x="12176" y="16479"/>
                  </a:moveTo>
                  <a:lnTo>
                    <a:pt x="12176" y="16479"/>
                  </a:lnTo>
                  <a:cubicBezTo>
                    <a:pt x="11642" y="17347"/>
                    <a:pt x="10975" y="18247"/>
                    <a:pt x="10241" y="19081"/>
                  </a:cubicBezTo>
                  <a:lnTo>
                    <a:pt x="10241" y="16513"/>
                  </a:lnTo>
                  <a:lnTo>
                    <a:pt x="10608" y="16513"/>
                  </a:lnTo>
                  <a:cubicBezTo>
                    <a:pt x="11141" y="16513"/>
                    <a:pt x="11675" y="16513"/>
                    <a:pt x="12176" y="16479"/>
                  </a:cubicBezTo>
                  <a:close/>
                  <a:moveTo>
                    <a:pt x="4237" y="15812"/>
                  </a:moveTo>
                  <a:cubicBezTo>
                    <a:pt x="5237" y="16012"/>
                    <a:pt x="6171" y="16179"/>
                    <a:pt x="7105" y="16312"/>
                  </a:cubicBezTo>
                  <a:cubicBezTo>
                    <a:pt x="7639" y="17280"/>
                    <a:pt x="8339" y="18247"/>
                    <a:pt x="9140" y="19148"/>
                  </a:cubicBezTo>
                  <a:cubicBezTo>
                    <a:pt x="7139" y="18614"/>
                    <a:pt x="5437" y="17413"/>
                    <a:pt x="4237" y="15812"/>
                  </a:cubicBezTo>
                  <a:close/>
                  <a:moveTo>
                    <a:pt x="15645" y="16012"/>
                  </a:moveTo>
                  <a:lnTo>
                    <a:pt x="15645" y="16012"/>
                  </a:lnTo>
                  <a:cubicBezTo>
                    <a:pt x="14444" y="17480"/>
                    <a:pt x="12809" y="18614"/>
                    <a:pt x="10908" y="19148"/>
                  </a:cubicBezTo>
                  <a:cubicBezTo>
                    <a:pt x="11675" y="18247"/>
                    <a:pt x="12342" y="17347"/>
                    <a:pt x="12909" y="16446"/>
                  </a:cubicBezTo>
                  <a:cubicBezTo>
                    <a:pt x="13943" y="16346"/>
                    <a:pt x="14844" y="16179"/>
                    <a:pt x="15645" y="16012"/>
                  </a:cubicBezTo>
                  <a:close/>
                  <a:moveTo>
                    <a:pt x="9941" y="1"/>
                  </a:moveTo>
                  <a:cubicBezTo>
                    <a:pt x="4470" y="1"/>
                    <a:pt x="0" y="4471"/>
                    <a:pt x="0" y="9941"/>
                  </a:cubicBezTo>
                  <a:cubicBezTo>
                    <a:pt x="0" y="15412"/>
                    <a:pt x="4470" y="19848"/>
                    <a:pt x="9941" y="19848"/>
                  </a:cubicBezTo>
                  <a:lnTo>
                    <a:pt x="10174" y="19848"/>
                  </a:lnTo>
                  <a:cubicBezTo>
                    <a:pt x="15511" y="19782"/>
                    <a:pt x="19848" y="15345"/>
                    <a:pt x="19848" y="9941"/>
                  </a:cubicBezTo>
                  <a:cubicBezTo>
                    <a:pt x="19848" y="4504"/>
                    <a:pt x="15511" y="134"/>
                    <a:pt x="101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5"/>
            <p:cNvSpPr/>
            <p:nvPr/>
          </p:nvSpPr>
          <p:spPr>
            <a:xfrm>
              <a:off x="6626245" y="1986551"/>
              <a:ext cx="84809" cy="85720"/>
            </a:xfrm>
            <a:custGeom>
              <a:avLst/>
              <a:gdLst/>
              <a:ahLst/>
              <a:cxnLst/>
              <a:rect l="l" t="t" r="r" b="b"/>
              <a:pathLst>
                <a:path w="3070" h="3103" extrusionOk="0">
                  <a:moveTo>
                    <a:pt x="1535" y="601"/>
                  </a:moveTo>
                  <a:cubicBezTo>
                    <a:pt x="2068" y="601"/>
                    <a:pt x="2502" y="1034"/>
                    <a:pt x="2502" y="1568"/>
                  </a:cubicBezTo>
                  <a:cubicBezTo>
                    <a:pt x="2502" y="2102"/>
                    <a:pt x="2068" y="2535"/>
                    <a:pt x="1535" y="2535"/>
                  </a:cubicBezTo>
                  <a:cubicBezTo>
                    <a:pt x="1001" y="2535"/>
                    <a:pt x="567" y="2102"/>
                    <a:pt x="567" y="1568"/>
                  </a:cubicBezTo>
                  <a:cubicBezTo>
                    <a:pt x="567" y="1034"/>
                    <a:pt x="1001" y="601"/>
                    <a:pt x="1535" y="601"/>
                  </a:cubicBezTo>
                  <a:close/>
                  <a:moveTo>
                    <a:pt x="1535" y="0"/>
                  </a:moveTo>
                  <a:cubicBezTo>
                    <a:pt x="701" y="0"/>
                    <a:pt x="0" y="734"/>
                    <a:pt x="0" y="1568"/>
                  </a:cubicBezTo>
                  <a:cubicBezTo>
                    <a:pt x="0" y="2402"/>
                    <a:pt x="701" y="3102"/>
                    <a:pt x="1535" y="3102"/>
                  </a:cubicBezTo>
                  <a:cubicBezTo>
                    <a:pt x="2369" y="3102"/>
                    <a:pt x="3069" y="2402"/>
                    <a:pt x="3069" y="1568"/>
                  </a:cubicBezTo>
                  <a:cubicBezTo>
                    <a:pt x="3069" y="734"/>
                    <a:pt x="2369" y="0"/>
                    <a:pt x="1535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4" name="Google Shape;1434;p35"/>
            <p:cNvGrpSpPr/>
            <p:nvPr/>
          </p:nvGrpSpPr>
          <p:grpSpPr>
            <a:xfrm>
              <a:off x="5705149" y="939549"/>
              <a:ext cx="1524702" cy="2219324"/>
              <a:chOff x="5705149" y="939549"/>
              <a:chExt cx="1524702" cy="2219324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6974568" y="939549"/>
                <a:ext cx="15691" cy="21290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07" extrusionOk="0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6875033" y="1037232"/>
                <a:ext cx="212906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568" extrusionOk="0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5"/>
              <p:cNvSpPr/>
              <p:nvPr/>
            </p:nvSpPr>
            <p:spPr>
              <a:xfrm>
                <a:off x="7074406" y="1181381"/>
                <a:ext cx="155446" cy="160916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5825" extrusionOk="0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35"/>
              <p:cNvSpPr/>
              <p:nvPr/>
            </p:nvSpPr>
            <p:spPr>
              <a:xfrm>
                <a:off x="6875951" y="2063018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369" y="3103"/>
                      <a:pt x="3070" y="2369"/>
                      <a:pt x="3070" y="1535"/>
                    </a:cubicBezTo>
                    <a:cubicBezTo>
                      <a:pt x="3070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35"/>
              <p:cNvSpPr/>
              <p:nvPr/>
            </p:nvSpPr>
            <p:spPr>
              <a:xfrm>
                <a:off x="6752493" y="1717260"/>
                <a:ext cx="175087" cy="19130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6925" extrusionOk="0">
                    <a:moveTo>
                      <a:pt x="749" y="0"/>
                    </a:moveTo>
                    <a:cubicBezTo>
                      <a:pt x="358" y="0"/>
                      <a:pt x="0" y="307"/>
                      <a:pt x="0" y="708"/>
                    </a:cubicBezTo>
                    <a:lnTo>
                      <a:pt x="0" y="6179"/>
                    </a:lnTo>
                    <a:cubicBezTo>
                      <a:pt x="0" y="6626"/>
                      <a:pt x="351" y="6925"/>
                      <a:pt x="737" y="6925"/>
                    </a:cubicBezTo>
                    <a:cubicBezTo>
                      <a:pt x="870" y="6925"/>
                      <a:pt x="1006" y="6890"/>
                      <a:pt x="1134" y="6813"/>
                    </a:cubicBezTo>
                    <a:lnTo>
                      <a:pt x="5838" y="4111"/>
                    </a:lnTo>
                    <a:cubicBezTo>
                      <a:pt x="6338" y="3811"/>
                      <a:pt x="6338" y="3077"/>
                      <a:pt x="5838" y="2810"/>
                    </a:cubicBezTo>
                    <a:lnTo>
                      <a:pt x="1134" y="108"/>
                    </a:lnTo>
                    <a:cubicBezTo>
                      <a:pt x="1010" y="34"/>
                      <a:pt x="878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35"/>
              <p:cNvSpPr/>
              <p:nvPr/>
            </p:nvSpPr>
            <p:spPr>
              <a:xfrm>
                <a:off x="5705149" y="2938618"/>
                <a:ext cx="69145" cy="69118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2" extrusionOk="0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5"/>
              <p:cNvSpPr/>
              <p:nvPr/>
            </p:nvSpPr>
            <p:spPr>
              <a:xfrm>
                <a:off x="5848912" y="3073153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35"/>
              <p:cNvSpPr/>
              <p:nvPr/>
            </p:nvSpPr>
            <p:spPr>
              <a:xfrm>
                <a:off x="5823110" y="2758916"/>
                <a:ext cx="200917" cy="171662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214" extrusionOk="0">
                    <a:moveTo>
                      <a:pt x="934" y="0"/>
                    </a:moveTo>
                    <a:cubicBezTo>
                      <a:pt x="367" y="0"/>
                      <a:pt x="0" y="634"/>
                      <a:pt x="267" y="1135"/>
                    </a:cubicBezTo>
                    <a:lnTo>
                      <a:pt x="3002" y="5838"/>
                    </a:lnTo>
                    <a:cubicBezTo>
                      <a:pt x="3136" y="6088"/>
                      <a:pt x="3386" y="6213"/>
                      <a:pt x="3636" y="6213"/>
                    </a:cubicBezTo>
                    <a:cubicBezTo>
                      <a:pt x="3886" y="6213"/>
                      <a:pt x="4137" y="6088"/>
                      <a:pt x="4270" y="5838"/>
                    </a:cubicBezTo>
                    <a:lnTo>
                      <a:pt x="7005" y="1135"/>
                    </a:lnTo>
                    <a:cubicBezTo>
                      <a:pt x="7272" y="601"/>
                      <a:pt x="6905" y="0"/>
                      <a:pt x="6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43" name="Google Shape;1443;p35"/>
            <p:cNvSpPr/>
            <p:nvPr/>
          </p:nvSpPr>
          <p:spPr>
            <a:xfrm>
              <a:off x="5553256" y="291837"/>
              <a:ext cx="448796" cy="449735"/>
            </a:xfrm>
            <a:custGeom>
              <a:avLst/>
              <a:gdLst/>
              <a:ahLst/>
              <a:cxnLst/>
              <a:rect l="l" t="t" r="r" b="b"/>
              <a:pathLst>
                <a:path w="16246" h="16280" extrusionOk="0">
                  <a:moveTo>
                    <a:pt x="8106" y="1"/>
                  </a:moveTo>
                  <a:cubicBezTo>
                    <a:pt x="3636" y="1"/>
                    <a:pt x="0" y="3637"/>
                    <a:pt x="0" y="8140"/>
                  </a:cubicBezTo>
                  <a:cubicBezTo>
                    <a:pt x="0" y="12643"/>
                    <a:pt x="3636" y="16279"/>
                    <a:pt x="8106" y="16279"/>
                  </a:cubicBezTo>
                  <a:cubicBezTo>
                    <a:pt x="12609" y="16279"/>
                    <a:pt x="16245" y="12643"/>
                    <a:pt x="16245" y="8140"/>
                  </a:cubicBezTo>
                  <a:cubicBezTo>
                    <a:pt x="16245" y="3637"/>
                    <a:pt x="12609" y="1"/>
                    <a:pt x="8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5"/>
            <p:cNvSpPr/>
            <p:nvPr/>
          </p:nvSpPr>
          <p:spPr>
            <a:xfrm>
              <a:off x="5595633" y="334242"/>
              <a:ext cx="364015" cy="364926"/>
            </a:xfrm>
            <a:custGeom>
              <a:avLst/>
              <a:gdLst/>
              <a:ahLst/>
              <a:cxnLst/>
              <a:rect l="l" t="t" r="r" b="b"/>
              <a:pathLst>
                <a:path w="13177" h="13210" extrusionOk="0">
                  <a:moveTo>
                    <a:pt x="6572" y="0"/>
                  </a:moveTo>
                  <a:cubicBezTo>
                    <a:pt x="2936" y="0"/>
                    <a:pt x="1" y="2969"/>
                    <a:pt x="1" y="6605"/>
                  </a:cubicBezTo>
                  <a:cubicBezTo>
                    <a:pt x="1" y="10241"/>
                    <a:pt x="2936" y="13210"/>
                    <a:pt x="6572" y="13210"/>
                  </a:cubicBezTo>
                  <a:cubicBezTo>
                    <a:pt x="10241" y="13210"/>
                    <a:pt x="13177" y="10241"/>
                    <a:pt x="13177" y="6605"/>
                  </a:cubicBezTo>
                  <a:cubicBezTo>
                    <a:pt x="13177" y="2969"/>
                    <a:pt x="10241" y="0"/>
                    <a:pt x="65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5"/>
            <p:cNvSpPr/>
            <p:nvPr/>
          </p:nvSpPr>
          <p:spPr>
            <a:xfrm>
              <a:off x="5668454" y="364657"/>
              <a:ext cx="220254" cy="304096"/>
            </a:xfrm>
            <a:custGeom>
              <a:avLst/>
              <a:gdLst/>
              <a:ahLst/>
              <a:cxnLst/>
              <a:rect l="l" t="t" r="r" b="b"/>
              <a:pathLst>
                <a:path w="7973" h="11008" extrusionOk="0">
                  <a:moveTo>
                    <a:pt x="3069" y="2802"/>
                  </a:moveTo>
                  <a:cubicBezTo>
                    <a:pt x="3536" y="2835"/>
                    <a:pt x="4003" y="2835"/>
                    <a:pt x="4403" y="2835"/>
                  </a:cubicBezTo>
                  <a:cubicBezTo>
                    <a:pt x="4570" y="2869"/>
                    <a:pt x="4737" y="2902"/>
                    <a:pt x="4904" y="3002"/>
                  </a:cubicBezTo>
                  <a:cubicBezTo>
                    <a:pt x="5304" y="3169"/>
                    <a:pt x="5471" y="3469"/>
                    <a:pt x="5471" y="3836"/>
                  </a:cubicBezTo>
                  <a:cubicBezTo>
                    <a:pt x="5404" y="4270"/>
                    <a:pt x="5204" y="4470"/>
                    <a:pt x="4870" y="4637"/>
                  </a:cubicBezTo>
                  <a:cubicBezTo>
                    <a:pt x="4470" y="4837"/>
                    <a:pt x="4003" y="4837"/>
                    <a:pt x="3536" y="4837"/>
                  </a:cubicBezTo>
                  <a:lnTo>
                    <a:pt x="3069" y="4837"/>
                  </a:lnTo>
                  <a:lnTo>
                    <a:pt x="3069" y="2802"/>
                  </a:lnTo>
                  <a:close/>
                  <a:moveTo>
                    <a:pt x="3659" y="5834"/>
                  </a:moveTo>
                  <a:cubicBezTo>
                    <a:pt x="4047" y="5834"/>
                    <a:pt x="4425" y="5849"/>
                    <a:pt x="4803" y="5938"/>
                  </a:cubicBezTo>
                  <a:cubicBezTo>
                    <a:pt x="5004" y="5971"/>
                    <a:pt x="5204" y="6038"/>
                    <a:pt x="5404" y="6138"/>
                  </a:cubicBezTo>
                  <a:cubicBezTo>
                    <a:pt x="5737" y="6305"/>
                    <a:pt x="5904" y="6605"/>
                    <a:pt x="5904" y="7005"/>
                  </a:cubicBezTo>
                  <a:cubicBezTo>
                    <a:pt x="5871" y="7372"/>
                    <a:pt x="5671" y="7639"/>
                    <a:pt x="5337" y="7806"/>
                  </a:cubicBezTo>
                  <a:cubicBezTo>
                    <a:pt x="4870" y="8039"/>
                    <a:pt x="4370" y="8106"/>
                    <a:pt x="3869" y="8106"/>
                  </a:cubicBezTo>
                  <a:lnTo>
                    <a:pt x="3069" y="8106"/>
                  </a:lnTo>
                  <a:lnTo>
                    <a:pt x="3069" y="5838"/>
                  </a:lnTo>
                  <a:cubicBezTo>
                    <a:pt x="3269" y="5838"/>
                    <a:pt x="3465" y="5834"/>
                    <a:pt x="3659" y="5834"/>
                  </a:cubicBezTo>
                  <a:close/>
                  <a:moveTo>
                    <a:pt x="3869" y="0"/>
                  </a:moveTo>
                  <a:lnTo>
                    <a:pt x="3869" y="1635"/>
                  </a:lnTo>
                  <a:cubicBezTo>
                    <a:pt x="3569" y="1635"/>
                    <a:pt x="3336" y="1635"/>
                    <a:pt x="3036" y="1668"/>
                  </a:cubicBezTo>
                  <a:lnTo>
                    <a:pt x="3036" y="33"/>
                  </a:lnTo>
                  <a:lnTo>
                    <a:pt x="2035" y="33"/>
                  </a:lnTo>
                  <a:lnTo>
                    <a:pt x="2035" y="1701"/>
                  </a:lnTo>
                  <a:lnTo>
                    <a:pt x="0" y="1701"/>
                  </a:lnTo>
                  <a:lnTo>
                    <a:pt x="0" y="2802"/>
                  </a:lnTo>
                  <a:lnTo>
                    <a:pt x="834" y="2802"/>
                  </a:lnTo>
                  <a:cubicBezTo>
                    <a:pt x="1168" y="2802"/>
                    <a:pt x="1334" y="3002"/>
                    <a:pt x="1334" y="3336"/>
                  </a:cubicBezTo>
                  <a:lnTo>
                    <a:pt x="1334" y="5371"/>
                  </a:lnTo>
                  <a:lnTo>
                    <a:pt x="1334" y="7706"/>
                  </a:lnTo>
                  <a:cubicBezTo>
                    <a:pt x="1334" y="8006"/>
                    <a:pt x="1201" y="8139"/>
                    <a:pt x="901" y="8139"/>
                  </a:cubicBezTo>
                  <a:lnTo>
                    <a:pt x="200" y="8139"/>
                  </a:lnTo>
                  <a:cubicBezTo>
                    <a:pt x="100" y="8540"/>
                    <a:pt x="67" y="8940"/>
                    <a:pt x="0" y="9340"/>
                  </a:cubicBezTo>
                  <a:lnTo>
                    <a:pt x="2035" y="9340"/>
                  </a:lnTo>
                  <a:lnTo>
                    <a:pt x="2035" y="11008"/>
                  </a:lnTo>
                  <a:lnTo>
                    <a:pt x="3036" y="11008"/>
                  </a:lnTo>
                  <a:lnTo>
                    <a:pt x="3036" y="9340"/>
                  </a:lnTo>
                  <a:lnTo>
                    <a:pt x="3836" y="9340"/>
                  </a:lnTo>
                  <a:lnTo>
                    <a:pt x="3836" y="11008"/>
                  </a:lnTo>
                  <a:lnTo>
                    <a:pt x="4837" y="11008"/>
                  </a:lnTo>
                  <a:lnTo>
                    <a:pt x="4837" y="9373"/>
                  </a:lnTo>
                  <a:cubicBezTo>
                    <a:pt x="5371" y="9307"/>
                    <a:pt x="5871" y="9207"/>
                    <a:pt x="6371" y="9107"/>
                  </a:cubicBezTo>
                  <a:cubicBezTo>
                    <a:pt x="7239" y="8840"/>
                    <a:pt x="7739" y="8306"/>
                    <a:pt x="7872" y="7372"/>
                  </a:cubicBezTo>
                  <a:cubicBezTo>
                    <a:pt x="7906" y="7272"/>
                    <a:pt x="7906" y="7139"/>
                    <a:pt x="7906" y="7005"/>
                  </a:cubicBezTo>
                  <a:cubicBezTo>
                    <a:pt x="7972" y="6038"/>
                    <a:pt x="7539" y="5437"/>
                    <a:pt x="6571" y="5170"/>
                  </a:cubicBezTo>
                  <a:cubicBezTo>
                    <a:pt x="6538" y="5137"/>
                    <a:pt x="6538" y="5137"/>
                    <a:pt x="6505" y="5137"/>
                  </a:cubicBezTo>
                  <a:lnTo>
                    <a:pt x="6538" y="5104"/>
                  </a:lnTo>
                  <a:cubicBezTo>
                    <a:pt x="7339" y="4603"/>
                    <a:pt x="7572" y="3669"/>
                    <a:pt x="7205" y="2835"/>
                  </a:cubicBezTo>
                  <a:cubicBezTo>
                    <a:pt x="7005" y="2335"/>
                    <a:pt x="6605" y="2035"/>
                    <a:pt x="6138" y="1935"/>
                  </a:cubicBezTo>
                  <a:cubicBezTo>
                    <a:pt x="5737" y="1801"/>
                    <a:pt x="5371" y="1768"/>
                    <a:pt x="5004" y="1668"/>
                  </a:cubicBezTo>
                  <a:cubicBezTo>
                    <a:pt x="4904" y="1668"/>
                    <a:pt x="4870" y="1635"/>
                    <a:pt x="4870" y="1535"/>
                  </a:cubicBezTo>
                  <a:lnTo>
                    <a:pt x="4870" y="834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5"/>
            <p:cNvSpPr/>
            <p:nvPr/>
          </p:nvSpPr>
          <p:spPr>
            <a:xfrm>
              <a:off x="8084064" y="4689299"/>
              <a:ext cx="380590" cy="108787"/>
            </a:xfrm>
            <a:custGeom>
              <a:avLst/>
              <a:gdLst/>
              <a:ahLst/>
              <a:cxnLst/>
              <a:rect l="l" t="t" r="r" b="b"/>
              <a:pathLst>
                <a:path w="13777" h="3938" extrusionOk="0">
                  <a:moveTo>
                    <a:pt x="6872" y="1"/>
                  </a:moveTo>
                  <a:cubicBezTo>
                    <a:pt x="3069" y="1"/>
                    <a:pt x="0" y="868"/>
                    <a:pt x="0" y="1969"/>
                  </a:cubicBezTo>
                  <a:cubicBezTo>
                    <a:pt x="0" y="3036"/>
                    <a:pt x="3069" y="3937"/>
                    <a:pt x="6872" y="3937"/>
                  </a:cubicBezTo>
                  <a:cubicBezTo>
                    <a:pt x="10674" y="3937"/>
                    <a:pt x="13777" y="3036"/>
                    <a:pt x="13777" y="1969"/>
                  </a:cubicBezTo>
                  <a:cubicBezTo>
                    <a:pt x="13777" y="868"/>
                    <a:pt x="10674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5"/>
            <p:cNvSpPr/>
            <p:nvPr/>
          </p:nvSpPr>
          <p:spPr>
            <a:xfrm>
              <a:off x="8098789" y="4413792"/>
              <a:ext cx="350202" cy="122572"/>
            </a:xfrm>
            <a:custGeom>
              <a:avLst/>
              <a:gdLst/>
              <a:ahLst/>
              <a:cxnLst/>
              <a:rect l="l" t="t" r="r" b="b"/>
              <a:pathLst>
                <a:path w="12677" h="4437" extrusionOk="0">
                  <a:moveTo>
                    <a:pt x="6339" y="0"/>
                  </a:moveTo>
                  <a:cubicBezTo>
                    <a:pt x="2836" y="0"/>
                    <a:pt x="1" y="1001"/>
                    <a:pt x="1" y="2202"/>
                  </a:cubicBezTo>
                  <a:cubicBezTo>
                    <a:pt x="1" y="3436"/>
                    <a:pt x="2836" y="4437"/>
                    <a:pt x="6339" y="4437"/>
                  </a:cubicBezTo>
                  <a:cubicBezTo>
                    <a:pt x="9841" y="4437"/>
                    <a:pt x="12677" y="3436"/>
                    <a:pt x="12677" y="2202"/>
                  </a:cubicBezTo>
                  <a:cubicBezTo>
                    <a:pt x="12677" y="1001"/>
                    <a:pt x="9841" y="0"/>
                    <a:pt x="6339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5"/>
            <p:cNvSpPr/>
            <p:nvPr/>
          </p:nvSpPr>
          <p:spPr>
            <a:xfrm>
              <a:off x="8102490" y="4486585"/>
              <a:ext cx="340975" cy="262658"/>
            </a:xfrm>
            <a:custGeom>
              <a:avLst/>
              <a:gdLst/>
              <a:ahLst/>
              <a:cxnLst/>
              <a:rect l="l" t="t" r="r" b="b"/>
              <a:pathLst>
                <a:path w="12343" h="9508" extrusionOk="0">
                  <a:moveTo>
                    <a:pt x="0" y="0"/>
                  </a:moveTo>
                  <a:lnTo>
                    <a:pt x="1968" y="7205"/>
                  </a:lnTo>
                  <a:cubicBezTo>
                    <a:pt x="2335" y="8606"/>
                    <a:pt x="3603" y="9507"/>
                    <a:pt x="5004" y="9507"/>
                  </a:cubicBezTo>
                  <a:lnTo>
                    <a:pt x="7339" y="9507"/>
                  </a:lnTo>
                  <a:cubicBezTo>
                    <a:pt x="8773" y="9507"/>
                    <a:pt x="10007" y="8540"/>
                    <a:pt x="10374" y="7205"/>
                  </a:cubicBezTo>
                  <a:lnTo>
                    <a:pt x="12342" y="0"/>
                  </a:lnTo>
                  <a:lnTo>
                    <a:pt x="12342" y="0"/>
                  </a:lnTo>
                  <a:cubicBezTo>
                    <a:pt x="11842" y="1034"/>
                    <a:pt x="9307" y="1802"/>
                    <a:pt x="6205" y="1802"/>
                  </a:cubicBezTo>
                  <a:cubicBezTo>
                    <a:pt x="3136" y="1802"/>
                    <a:pt x="534" y="103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5"/>
            <p:cNvSpPr/>
            <p:nvPr/>
          </p:nvSpPr>
          <p:spPr>
            <a:xfrm>
              <a:off x="8140254" y="4444014"/>
              <a:ext cx="265421" cy="92350"/>
            </a:xfrm>
            <a:custGeom>
              <a:avLst/>
              <a:gdLst/>
              <a:ahLst/>
              <a:cxnLst/>
              <a:rect l="l" t="t" r="r" b="b"/>
              <a:pathLst>
                <a:path w="9608" h="3343" extrusionOk="0">
                  <a:moveTo>
                    <a:pt x="4881" y="1"/>
                  </a:moveTo>
                  <a:cubicBezTo>
                    <a:pt x="2965" y="1"/>
                    <a:pt x="989" y="747"/>
                    <a:pt x="1" y="2542"/>
                  </a:cubicBezTo>
                  <a:cubicBezTo>
                    <a:pt x="1168" y="3042"/>
                    <a:pt x="2903" y="3343"/>
                    <a:pt x="4838" y="3343"/>
                  </a:cubicBezTo>
                  <a:cubicBezTo>
                    <a:pt x="6772" y="3343"/>
                    <a:pt x="8440" y="3042"/>
                    <a:pt x="9608" y="2575"/>
                  </a:cubicBezTo>
                  <a:cubicBezTo>
                    <a:pt x="9474" y="1875"/>
                    <a:pt x="8907" y="1241"/>
                    <a:pt x="8274" y="874"/>
                  </a:cubicBezTo>
                  <a:cubicBezTo>
                    <a:pt x="7363" y="320"/>
                    <a:pt x="6135" y="1"/>
                    <a:pt x="4881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5"/>
            <p:cNvSpPr/>
            <p:nvPr/>
          </p:nvSpPr>
          <p:spPr>
            <a:xfrm>
              <a:off x="8082213" y="4208287"/>
              <a:ext cx="338213" cy="302273"/>
            </a:xfrm>
            <a:custGeom>
              <a:avLst/>
              <a:gdLst/>
              <a:ahLst/>
              <a:cxnLst/>
              <a:rect l="l" t="t" r="r" b="b"/>
              <a:pathLst>
                <a:path w="12243" h="10942" extrusionOk="0">
                  <a:moveTo>
                    <a:pt x="5905" y="0"/>
                  </a:moveTo>
                  <a:cubicBezTo>
                    <a:pt x="5171" y="0"/>
                    <a:pt x="4737" y="834"/>
                    <a:pt x="4570" y="1602"/>
                  </a:cubicBezTo>
                  <a:cubicBezTo>
                    <a:pt x="4103" y="4237"/>
                    <a:pt x="4937" y="6505"/>
                    <a:pt x="5905" y="8773"/>
                  </a:cubicBezTo>
                  <a:cubicBezTo>
                    <a:pt x="5771" y="8573"/>
                    <a:pt x="5671" y="8406"/>
                    <a:pt x="5538" y="8206"/>
                  </a:cubicBezTo>
                  <a:cubicBezTo>
                    <a:pt x="5071" y="7506"/>
                    <a:pt x="4570" y="6772"/>
                    <a:pt x="4103" y="5905"/>
                  </a:cubicBezTo>
                  <a:cubicBezTo>
                    <a:pt x="3837" y="5371"/>
                    <a:pt x="3536" y="4737"/>
                    <a:pt x="3036" y="4270"/>
                  </a:cubicBezTo>
                  <a:cubicBezTo>
                    <a:pt x="2640" y="3899"/>
                    <a:pt x="2116" y="3693"/>
                    <a:pt x="1640" y="3693"/>
                  </a:cubicBezTo>
                  <a:cubicBezTo>
                    <a:pt x="1474" y="3693"/>
                    <a:pt x="1314" y="3718"/>
                    <a:pt x="1168" y="3770"/>
                  </a:cubicBezTo>
                  <a:cubicBezTo>
                    <a:pt x="334" y="4070"/>
                    <a:pt x="0" y="5104"/>
                    <a:pt x="167" y="5905"/>
                  </a:cubicBezTo>
                  <a:cubicBezTo>
                    <a:pt x="334" y="6772"/>
                    <a:pt x="934" y="7439"/>
                    <a:pt x="1435" y="7939"/>
                  </a:cubicBezTo>
                  <a:cubicBezTo>
                    <a:pt x="2903" y="9374"/>
                    <a:pt x="4737" y="10408"/>
                    <a:pt x="6739" y="10908"/>
                  </a:cubicBezTo>
                  <a:cubicBezTo>
                    <a:pt x="6772" y="10908"/>
                    <a:pt x="6872" y="10942"/>
                    <a:pt x="6939" y="10942"/>
                  </a:cubicBezTo>
                  <a:cubicBezTo>
                    <a:pt x="8106" y="10942"/>
                    <a:pt x="10875" y="9107"/>
                    <a:pt x="11776" y="7506"/>
                  </a:cubicBezTo>
                  <a:cubicBezTo>
                    <a:pt x="12009" y="6939"/>
                    <a:pt x="12243" y="6105"/>
                    <a:pt x="12042" y="5438"/>
                  </a:cubicBezTo>
                  <a:cubicBezTo>
                    <a:pt x="11942" y="5104"/>
                    <a:pt x="11742" y="4871"/>
                    <a:pt x="11442" y="4704"/>
                  </a:cubicBezTo>
                  <a:cubicBezTo>
                    <a:pt x="11270" y="4607"/>
                    <a:pt x="11071" y="4559"/>
                    <a:pt x="10858" y="4559"/>
                  </a:cubicBezTo>
                  <a:cubicBezTo>
                    <a:pt x="10407" y="4559"/>
                    <a:pt x="9893" y="4774"/>
                    <a:pt x="9441" y="5204"/>
                  </a:cubicBezTo>
                  <a:cubicBezTo>
                    <a:pt x="8406" y="6105"/>
                    <a:pt x="7739" y="7372"/>
                    <a:pt x="7272" y="8607"/>
                  </a:cubicBezTo>
                  <a:cubicBezTo>
                    <a:pt x="7573" y="6372"/>
                    <a:pt x="7573" y="4070"/>
                    <a:pt x="7239" y="1768"/>
                  </a:cubicBezTo>
                  <a:cubicBezTo>
                    <a:pt x="7206" y="1368"/>
                    <a:pt x="6905" y="0"/>
                    <a:pt x="59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5"/>
            <p:cNvSpPr/>
            <p:nvPr/>
          </p:nvSpPr>
          <p:spPr>
            <a:xfrm>
              <a:off x="8101551" y="4486585"/>
              <a:ext cx="207381" cy="262658"/>
            </a:xfrm>
            <a:custGeom>
              <a:avLst/>
              <a:gdLst/>
              <a:ahLst/>
              <a:cxnLst/>
              <a:rect l="l" t="t" r="r" b="b"/>
              <a:pathLst>
                <a:path w="7507" h="9508" extrusionOk="0">
                  <a:moveTo>
                    <a:pt x="1" y="0"/>
                  </a:moveTo>
                  <a:lnTo>
                    <a:pt x="1969" y="7205"/>
                  </a:lnTo>
                  <a:cubicBezTo>
                    <a:pt x="2336" y="8606"/>
                    <a:pt x="3570" y="9507"/>
                    <a:pt x="5005" y="9507"/>
                  </a:cubicBezTo>
                  <a:lnTo>
                    <a:pt x="7506" y="9507"/>
                  </a:lnTo>
                  <a:cubicBezTo>
                    <a:pt x="4304" y="7539"/>
                    <a:pt x="3904" y="4037"/>
                    <a:pt x="4071" y="1668"/>
                  </a:cubicBezTo>
                  <a:cubicBezTo>
                    <a:pt x="2002" y="1435"/>
                    <a:pt x="468" y="801"/>
                    <a:pt x="1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5"/>
            <p:cNvSpPr/>
            <p:nvPr/>
          </p:nvSpPr>
          <p:spPr>
            <a:xfrm>
              <a:off x="8462781" y="4195386"/>
              <a:ext cx="511477" cy="176966"/>
            </a:xfrm>
            <a:custGeom>
              <a:avLst/>
              <a:gdLst/>
              <a:ahLst/>
              <a:cxnLst/>
              <a:rect l="l" t="t" r="r" b="b"/>
              <a:pathLst>
                <a:path w="18515" h="6406" extrusionOk="0">
                  <a:moveTo>
                    <a:pt x="9274" y="0"/>
                  </a:moveTo>
                  <a:cubicBezTo>
                    <a:pt x="4137" y="0"/>
                    <a:pt x="1" y="1401"/>
                    <a:pt x="1" y="3203"/>
                  </a:cubicBezTo>
                  <a:cubicBezTo>
                    <a:pt x="1" y="4971"/>
                    <a:pt x="4171" y="6405"/>
                    <a:pt x="9274" y="6405"/>
                  </a:cubicBezTo>
                  <a:cubicBezTo>
                    <a:pt x="14411" y="6405"/>
                    <a:pt x="18514" y="5004"/>
                    <a:pt x="18514" y="3203"/>
                  </a:cubicBezTo>
                  <a:cubicBezTo>
                    <a:pt x="18514" y="1401"/>
                    <a:pt x="14411" y="0"/>
                    <a:pt x="9274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5"/>
            <p:cNvSpPr/>
            <p:nvPr/>
          </p:nvSpPr>
          <p:spPr>
            <a:xfrm>
              <a:off x="8166996" y="3638019"/>
              <a:ext cx="600844" cy="686398"/>
            </a:xfrm>
            <a:custGeom>
              <a:avLst/>
              <a:gdLst/>
              <a:ahLst/>
              <a:cxnLst/>
              <a:rect l="l" t="t" r="r" b="b"/>
              <a:pathLst>
                <a:path w="21750" h="24847" extrusionOk="0">
                  <a:moveTo>
                    <a:pt x="2257" y="0"/>
                  </a:moveTo>
                  <a:cubicBezTo>
                    <a:pt x="1570" y="0"/>
                    <a:pt x="838" y="433"/>
                    <a:pt x="501" y="1063"/>
                  </a:cubicBezTo>
                  <a:cubicBezTo>
                    <a:pt x="0" y="2030"/>
                    <a:pt x="167" y="3164"/>
                    <a:pt x="467" y="4198"/>
                  </a:cubicBezTo>
                  <a:cubicBezTo>
                    <a:pt x="1168" y="6733"/>
                    <a:pt x="2636" y="9102"/>
                    <a:pt x="4604" y="10870"/>
                  </a:cubicBezTo>
                  <a:cubicBezTo>
                    <a:pt x="3036" y="11037"/>
                    <a:pt x="1935" y="12704"/>
                    <a:pt x="2169" y="14239"/>
                  </a:cubicBezTo>
                  <a:cubicBezTo>
                    <a:pt x="2369" y="15807"/>
                    <a:pt x="3703" y="17041"/>
                    <a:pt x="5171" y="17508"/>
                  </a:cubicBezTo>
                  <a:cubicBezTo>
                    <a:pt x="5716" y="17677"/>
                    <a:pt x="6278" y="17750"/>
                    <a:pt x="6843" y="17750"/>
                  </a:cubicBezTo>
                  <a:cubicBezTo>
                    <a:pt x="7832" y="17750"/>
                    <a:pt x="8827" y="17526"/>
                    <a:pt x="9741" y="17208"/>
                  </a:cubicBezTo>
                  <a:lnTo>
                    <a:pt x="9741" y="17208"/>
                  </a:lnTo>
                  <a:cubicBezTo>
                    <a:pt x="8473" y="18509"/>
                    <a:pt x="9340" y="20877"/>
                    <a:pt x="10875" y="21844"/>
                  </a:cubicBezTo>
                  <a:cubicBezTo>
                    <a:pt x="12476" y="22778"/>
                    <a:pt x="14377" y="22745"/>
                    <a:pt x="16212" y="22845"/>
                  </a:cubicBezTo>
                  <a:cubicBezTo>
                    <a:pt x="18047" y="22945"/>
                    <a:pt x="20048" y="23345"/>
                    <a:pt x="21149" y="24846"/>
                  </a:cubicBezTo>
                  <a:cubicBezTo>
                    <a:pt x="21682" y="21844"/>
                    <a:pt x="21749" y="18775"/>
                    <a:pt x="21382" y="15740"/>
                  </a:cubicBezTo>
                  <a:cubicBezTo>
                    <a:pt x="21282" y="14572"/>
                    <a:pt x="21015" y="13272"/>
                    <a:pt x="20148" y="12438"/>
                  </a:cubicBezTo>
                  <a:cubicBezTo>
                    <a:pt x="19735" y="12024"/>
                    <a:pt x="19117" y="11800"/>
                    <a:pt x="18526" y="11800"/>
                  </a:cubicBezTo>
                  <a:cubicBezTo>
                    <a:pt x="17923" y="11800"/>
                    <a:pt x="17349" y="12033"/>
                    <a:pt x="17046" y="12538"/>
                  </a:cubicBezTo>
                  <a:cubicBezTo>
                    <a:pt x="17113" y="10470"/>
                    <a:pt x="17113" y="8201"/>
                    <a:pt x="15878" y="6533"/>
                  </a:cubicBezTo>
                  <a:cubicBezTo>
                    <a:pt x="15192" y="5580"/>
                    <a:pt x="13949" y="4997"/>
                    <a:pt x="12798" y="4997"/>
                  </a:cubicBezTo>
                  <a:cubicBezTo>
                    <a:pt x="11937" y="4997"/>
                    <a:pt x="11127" y="5324"/>
                    <a:pt x="10641" y="6066"/>
                  </a:cubicBezTo>
                  <a:cubicBezTo>
                    <a:pt x="10075" y="2828"/>
                    <a:pt x="6842" y="300"/>
                    <a:pt x="3735" y="300"/>
                  </a:cubicBezTo>
                  <a:cubicBezTo>
                    <a:pt x="3546" y="300"/>
                    <a:pt x="3357" y="310"/>
                    <a:pt x="3169" y="329"/>
                  </a:cubicBezTo>
                  <a:cubicBezTo>
                    <a:pt x="2909" y="101"/>
                    <a:pt x="2588" y="0"/>
                    <a:pt x="22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5"/>
            <p:cNvSpPr/>
            <p:nvPr/>
          </p:nvSpPr>
          <p:spPr>
            <a:xfrm>
              <a:off x="8178958" y="3658157"/>
              <a:ext cx="576893" cy="662558"/>
            </a:xfrm>
            <a:custGeom>
              <a:avLst/>
              <a:gdLst/>
              <a:ahLst/>
              <a:cxnLst/>
              <a:rect l="l" t="t" r="r" b="b"/>
              <a:pathLst>
                <a:path w="20883" h="23984" extrusionOk="0">
                  <a:moveTo>
                    <a:pt x="268" y="0"/>
                  </a:moveTo>
                  <a:cubicBezTo>
                    <a:pt x="201" y="100"/>
                    <a:pt x="101" y="234"/>
                    <a:pt x="68" y="300"/>
                  </a:cubicBezTo>
                  <a:cubicBezTo>
                    <a:pt x="34" y="334"/>
                    <a:pt x="34" y="434"/>
                    <a:pt x="1" y="467"/>
                  </a:cubicBezTo>
                  <a:cubicBezTo>
                    <a:pt x="8774" y="6338"/>
                    <a:pt x="16012" y="14511"/>
                    <a:pt x="20716" y="23984"/>
                  </a:cubicBezTo>
                  <a:cubicBezTo>
                    <a:pt x="20782" y="23684"/>
                    <a:pt x="20849" y="23417"/>
                    <a:pt x="20883" y="23083"/>
                  </a:cubicBezTo>
                  <a:cubicBezTo>
                    <a:pt x="16112" y="13810"/>
                    <a:pt x="8941" y="5804"/>
                    <a:pt x="26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5"/>
            <p:cNvSpPr/>
            <p:nvPr/>
          </p:nvSpPr>
          <p:spPr>
            <a:xfrm>
              <a:off x="8207550" y="3688545"/>
              <a:ext cx="231304" cy="187850"/>
            </a:xfrm>
            <a:custGeom>
              <a:avLst/>
              <a:gdLst/>
              <a:ahLst/>
              <a:cxnLst/>
              <a:rect l="l" t="t" r="r" b="b"/>
              <a:pathLst>
                <a:path w="8373" h="6800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471" y="2002"/>
                    <a:pt x="6838" y="4004"/>
                    <a:pt x="7505" y="5872"/>
                  </a:cubicBezTo>
                  <a:cubicBezTo>
                    <a:pt x="5998" y="5096"/>
                    <a:pt x="4299" y="4703"/>
                    <a:pt x="2585" y="4703"/>
                  </a:cubicBezTo>
                  <a:cubicBezTo>
                    <a:pt x="1719" y="4703"/>
                    <a:pt x="850" y="4803"/>
                    <a:pt x="0" y="5005"/>
                  </a:cubicBezTo>
                  <a:cubicBezTo>
                    <a:pt x="67" y="5171"/>
                    <a:pt x="167" y="5338"/>
                    <a:pt x="267" y="5505"/>
                  </a:cubicBezTo>
                  <a:cubicBezTo>
                    <a:pt x="1007" y="5353"/>
                    <a:pt x="1765" y="5277"/>
                    <a:pt x="2522" y="5277"/>
                  </a:cubicBezTo>
                  <a:cubicBezTo>
                    <a:pt x="4430" y="5277"/>
                    <a:pt x="6330" y="5760"/>
                    <a:pt x="7906" y="6739"/>
                  </a:cubicBezTo>
                  <a:cubicBezTo>
                    <a:pt x="7962" y="6781"/>
                    <a:pt x="8017" y="6800"/>
                    <a:pt x="8068" y="6800"/>
                  </a:cubicBezTo>
                  <a:cubicBezTo>
                    <a:pt x="8139" y="6800"/>
                    <a:pt x="8201" y="6764"/>
                    <a:pt x="8239" y="6706"/>
                  </a:cubicBezTo>
                  <a:cubicBezTo>
                    <a:pt x="8339" y="6639"/>
                    <a:pt x="8373" y="6506"/>
                    <a:pt x="8339" y="6372"/>
                  </a:cubicBezTo>
                  <a:cubicBezTo>
                    <a:pt x="7505" y="4538"/>
                    <a:pt x="7072" y="2503"/>
                    <a:pt x="7038" y="468"/>
                  </a:cubicBezTo>
                  <a:cubicBezTo>
                    <a:pt x="6872" y="301"/>
                    <a:pt x="6671" y="134"/>
                    <a:pt x="6505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5"/>
            <p:cNvSpPr/>
            <p:nvPr/>
          </p:nvSpPr>
          <p:spPr>
            <a:xfrm>
              <a:off x="8225976" y="3785317"/>
              <a:ext cx="407331" cy="317936"/>
            </a:xfrm>
            <a:custGeom>
              <a:avLst/>
              <a:gdLst/>
              <a:ahLst/>
              <a:cxnLst/>
              <a:rect l="l" t="t" r="r" b="b"/>
              <a:pathLst>
                <a:path w="14745" h="11509" extrusionOk="0">
                  <a:moveTo>
                    <a:pt x="12209" y="0"/>
                  </a:moveTo>
                  <a:cubicBezTo>
                    <a:pt x="11809" y="3570"/>
                    <a:pt x="12342" y="7339"/>
                    <a:pt x="13743" y="10541"/>
                  </a:cubicBezTo>
                  <a:cubicBezTo>
                    <a:pt x="10968" y="9033"/>
                    <a:pt x="7820" y="8270"/>
                    <a:pt x="4740" y="8270"/>
                  </a:cubicBezTo>
                  <a:cubicBezTo>
                    <a:pt x="3120" y="8270"/>
                    <a:pt x="1518" y="8481"/>
                    <a:pt x="0" y="8907"/>
                  </a:cubicBezTo>
                  <a:cubicBezTo>
                    <a:pt x="34" y="9074"/>
                    <a:pt x="67" y="9240"/>
                    <a:pt x="134" y="9441"/>
                  </a:cubicBezTo>
                  <a:cubicBezTo>
                    <a:pt x="1607" y="9029"/>
                    <a:pt x="3161" y="8825"/>
                    <a:pt x="4734" y="8825"/>
                  </a:cubicBezTo>
                  <a:cubicBezTo>
                    <a:pt x="8006" y="8825"/>
                    <a:pt x="11360" y="9708"/>
                    <a:pt x="14244" y="11442"/>
                  </a:cubicBezTo>
                  <a:cubicBezTo>
                    <a:pt x="14344" y="11509"/>
                    <a:pt x="14377" y="11509"/>
                    <a:pt x="14410" y="11509"/>
                  </a:cubicBezTo>
                  <a:cubicBezTo>
                    <a:pt x="14511" y="11509"/>
                    <a:pt x="14544" y="11475"/>
                    <a:pt x="14644" y="11409"/>
                  </a:cubicBezTo>
                  <a:cubicBezTo>
                    <a:pt x="14711" y="11342"/>
                    <a:pt x="14744" y="11209"/>
                    <a:pt x="14677" y="11075"/>
                  </a:cubicBezTo>
                  <a:cubicBezTo>
                    <a:pt x="13009" y="7873"/>
                    <a:pt x="12376" y="4003"/>
                    <a:pt x="12743" y="301"/>
                  </a:cubicBezTo>
                  <a:cubicBezTo>
                    <a:pt x="12576" y="167"/>
                    <a:pt x="12409" y="67"/>
                    <a:pt x="12209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5"/>
            <p:cNvSpPr/>
            <p:nvPr/>
          </p:nvSpPr>
          <p:spPr>
            <a:xfrm>
              <a:off x="8422254" y="3976069"/>
              <a:ext cx="307798" cy="246056"/>
            </a:xfrm>
            <a:custGeom>
              <a:avLst/>
              <a:gdLst/>
              <a:ahLst/>
              <a:cxnLst/>
              <a:rect l="l" t="t" r="r" b="b"/>
              <a:pathLst>
                <a:path w="11142" h="8907" extrusionOk="0">
                  <a:moveTo>
                    <a:pt x="10641" y="0"/>
                  </a:moveTo>
                  <a:cubicBezTo>
                    <a:pt x="9640" y="2602"/>
                    <a:pt x="9307" y="5438"/>
                    <a:pt x="9674" y="8140"/>
                  </a:cubicBezTo>
                  <a:cubicBezTo>
                    <a:pt x="7806" y="7339"/>
                    <a:pt x="5774" y="6943"/>
                    <a:pt x="3749" y="6943"/>
                  </a:cubicBezTo>
                  <a:cubicBezTo>
                    <a:pt x="2483" y="6943"/>
                    <a:pt x="1219" y="7098"/>
                    <a:pt x="0" y="7406"/>
                  </a:cubicBezTo>
                  <a:cubicBezTo>
                    <a:pt x="67" y="7573"/>
                    <a:pt x="134" y="7773"/>
                    <a:pt x="234" y="7939"/>
                  </a:cubicBezTo>
                  <a:cubicBezTo>
                    <a:pt x="1396" y="7637"/>
                    <a:pt x="2597" y="7488"/>
                    <a:pt x="3799" y="7488"/>
                  </a:cubicBezTo>
                  <a:cubicBezTo>
                    <a:pt x="5912" y="7488"/>
                    <a:pt x="8028" y="7947"/>
                    <a:pt x="9941" y="8840"/>
                  </a:cubicBezTo>
                  <a:cubicBezTo>
                    <a:pt x="9974" y="8840"/>
                    <a:pt x="10007" y="8907"/>
                    <a:pt x="10074" y="8907"/>
                  </a:cubicBezTo>
                  <a:cubicBezTo>
                    <a:pt x="10107" y="8907"/>
                    <a:pt x="10208" y="8907"/>
                    <a:pt x="10241" y="8840"/>
                  </a:cubicBezTo>
                  <a:cubicBezTo>
                    <a:pt x="10308" y="8773"/>
                    <a:pt x="10374" y="8673"/>
                    <a:pt x="10374" y="8573"/>
                  </a:cubicBezTo>
                  <a:cubicBezTo>
                    <a:pt x="9907" y="5838"/>
                    <a:pt x="10208" y="3003"/>
                    <a:pt x="11142" y="401"/>
                  </a:cubicBezTo>
                  <a:cubicBezTo>
                    <a:pt x="11041" y="334"/>
                    <a:pt x="10975" y="267"/>
                    <a:pt x="10908" y="234"/>
                  </a:cubicBezTo>
                  <a:cubicBezTo>
                    <a:pt x="10808" y="134"/>
                    <a:pt x="10741" y="67"/>
                    <a:pt x="10641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5"/>
            <p:cNvSpPr/>
            <p:nvPr/>
          </p:nvSpPr>
          <p:spPr>
            <a:xfrm>
              <a:off x="8582592" y="3372595"/>
              <a:ext cx="489349" cy="897453"/>
            </a:xfrm>
            <a:custGeom>
              <a:avLst/>
              <a:gdLst/>
              <a:ahLst/>
              <a:cxnLst/>
              <a:rect l="l" t="t" r="r" b="b"/>
              <a:pathLst>
                <a:path w="17714" h="32487" extrusionOk="0">
                  <a:moveTo>
                    <a:pt x="10199" y="1"/>
                  </a:moveTo>
                  <a:cubicBezTo>
                    <a:pt x="8068" y="1"/>
                    <a:pt x="5934" y="1595"/>
                    <a:pt x="5037" y="3632"/>
                  </a:cubicBezTo>
                  <a:cubicBezTo>
                    <a:pt x="3937" y="6101"/>
                    <a:pt x="4270" y="8970"/>
                    <a:pt x="4904" y="11638"/>
                  </a:cubicBezTo>
                  <a:cubicBezTo>
                    <a:pt x="5004" y="12172"/>
                    <a:pt x="5137" y="12772"/>
                    <a:pt x="4837" y="13239"/>
                  </a:cubicBezTo>
                  <a:cubicBezTo>
                    <a:pt x="4470" y="13806"/>
                    <a:pt x="3636" y="13806"/>
                    <a:pt x="2969" y="14006"/>
                  </a:cubicBezTo>
                  <a:cubicBezTo>
                    <a:pt x="734" y="14674"/>
                    <a:pt x="0" y="17742"/>
                    <a:pt x="801" y="19944"/>
                  </a:cubicBezTo>
                  <a:cubicBezTo>
                    <a:pt x="1602" y="22146"/>
                    <a:pt x="3336" y="23847"/>
                    <a:pt x="4604" y="25848"/>
                  </a:cubicBezTo>
                  <a:cubicBezTo>
                    <a:pt x="5838" y="27850"/>
                    <a:pt x="6605" y="30585"/>
                    <a:pt x="5237" y="32486"/>
                  </a:cubicBezTo>
                  <a:cubicBezTo>
                    <a:pt x="9007" y="29151"/>
                    <a:pt x="12609" y="25448"/>
                    <a:pt x="15712" y="21312"/>
                  </a:cubicBezTo>
                  <a:cubicBezTo>
                    <a:pt x="16445" y="20411"/>
                    <a:pt x="17146" y="19410"/>
                    <a:pt x="17446" y="18276"/>
                  </a:cubicBezTo>
                  <a:cubicBezTo>
                    <a:pt x="17713" y="17142"/>
                    <a:pt x="17546" y="15808"/>
                    <a:pt x="16779" y="14974"/>
                  </a:cubicBezTo>
                  <a:cubicBezTo>
                    <a:pt x="15978" y="14173"/>
                    <a:pt x="14778" y="13906"/>
                    <a:pt x="14110" y="13006"/>
                  </a:cubicBezTo>
                  <a:cubicBezTo>
                    <a:pt x="12976" y="11605"/>
                    <a:pt x="13944" y="9603"/>
                    <a:pt x="14444" y="7835"/>
                  </a:cubicBezTo>
                  <a:cubicBezTo>
                    <a:pt x="15278" y="5000"/>
                    <a:pt x="14444" y="1297"/>
                    <a:pt x="11642" y="263"/>
                  </a:cubicBezTo>
                  <a:cubicBezTo>
                    <a:pt x="11171" y="84"/>
                    <a:pt x="10685" y="1"/>
                    <a:pt x="10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5"/>
            <p:cNvSpPr/>
            <p:nvPr/>
          </p:nvSpPr>
          <p:spPr>
            <a:xfrm>
              <a:off x="8726355" y="3371573"/>
              <a:ext cx="176938" cy="896625"/>
            </a:xfrm>
            <a:custGeom>
              <a:avLst/>
              <a:gdLst/>
              <a:ahLst/>
              <a:cxnLst/>
              <a:rect l="l" t="t" r="r" b="b"/>
              <a:pathLst>
                <a:path w="6405" h="32457" extrusionOk="0">
                  <a:moveTo>
                    <a:pt x="5404" y="0"/>
                  </a:moveTo>
                  <a:cubicBezTo>
                    <a:pt x="5404" y="33"/>
                    <a:pt x="5337" y="100"/>
                    <a:pt x="5337" y="134"/>
                  </a:cubicBezTo>
                  <a:cubicBezTo>
                    <a:pt x="5804" y="10441"/>
                    <a:pt x="4236" y="20882"/>
                    <a:pt x="734" y="30555"/>
                  </a:cubicBezTo>
                  <a:cubicBezTo>
                    <a:pt x="634" y="31222"/>
                    <a:pt x="434" y="31890"/>
                    <a:pt x="0" y="32457"/>
                  </a:cubicBezTo>
                  <a:cubicBezTo>
                    <a:pt x="300" y="32190"/>
                    <a:pt x="601" y="31890"/>
                    <a:pt x="901" y="31656"/>
                  </a:cubicBezTo>
                  <a:cubicBezTo>
                    <a:pt x="4703" y="21682"/>
                    <a:pt x="6405" y="10808"/>
                    <a:pt x="5938" y="134"/>
                  </a:cubicBezTo>
                  <a:cubicBezTo>
                    <a:pt x="5771" y="33"/>
                    <a:pt x="5571" y="33"/>
                    <a:pt x="5404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5"/>
            <p:cNvSpPr/>
            <p:nvPr/>
          </p:nvSpPr>
          <p:spPr>
            <a:xfrm>
              <a:off x="8728178" y="3446216"/>
              <a:ext cx="261747" cy="282908"/>
            </a:xfrm>
            <a:custGeom>
              <a:avLst/>
              <a:gdLst/>
              <a:ahLst/>
              <a:cxnLst/>
              <a:rect l="l" t="t" r="r" b="b"/>
              <a:pathLst>
                <a:path w="9475" h="10241" extrusionOk="0">
                  <a:moveTo>
                    <a:pt x="301" y="0"/>
                  </a:moveTo>
                  <a:cubicBezTo>
                    <a:pt x="168" y="167"/>
                    <a:pt x="68" y="334"/>
                    <a:pt x="1" y="500"/>
                  </a:cubicBezTo>
                  <a:cubicBezTo>
                    <a:pt x="2169" y="2902"/>
                    <a:pt x="3870" y="6171"/>
                    <a:pt x="4904" y="10007"/>
                  </a:cubicBezTo>
                  <a:cubicBezTo>
                    <a:pt x="4904" y="10141"/>
                    <a:pt x="5004" y="10241"/>
                    <a:pt x="5138" y="10241"/>
                  </a:cubicBezTo>
                  <a:cubicBezTo>
                    <a:pt x="5238" y="10241"/>
                    <a:pt x="5371" y="10174"/>
                    <a:pt x="5405" y="10107"/>
                  </a:cubicBezTo>
                  <a:cubicBezTo>
                    <a:pt x="6505" y="8139"/>
                    <a:pt x="7840" y="6171"/>
                    <a:pt x="9341" y="4336"/>
                  </a:cubicBezTo>
                  <a:lnTo>
                    <a:pt x="9474" y="3336"/>
                  </a:lnTo>
                  <a:lnTo>
                    <a:pt x="9474" y="3336"/>
                  </a:lnTo>
                  <a:cubicBezTo>
                    <a:pt x="7873" y="5170"/>
                    <a:pt x="6405" y="7239"/>
                    <a:pt x="5238" y="9240"/>
                  </a:cubicBezTo>
                  <a:cubicBezTo>
                    <a:pt x="4404" y="6405"/>
                    <a:pt x="2903" y="2802"/>
                    <a:pt x="301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5"/>
            <p:cNvSpPr/>
            <p:nvPr/>
          </p:nvSpPr>
          <p:spPr>
            <a:xfrm>
              <a:off x="8704227" y="3616692"/>
              <a:ext cx="269095" cy="319787"/>
            </a:xfrm>
            <a:custGeom>
              <a:avLst/>
              <a:gdLst/>
              <a:ahLst/>
              <a:cxnLst/>
              <a:rect l="l" t="t" r="r" b="b"/>
              <a:pathLst>
                <a:path w="9741" h="11576" extrusionOk="0">
                  <a:moveTo>
                    <a:pt x="1" y="0"/>
                  </a:moveTo>
                  <a:cubicBezTo>
                    <a:pt x="34" y="300"/>
                    <a:pt x="67" y="601"/>
                    <a:pt x="101" y="934"/>
                  </a:cubicBezTo>
                  <a:cubicBezTo>
                    <a:pt x="2769" y="3669"/>
                    <a:pt x="4404" y="7439"/>
                    <a:pt x="4504" y="11308"/>
                  </a:cubicBezTo>
                  <a:cubicBezTo>
                    <a:pt x="4504" y="11442"/>
                    <a:pt x="4570" y="11575"/>
                    <a:pt x="4704" y="11575"/>
                  </a:cubicBezTo>
                  <a:lnTo>
                    <a:pt x="4737" y="11575"/>
                  </a:lnTo>
                  <a:cubicBezTo>
                    <a:pt x="4871" y="11575"/>
                    <a:pt x="4937" y="11508"/>
                    <a:pt x="5004" y="11408"/>
                  </a:cubicBezTo>
                  <a:cubicBezTo>
                    <a:pt x="6238" y="8840"/>
                    <a:pt x="7839" y="6438"/>
                    <a:pt x="9741" y="4270"/>
                  </a:cubicBezTo>
                  <a:cubicBezTo>
                    <a:pt x="9707" y="4236"/>
                    <a:pt x="9674" y="4170"/>
                    <a:pt x="9674" y="4136"/>
                  </a:cubicBezTo>
                  <a:cubicBezTo>
                    <a:pt x="9574" y="4003"/>
                    <a:pt x="9507" y="3903"/>
                    <a:pt x="9441" y="3769"/>
                  </a:cubicBezTo>
                  <a:cubicBezTo>
                    <a:pt x="7706" y="5738"/>
                    <a:pt x="6205" y="7906"/>
                    <a:pt x="5004" y="10174"/>
                  </a:cubicBezTo>
                  <a:cubicBezTo>
                    <a:pt x="4671" y="6305"/>
                    <a:pt x="2836" y="2635"/>
                    <a:pt x="1" y="0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5"/>
            <p:cNvSpPr/>
            <p:nvPr/>
          </p:nvSpPr>
          <p:spPr>
            <a:xfrm>
              <a:off x="8633285" y="3767802"/>
              <a:ext cx="419292" cy="321638"/>
            </a:xfrm>
            <a:custGeom>
              <a:avLst/>
              <a:gdLst/>
              <a:ahLst/>
              <a:cxnLst/>
              <a:rect l="l" t="t" r="r" b="b"/>
              <a:pathLst>
                <a:path w="15178" h="11643" extrusionOk="0">
                  <a:moveTo>
                    <a:pt x="500" y="1"/>
                  </a:moveTo>
                  <a:cubicBezTo>
                    <a:pt x="334" y="101"/>
                    <a:pt x="167" y="201"/>
                    <a:pt x="0" y="334"/>
                  </a:cubicBezTo>
                  <a:cubicBezTo>
                    <a:pt x="3469" y="2936"/>
                    <a:pt x="5704" y="7106"/>
                    <a:pt x="5904" y="11376"/>
                  </a:cubicBezTo>
                  <a:cubicBezTo>
                    <a:pt x="5904" y="11509"/>
                    <a:pt x="5971" y="11642"/>
                    <a:pt x="6104" y="11642"/>
                  </a:cubicBezTo>
                  <a:lnTo>
                    <a:pt x="6171" y="11642"/>
                  </a:lnTo>
                  <a:cubicBezTo>
                    <a:pt x="6271" y="11642"/>
                    <a:pt x="6405" y="11609"/>
                    <a:pt x="6438" y="11476"/>
                  </a:cubicBezTo>
                  <a:cubicBezTo>
                    <a:pt x="8606" y="7473"/>
                    <a:pt x="11608" y="3937"/>
                    <a:pt x="15178" y="1101"/>
                  </a:cubicBezTo>
                  <a:cubicBezTo>
                    <a:pt x="15111" y="935"/>
                    <a:pt x="14977" y="801"/>
                    <a:pt x="14844" y="668"/>
                  </a:cubicBezTo>
                  <a:cubicBezTo>
                    <a:pt x="11442" y="3336"/>
                    <a:pt x="8573" y="6672"/>
                    <a:pt x="6405" y="10442"/>
                  </a:cubicBezTo>
                  <a:cubicBezTo>
                    <a:pt x="5971" y="6372"/>
                    <a:pt x="3769" y="2502"/>
                    <a:pt x="500" y="1"/>
                  </a:cubicBez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5"/>
            <p:cNvSpPr/>
            <p:nvPr/>
          </p:nvSpPr>
          <p:spPr>
            <a:xfrm>
              <a:off x="8755831" y="3820594"/>
              <a:ext cx="547389" cy="473410"/>
            </a:xfrm>
            <a:custGeom>
              <a:avLst/>
              <a:gdLst/>
              <a:ahLst/>
              <a:cxnLst/>
              <a:rect l="l" t="t" r="r" b="b"/>
              <a:pathLst>
                <a:path w="19815" h="17137" extrusionOk="0">
                  <a:moveTo>
                    <a:pt x="18053" y="1"/>
                  </a:moveTo>
                  <a:cubicBezTo>
                    <a:pt x="13772" y="1"/>
                    <a:pt x="9460" y="1575"/>
                    <a:pt x="6205" y="4361"/>
                  </a:cubicBezTo>
                  <a:cubicBezTo>
                    <a:pt x="2536" y="7530"/>
                    <a:pt x="201" y="12267"/>
                    <a:pt x="1" y="17137"/>
                  </a:cubicBezTo>
                  <a:cubicBezTo>
                    <a:pt x="4837" y="15469"/>
                    <a:pt x="9240" y="14068"/>
                    <a:pt x="12976" y="11399"/>
                  </a:cubicBezTo>
                  <a:cubicBezTo>
                    <a:pt x="16646" y="8731"/>
                    <a:pt x="19514" y="4628"/>
                    <a:pt x="19815" y="91"/>
                  </a:cubicBezTo>
                  <a:cubicBezTo>
                    <a:pt x="19230" y="31"/>
                    <a:pt x="18642" y="1"/>
                    <a:pt x="180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5"/>
            <p:cNvSpPr/>
            <p:nvPr/>
          </p:nvSpPr>
          <p:spPr>
            <a:xfrm>
              <a:off x="9046119" y="3839683"/>
              <a:ext cx="206442" cy="185281"/>
            </a:xfrm>
            <a:custGeom>
              <a:avLst/>
              <a:gdLst/>
              <a:ahLst/>
              <a:cxnLst/>
              <a:rect l="l" t="t" r="r" b="b"/>
              <a:pathLst>
                <a:path w="7473" h="6707" extrusionOk="0">
                  <a:moveTo>
                    <a:pt x="2669" y="1"/>
                  </a:moveTo>
                  <a:lnTo>
                    <a:pt x="2669" y="1"/>
                  </a:lnTo>
                  <a:cubicBezTo>
                    <a:pt x="2468" y="34"/>
                    <a:pt x="2302" y="101"/>
                    <a:pt x="2068" y="167"/>
                  </a:cubicBezTo>
                  <a:cubicBezTo>
                    <a:pt x="2035" y="2269"/>
                    <a:pt x="1067" y="4604"/>
                    <a:pt x="67" y="6272"/>
                  </a:cubicBezTo>
                  <a:cubicBezTo>
                    <a:pt x="0" y="6405"/>
                    <a:pt x="33" y="6539"/>
                    <a:pt x="133" y="6605"/>
                  </a:cubicBezTo>
                  <a:cubicBezTo>
                    <a:pt x="177" y="6670"/>
                    <a:pt x="247" y="6707"/>
                    <a:pt x="328" y="6707"/>
                  </a:cubicBezTo>
                  <a:cubicBezTo>
                    <a:pt x="373" y="6707"/>
                    <a:pt x="420" y="6696"/>
                    <a:pt x="467" y="6672"/>
                  </a:cubicBezTo>
                  <a:cubicBezTo>
                    <a:pt x="1749" y="5970"/>
                    <a:pt x="3488" y="5549"/>
                    <a:pt x="5225" y="5549"/>
                  </a:cubicBezTo>
                  <a:cubicBezTo>
                    <a:pt x="5883" y="5549"/>
                    <a:pt x="6540" y="5610"/>
                    <a:pt x="7172" y="5738"/>
                  </a:cubicBezTo>
                  <a:cubicBezTo>
                    <a:pt x="7305" y="5571"/>
                    <a:pt x="7372" y="5404"/>
                    <a:pt x="7472" y="5238"/>
                  </a:cubicBezTo>
                  <a:cubicBezTo>
                    <a:pt x="6720" y="5064"/>
                    <a:pt x="5935" y="4983"/>
                    <a:pt x="5153" y="4983"/>
                  </a:cubicBezTo>
                  <a:cubicBezTo>
                    <a:pt x="3682" y="4983"/>
                    <a:pt x="2221" y="5270"/>
                    <a:pt x="1001" y="5771"/>
                  </a:cubicBezTo>
                  <a:cubicBezTo>
                    <a:pt x="1668" y="4504"/>
                    <a:pt x="2635" y="2269"/>
                    <a:pt x="266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5"/>
            <p:cNvSpPr/>
            <p:nvPr/>
          </p:nvSpPr>
          <p:spPr>
            <a:xfrm>
              <a:off x="8756743" y="3832307"/>
              <a:ext cx="544627" cy="461697"/>
            </a:xfrm>
            <a:custGeom>
              <a:avLst/>
              <a:gdLst/>
              <a:ahLst/>
              <a:cxnLst/>
              <a:rect l="l" t="t" r="r" b="b"/>
              <a:pathLst>
                <a:path w="19715" h="16713" extrusionOk="0">
                  <a:moveTo>
                    <a:pt x="19715" y="1"/>
                  </a:moveTo>
                  <a:cubicBezTo>
                    <a:pt x="12376" y="4504"/>
                    <a:pt x="5672" y="10208"/>
                    <a:pt x="1" y="16713"/>
                  </a:cubicBezTo>
                  <a:cubicBezTo>
                    <a:pt x="368" y="16613"/>
                    <a:pt x="701" y="16479"/>
                    <a:pt x="1102" y="16346"/>
                  </a:cubicBezTo>
                  <a:cubicBezTo>
                    <a:pt x="6472" y="10308"/>
                    <a:pt x="12777" y="5004"/>
                    <a:pt x="19648" y="701"/>
                  </a:cubicBezTo>
                  <a:cubicBezTo>
                    <a:pt x="19682" y="468"/>
                    <a:pt x="19715" y="201"/>
                    <a:pt x="197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5"/>
            <p:cNvSpPr/>
            <p:nvPr/>
          </p:nvSpPr>
          <p:spPr>
            <a:xfrm>
              <a:off x="8881167" y="3899575"/>
              <a:ext cx="216580" cy="274040"/>
            </a:xfrm>
            <a:custGeom>
              <a:avLst/>
              <a:gdLst/>
              <a:ahLst/>
              <a:cxnLst/>
              <a:rect l="l" t="t" r="r" b="b"/>
              <a:pathLst>
                <a:path w="7840" h="9920" extrusionOk="0">
                  <a:moveTo>
                    <a:pt x="3769" y="1"/>
                  </a:moveTo>
                  <a:lnTo>
                    <a:pt x="3769" y="1"/>
                  </a:lnTo>
                  <a:cubicBezTo>
                    <a:pt x="3603" y="101"/>
                    <a:pt x="3369" y="234"/>
                    <a:pt x="3202" y="368"/>
                  </a:cubicBezTo>
                  <a:cubicBezTo>
                    <a:pt x="3369" y="3670"/>
                    <a:pt x="2202" y="7206"/>
                    <a:pt x="100" y="9441"/>
                  </a:cubicBezTo>
                  <a:cubicBezTo>
                    <a:pt x="0" y="9541"/>
                    <a:pt x="0" y="9708"/>
                    <a:pt x="33" y="9774"/>
                  </a:cubicBezTo>
                  <a:cubicBezTo>
                    <a:pt x="110" y="9876"/>
                    <a:pt x="206" y="9920"/>
                    <a:pt x="291" y="9920"/>
                  </a:cubicBezTo>
                  <a:cubicBezTo>
                    <a:pt x="318" y="9920"/>
                    <a:pt x="343" y="9916"/>
                    <a:pt x="367" y="9908"/>
                  </a:cubicBezTo>
                  <a:cubicBezTo>
                    <a:pt x="1859" y="9432"/>
                    <a:pt x="3379" y="9181"/>
                    <a:pt x="4845" y="9181"/>
                  </a:cubicBezTo>
                  <a:cubicBezTo>
                    <a:pt x="5641" y="9181"/>
                    <a:pt x="6421" y="9255"/>
                    <a:pt x="7172" y="9408"/>
                  </a:cubicBezTo>
                  <a:cubicBezTo>
                    <a:pt x="7372" y="9274"/>
                    <a:pt x="7639" y="9107"/>
                    <a:pt x="7839" y="8974"/>
                  </a:cubicBezTo>
                  <a:cubicBezTo>
                    <a:pt x="6862" y="8706"/>
                    <a:pt x="5826" y="8572"/>
                    <a:pt x="4762" y="8572"/>
                  </a:cubicBezTo>
                  <a:cubicBezTo>
                    <a:pt x="3573" y="8572"/>
                    <a:pt x="2349" y="8739"/>
                    <a:pt x="1134" y="9074"/>
                  </a:cubicBezTo>
                  <a:cubicBezTo>
                    <a:pt x="3102" y="6606"/>
                    <a:pt x="4036" y="3203"/>
                    <a:pt x="3769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5"/>
            <p:cNvSpPr/>
            <p:nvPr/>
          </p:nvSpPr>
          <p:spPr>
            <a:xfrm>
              <a:off x="8524524" y="4239449"/>
              <a:ext cx="387054" cy="134727"/>
            </a:xfrm>
            <a:custGeom>
              <a:avLst/>
              <a:gdLst/>
              <a:ahLst/>
              <a:cxnLst/>
              <a:rect l="l" t="t" r="r" b="b"/>
              <a:pathLst>
                <a:path w="14011" h="4877" extrusionOk="0">
                  <a:moveTo>
                    <a:pt x="7150" y="0"/>
                  </a:moveTo>
                  <a:cubicBezTo>
                    <a:pt x="4344" y="0"/>
                    <a:pt x="1440" y="1108"/>
                    <a:pt x="1" y="3743"/>
                  </a:cubicBezTo>
                  <a:cubicBezTo>
                    <a:pt x="1702" y="4410"/>
                    <a:pt x="4204" y="4877"/>
                    <a:pt x="7039" y="4877"/>
                  </a:cubicBezTo>
                  <a:cubicBezTo>
                    <a:pt x="9775" y="4877"/>
                    <a:pt x="12276" y="4443"/>
                    <a:pt x="14011" y="3776"/>
                  </a:cubicBezTo>
                  <a:cubicBezTo>
                    <a:pt x="13777" y="2775"/>
                    <a:pt x="12943" y="1875"/>
                    <a:pt x="12043" y="1274"/>
                  </a:cubicBezTo>
                  <a:cubicBezTo>
                    <a:pt x="10734" y="463"/>
                    <a:pt x="8962" y="0"/>
                    <a:pt x="71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5"/>
            <p:cNvSpPr/>
            <p:nvPr/>
          </p:nvSpPr>
          <p:spPr>
            <a:xfrm>
              <a:off x="8445294" y="3492102"/>
              <a:ext cx="299510" cy="803749"/>
            </a:xfrm>
            <a:custGeom>
              <a:avLst/>
              <a:gdLst/>
              <a:ahLst/>
              <a:cxnLst/>
              <a:rect l="l" t="t" r="r" b="b"/>
              <a:pathLst>
                <a:path w="10842" h="29095" extrusionOk="0">
                  <a:moveTo>
                    <a:pt x="287" y="0"/>
                  </a:moveTo>
                  <a:cubicBezTo>
                    <a:pt x="269" y="0"/>
                    <a:pt x="252" y="2"/>
                    <a:pt x="234" y="7"/>
                  </a:cubicBezTo>
                  <a:cubicBezTo>
                    <a:pt x="100" y="107"/>
                    <a:pt x="0" y="240"/>
                    <a:pt x="67" y="407"/>
                  </a:cubicBezTo>
                  <a:lnTo>
                    <a:pt x="10274" y="28928"/>
                  </a:lnTo>
                  <a:cubicBezTo>
                    <a:pt x="10308" y="28994"/>
                    <a:pt x="10408" y="29094"/>
                    <a:pt x="10541" y="29094"/>
                  </a:cubicBezTo>
                  <a:lnTo>
                    <a:pt x="10641" y="29094"/>
                  </a:lnTo>
                  <a:cubicBezTo>
                    <a:pt x="10775" y="28994"/>
                    <a:pt x="10841" y="28861"/>
                    <a:pt x="10808" y="28694"/>
                  </a:cubicBezTo>
                  <a:lnTo>
                    <a:pt x="601" y="174"/>
                  </a:lnTo>
                  <a:cubicBezTo>
                    <a:pt x="514" y="87"/>
                    <a:pt x="402" y="0"/>
                    <a:pt x="287" y="0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5"/>
            <p:cNvSpPr/>
            <p:nvPr/>
          </p:nvSpPr>
          <p:spPr>
            <a:xfrm>
              <a:off x="8389076" y="3446990"/>
              <a:ext cx="175115" cy="335589"/>
            </a:xfrm>
            <a:custGeom>
              <a:avLst/>
              <a:gdLst/>
              <a:ahLst/>
              <a:cxnLst/>
              <a:rect l="l" t="t" r="r" b="b"/>
              <a:pathLst>
                <a:path w="6339" h="12148" extrusionOk="0">
                  <a:moveTo>
                    <a:pt x="1813" y="0"/>
                  </a:moveTo>
                  <a:cubicBezTo>
                    <a:pt x="1651" y="0"/>
                    <a:pt x="1490" y="23"/>
                    <a:pt x="1335" y="72"/>
                  </a:cubicBezTo>
                  <a:cubicBezTo>
                    <a:pt x="668" y="272"/>
                    <a:pt x="267" y="939"/>
                    <a:pt x="134" y="1640"/>
                  </a:cubicBezTo>
                  <a:cubicBezTo>
                    <a:pt x="0" y="2374"/>
                    <a:pt x="167" y="3074"/>
                    <a:pt x="367" y="3741"/>
                  </a:cubicBezTo>
                  <a:cubicBezTo>
                    <a:pt x="1435" y="7077"/>
                    <a:pt x="3503" y="10046"/>
                    <a:pt x="6272" y="12147"/>
                  </a:cubicBezTo>
                  <a:cubicBezTo>
                    <a:pt x="6338" y="8945"/>
                    <a:pt x="5771" y="5409"/>
                    <a:pt x="4303" y="2240"/>
                  </a:cubicBezTo>
                  <a:cubicBezTo>
                    <a:pt x="4037" y="1607"/>
                    <a:pt x="3703" y="1039"/>
                    <a:pt x="3203" y="572"/>
                  </a:cubicBezTo>
                  <a:cubicBezTo>
                    <a:pt x="2825" y="220"/>
                    <a:pt x="2313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5"/>
            <p:cNvSpPr/>
            <p:nvPr/>
          </p:nvSpPr>
          <p:spPr>
            <a:xfrm>
              <a:off x="8356810" y="3780648"/>
              <a:ext cx="241470" cy="160418"/>
            </a:xfrm>
            <a:custGeom>
              <a:avLst/>
              <a:gdLst/>
              <a:ahLst/>
              <a:cxnLst/>
              <a:rect l="l" t="t" r="r" b="b"/>
              <a:pathLst>
                <a:path w="8741" h="5807" extrusionOk="0">
                  <a:moveTo>
                    <a:pt x="1713" y="0"/>
                  </a:moveTo>
                  <a:cubicBezTo>
                    <a:pt x="1676" y="0"/>
                    <a:pt x="1639" y="1"/>
                    <a:pt x="1602" y="3"/>
                  </a:cubicBezTo>
                  <a:cubicBezTo>
                    <a:pt x="801" y="69"/>
                    <a:pt x="1" y="703"/>
                    <a:pt x="1" y="1504"/>
                  </a:cubicBezTo>
                  <a:cubicBezTo>
                    <a:pt x="1" y="2371"/>
                    <a:pt x="835" y="2971"/>
                    <a:pt x="1602" y="3372"/>
                  </a:cubicBezTo>
                  <a:cubicBezTo>
                    <a:pt x="3970" y="4673"/>
                    <a:pt x="6472" y="5540"/>
                    <a:pt x="8740" y="5807"/>
                  </a:cubicBezTo>
                  <a:cubicBezTo>
                    <a:pt x="7640" y="3672"/>
                    <a:pt x="5938" y="1871"/>
                    <a:pt x="3837" y="670"/>
                  </a:cubicBezTo>
                  <a:cubicBezTo>
                    <a:pt x="3169" y="320"/>
                    <a:pt x="2471" y="0"/>
                    <a:pt x="17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5"/>
            <p:cNvSpPr/>
            <p:nvPr/>
          </p:nvSpPr>
          <p:spPr>
            <a:xfrm>
              <a:off x="8598256" y="3613736"/>
              <a:ext cx="101384" cy="341169"/>
            </a:xfrm>
            <a:custGeom>
              <a:avLst/>
              <a:gdLst/>
              <a:ahLst/>
              <a:cxnLst/>
              <a:rect l="l" t="t" r="r" b="b"/>
              <a:pathLst>
                <a:path w="3670" h="12350" extrusionOk="0">
                  <a:moveTo>
                    <a:pt x="2287" y="0"/>
                  </a:moveTo>
                  <a:cubicBezTo>
                    <a:pt x="1490" y="0"/>
                    <a:pt x="1026" y="982"/>
                    <a:pt x="834" y="1842"/>
                  </a:cubicBezTo>
                  <a:cubicBezTo>
                    <a:pt x="34" y="5244"/>
                    <a:pt x="0" y="8880"/>
                    <a:pt x="668" y="12349"/>
                  </a:cubicBezTo>
                  <a:cubicBezTo>
                    <a:pt x="2536" y="8880"/>
                    <a:pt x="3670" y="5444"/>
                    <a:pt x="3603" y="2075"/>
                  </a:cubicBezTo>
                  <a:cubicBezTo>
                    <a:pt x="3570" y="1208"/>
                    <a:pt x="3269" y="74"/>
                    <a:pt x="2402" y="7"/>
                  </a:cubicBezTo>
                  <a:cubicBezTo>
                    <a:pt x="2363" y="3"/>
                    <a:pt x="2324" y="0"/>
                    <a:pt x="2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5"/>
            <p:cNvSpPr/>
            <p:nvPr/>
          </p:nvSpPr>
          <p:spPr>
            <a:xfrm>
              <a:off x="8386314" y="3985987"/>
              <a:ext cx="299510" cy="185474"/>
            </a:xfrm>
            <a:custGeom>
              <a:avLst/>
              <a:gdLst/>
              <a:ahLst/>
              <a:cxnLst/>
              <a:rect l="l" t="t" r="r" b="b"/>
              <a:pathLst>
                <a:path w="10842" h="6714" extrusionOk="0">
                  <a:moveTo>
                    <a:pt x="1730" y="0"/>
                  </a:moveTo>
                  <a:cubicBezTo>
                    <a:pt x="1594" y="0"/>
                    <a:pt x="1462" y="12"/>
                    <a:pt x="1335" y="42"/>
                  </a:cubicBezTo>
                  <a:cubicBezTo>
                    <a:pt x="868" y="108"/>
                    <a:pt x="401" y="409"/>
                    <a:pt x="234" y="876"/>
                  </a:cubicBezTo>
                  <a:cubicBezTo>
                    <a:pt x="0" y="1710"/>
                    <a:pt x="834" y="2443"/>
                    <a:pt x="1568" y="2877"/>
                  </a:cubicBezTo>
                  <a:cubicBezTo>
                    <a:pt x="4504" y="4478"/>
                    <a:pt x="7706" y="5579"/>
                    <a:pt x="10841" y="6713"/>
                  </a:cubicBezTo>
                  <a:cubicBezTo>
                    <a:pt x="9207" y="3544"/>
                    <a:pt x="6205" y="1109"/>
                    <a:pt x="2736" y="142"/>
                  </a:cubicBezTo>
                  <a:cubicBezTo>
                    <a:pt x="2405" y="71"/>
                    <a:pt x="2059" y="0"/>
                    <a:pt x="1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5"/>
            <p:cNvSpPr/>
            <p:nvPr/>
          </p:nvSpPr>
          <p:spPr>
            <a:xfrm>
              <a:off x="8682099" y="3869988"/>
              <a:ext cx="111550" cy="293157"/>
            </a:xfrm>
            <a:custGeom>
              <a:avLst/>
              <a:gdLst/>
              <a:ahLst/>
              <a:cxnLst/>
              <a:rect l="l" t="t" r="r" b="b"/>
              <a:pathLst>
                <a:path w="4038" h="10612" extrusionOk="0">
                  <a:moveTo>
                    <a:pt x="2884" y="1"/>
                  </a:moveTo>
                  <a:cubicBezTo>
                    <a:pt x="2163" y="1"/>
                    <a:pt x="1659" y="799"/>
                    <a:pt x="1402" y="1505"/>
                  </a:cubicBezTo>
                  <a:cubicBezTo>
                    <a:pt x="368" y="4408"/>
                    <a:pt x="1" y="7576"/>
                    <a:pt x="368" y="10612"/>
                  </a:cubicBezTo>
                  <a:cubicBezTo>
                    <a:pt x="2703" y="8310"/>
                    <a:pt x="3904" y="5175"/>
                    <a:pt x="4004" y="2006"/>
                  </a:cubicBezTo>
                  <a:cubicBezTo>
                    <a:pt x="4037" y="1172"/>
                    <a:pt x="3804" y="138"/>
                    <a:pt x="2970" y="4"/>
                  </a:cubicBezTo>
                  <a:cubicBezTo>
                    <a:pt x="2941" y="2"/>
                    <a:pt x="2912" y="1"/>
                    <a:pt x="2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5"/>
            <p:cNvSpPr/>
            <p:nvPr/>
          </p:nvSpPr>
          <p:spPr>
            <a:xfrm>
              <a:off x="8521761" y="4647833"/>
              <a:ext cx="380617" cy="108760"/>
            </a:xfrm>
            <a:custGeom>
              <a:avLst/>
              <a:gdLst/>
              <a:ahLst/>
              <a:cxnLst/>
              <a:rect l="l" t="t" r="r" b="b"/>
              <a:pathLst>
                <a:path w="13778" h="3937" extrusionOk="0">
                  <a:moveTo>
                    <a:pt x="6872" y="1"/>
                  </a:moveTo>
                  <a:cubicBezTo>
                    <a:pt x="3070" y="1"/>
                    <a:pt x="1" y="868"/>
                    <a:pt x="1" y="1969"/>
                  </a:cubicBezTo>
                  <a:cubicBezTo>
                    <a:pt x="1" y="3036"/>
                    <a:pt x="3070" y="3937"/>
                    <a:pt x="6872" y="3937"/>
                  </a:cubicBezTo>
                  <a:cubicBezTo>
                    <a:pt x="10675" y="3937"/>
                    <a:pt x="13777" y="3036"/>
                    <a:pt x="13777" y="1969"/>
                  </a:cubicBezTo>
                  <a:cubicBezTo>
                    <a:pt x="13777" y="868"/>
                    <a:pt x="10675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5"/>
            <p:cNvSpPr/>
            <p:nvPr/>
          </p:nvSpPr>
          <p:spPr>
            <a:xfrm>
              <a:off x="8469245" y="4301357"/>
              <a:ext cx="499488" cy="383380"/>
            </a:xfrm>
            <a:custGeom>
              <a:avLst/>
              <a:gdLst/>
              <a:ahLst/>
              <a:cxnLst/>
              <a:rect l="l" t="t" r="r" b="b"/>
              <a:pathLst>
                <a:path w="18081" h="13878" extrusionOk="0">
                  <a:moveTo>
                    <a:pt x="0" y="1"/>
                  </a:moveTo>
                  <a:lnTo>
                    <a:pt x="2869" y="10508"/>
                  </a:lnTo>
                  <a:cubicBezTo>
                    <a:pt x="3403" y="12509"/>
                    <a:pt x="5238" y="13877"/>
                    <a:pt x="7339" y="13877"/>
                  </a:cubicBezTo>
                  <a:lnTo>
                    <a:pt x="10741" y="13877"/>
                  </a:lnTo>
                  <a:cubicBezTo>
                    <a:pt x="12843" y="13877"/>
                    <a:pt x="14678" y="12509"/>
                    <a:pt x="15211" y="10508"/>
                  </a:cubicBezTo>
                  <a:lnTo>
                    <a:pt x="18080" y="1"/>
                  </a:lnTo>
                  <a:lnTo>
                    <a:pt x="18080" y="1"/>
                  </a:lnTo>
                  <a:cubicBezTo>
                    <a:pt x="17279" y="1502"/>
                    <a:pt x="13543" y="2636"/>
                    <a:pt x="9040" y="2636"/>
                  </a:cubicBezTo>
                  <a:cubicBezTo>
                    <a:pt x="4537" y="2636"/>
                    <a:pt x="768" y="150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5"/>
            <p:cNvSpPr/>
            <p:nvPr/>
          </p:nvSpPr>
          <p:spPr>
            <a:xfrm>
              <a:off x="8469245" y="4299506"/>
              <a:ext cx="314262" cy="384291"/>
            </a:xfrm>
            <a:custGeom>
              <a:avLst/>
              <a:gdLst/>
              <a:ahLst/>
              <a:cxnLst/>
              <a:rect l="l" t="t" r="r" b="b"/>
              <a:pathLst>
                <a:path w="11376" h="13911" extrusionOk="0">
                  <a:moveTo>
                    <a:pt x="0" y="1"/>
                  </a:moveTo>
                  <a:lnTo>
                    <a:pt x="2869" y="10542"/>
                  </a:lnTo>
                  <a:cubicBezTo>
                    <a:pt x="3403" y="12543"/>
                    <a:pt x="5238" y="13911"/>
                    <a:pt x="7339" y="13911"/>
                  </a:cubicBezTo>
                  <a:lnTo>
                    <a:pt x="10741" y="13911"/>
                  </a:lnTo>
                  <a:cubicBezTo>
                    <a:pt x="10942" y="13911"/>
                    <a:pt x="11175" y="13911"/>
                    <a:pt x="11375" y="13877"/>
                  </a:cubicBezTo>
                  <a:cubicBezTo>
                    <a:pt x="7773" y="10408"/>
                    <a:pt x="6071" y="5905"/>
                    <a:pt x="5238" y="2369"/>
                  </a:cubicBezTo>
                  <a:cubicBezTo>
                    <a:pt x="2569" y="1936"/>
                    <a:pt x="568" y="106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5"/>
            <p:cNvSpPr/>
            <p:nvPr/>
          </p:nvSpPr>
          <p:spPr>
            <a:xfrm>
              <a:off x="6922969" y="4195386"/>
              <a:ext cx="786042" cy="126274"/>
            </a:xfrm>
            <a:custGeom>
              <a:avLst/>
              <a:gdLst/>
              <a:ahLst/>
              <a:cxnLst/>
              <a:rect l="l" t="t" r="r" b="b"/>
              <a:pathLst>
                <a:path w="28454" h="4571" extrusionOk="0">
                  <a:moveTo>
                    <a:pt x="0" y="0"/>
                  </a:moveTo>
                  <a:lnTo>
                    <a:pt x="0" y="4570"/>
                  </a:lnTo>
                  <a:lnTo>
                    <a:pt x="28454" y="4570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5"/>
            <p:cNvSpPr/>
            <p:nvPr/>
          </p:nvSpPr>
          <p:spPr>
            <a:xfrm>
              <a:off x="6922969" y="4195386"/>
              <a:ext cx="786042" cy="65444"/>
            </a:xfrm>
            <a:custGeom>
              <a:avLst/>
              <a:gdLst/>
              <a:ahLst/>
              <a:cxnLst/>
              <a:rect l="l" t="t" r="r" b="b"/>
              <a:pathLst>
                <a:path w="28454" h="2369" extrusionOk="0">
                  <a:moveTo>
                    <a:pt x="0" y="0"/>
                  </a:moveTo>
                  <a:lnTo>
                    <a:pt x="0" y="2369"/>
                  </a:lnTo>
                  <a:lnTo>
                    <a:pt x="28454" y="2369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5"/>
            <p:cNvSpPr/>
            <p:nvPr/>
          </p:nvSpPr>
          <p:spPr>
            <a:xfrm>
              <a:off x="6700889" y="4283843"/>
              <a:ext cx="1159255" cy="387054"/>
            </a:xfrm>
            <a:custGeom>
              <a:avLst/>
              <a:gdLst/>
              <a:ahLst/>
              <a:cxnLst/>
              <a:rect l="l" t="t" r="r" b="b"/>
              <a:pathLst>
                <a:path w="41964" h="14011" extrusionOk="0">
                  <a:moveTo>
                    <a:pt x="8073" y="1"/>
                  </a:moveTo>
                  <a:lnTo>
                    <a:pt x="0" y="14011"/>
                  </a:lnTo>
                  <a:lnTo>
                    <a:pt x="41897" y="14011"/>
                  </a:lnTo>
                  <a:cubicBezTo>
                    <a:pt x="41897" y="14011"/>
                    <a:pt x="41963" y="6672"/>
                    <a:pt x="364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5"/>
            <p:cNvSpPr/>
            <p:nvPr/>
          </p:nvSpPr>
          <p:spPr>
            <a:xfrm>
              <a:off x="6147966" y="3768741"/>
              <a:ext cx="729853" cy="825684"/>
            </a:xfrm>
            <a:custGeom>
              <a:avLst/>
              <a:gdLst/>
              <a:ahLst/>
              <a:cxnLst/>
              <a:rect l="l" t="t" r="r" b="b"/>
              <a:pathLst>
                <a:path w="26420" h="29889" extrusionOk="0">
                  <a:moveTo>
                    <a:pt x="16279" y="0"/>
                  </a:moveTo>
                  <a:lnTo>
                    <a:pt x="1" y="22550"/>
                  </a:lnTo>
                  <a:lnTo>
                    <a:pt x="10141" y="29888"/>
                  </a:lnTo>
                  <a:lnTo>
                    <a:pt x="26420" y="7339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5"/>
            <p:cNvSpPr/>
            <p:nvPr/>
          </p:nvSpPr>
          <p:spPr>
            <a:xfrm>
              <a:off x="6479720" y="3773327"/>
              <a:ext cx="396253" cy="321638"/>
            </a:xfrm>
            <a:custGeom>
              <a:avLst/>
              <a:gdLst/>
              <a:ahLst/>
              <a:cxnLst/>
              <a:rect l="l" t="t" r="r" b="b"/>
              <a:pathLst>
                <a:path w="14344" h="11643" extrusionOk="0">
                  <a:moveTo>
                    <a:pt x="4203" y="1"/>
                  </a:moveTo>
                  <a:lnTo>
                    <a:pt x="0" y="5805"/>
                  </a:lnTo>
                  <a:lnTo>
                    <a:pt x="11208" y="11643"/>
                  </a:lnTo>
                  <a:lnTo>
                    <a:pt x="14344" y="7306"/>
                  </a:lnTo>
                  <a:lnTo>
                    <a:pt x="4203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5"/>
            <p:cNvSpPr/>
            <p:nvPr/>
          </p:nvSpPr>
          <p:spPr>
            <a:xfrm>
              <a:off x="7297100" y="2693261"/>
              <a:ext cx="426668" cy="529488"/>
            </a:xfrm>
            <a:custGeom>
              <a:avLst/>
              <a:gdLst/>
              <a:ahLst/>
              <a:cxnLst/>
              <a:rect l="l" t="t" r="r" b="b"/>
              <a:pathLst>
                <a:path w="15445" h="19167" extrusionOk="0">
                  <a:moveTo>
                    <a:pt x="10383" y="0"/>
                  </a:moveTo>
                  <a:cubicBezTo>
                    <a:pt x="8118" y="0"/>
                    <a:pt x="4870" y="2632"/>
                    <a:pt x="3069" y="5874"/>
                  </a:cubicBezTo>
                  <a:cubicBezTo>
                    <a:pt x="1234" y="9176"/>
                    <a:pt x="601" y="12979"/>
                    <a:pt x="0" y="16682"/>
                  </a:cubicBezTo>
                  <a:cubicBezTo>
                    <a:pt x="1604" y="18328"/>
                    <a:pt x="3872" y="19167"/>
                    <a:pt x="6145" y="19167"/>
                  </a:cubicBezTo>
                  <a:cubicBezTo>
                    <a:pt x="7511" y="19167"/>
                    <a:pt x="8880" y="18863"/>
                    <a:pt x="10107" y="18250"/>
                  </a:cubicBezTo>
                  <a:cubicBezTo>
                    <a:pt x="13343" y="16648"/>
                    <a:pt x="15445" y="12979"/>
                    <a:pt x="15445" y="9343"/>
                  </a:cubicBezTo>
                  <a:cubicBezTo>
                    <a:pt x="15445" y="5674"/>
                    <a:pt x="13476" y="2171"/>
                    <a:pt x="10508" y="3"/>
                  </a:cubicBezTo>
                  <a:cubicBezTo>
                    <a:pt x="10466" y="1"/>
                    <a:pt x="10425" y="0"/>
                    <a:pt x="10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5"/>
            <p:cNvSpPr/>
            <p:nvPr/>
          </p:nvSpPr>
          <p:spPr>
            <a:xfrm>
              <a:off x="6748791" y="2717295"/>
              <a:ext cx="458023" cy="499239"/>
            </a:xfrm>
            <a:custGeom>
              <a:avLst/>
              <a:gdLst/>
              <a:ahLst/>
              <a:cxnLst/>
              <a:rect l="l" t="t" r="r" b="b"/>
              <a:pathLst>
                <a:path w="16580" h="18072" extrusionOk="0">
                  <a:moveTo>
                    <a:pt x="2302" y="0"/>
                  </a:moveTo>
                  <a:cubicBezTo>
                    <a:pt x="735" y="3103"/>
                    <a:pt x="1" y="6772"/>
                    <a:pt x="801" y="10141"/>
                  </a:cubicBezTo>
                  <a:cubicBezTo>
                    <a:pt x="1602" y="13510"/>
                    <a:pt x="4070" y="16612"/>
                    <a:pt x="7406" y="17680"/>
                  </a:cubicBezTo>
                  <a:cubicBezTo>
                    <a:pt x="8207" y="17944"/>
                    <a:pt x="9048" y="18072"/>
                    <a:pt x="9889" y="18072"/>
                  </a:cubicBezTo>
                  <a:cubicBezTo>
                    <a:pt x="12551" y="18072"/>
                    <a:pt x="15210" y="16792"/>
                    <a:pt x="16579" y="14511"/>
                  </a:cubicBezTo>
                  <a:cubicBezTo>
                    <a:pt x="14144" y="11976"/>
                    <a:pt x="12776" y="8607"/>
                    <a:pt x="10775" y="5671"/>
                  </a:cubicBezTo>
                  <a:cubicBezTo>
                    <a:pt x="8774" y="2769"/>
                    <a:pt x="5771" y="101"/>
                    <a:pt x="23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5"/>
            <p:cNvSpPr/>
            <p:nvPr/>
          </p:nvSpPr>
          <p:spPr>
            <a:xfrm>
              <a:off x="6977336" y="3045346"/>
              <a:ext cx="640458" cy="815545"/>
            </a:xfrm>
            <a:custGeom>
              <a:avLst/>
              <a:gdLst/>
              <a:ahLst/>
              <a:cxnLst/>
              <a:rect l="l" t="t" r="r" b="b"/>
              <a:pathLst>
                <a:path w="23184" h="29522" extrusionOk="0">
                  <a:moveTo>
                    <a:pt x="5904" y="1"/>
                  </a:moveTo>
                  <a:lnTo>
                    <a:pt x="4237" y="10008"/>
                  </a:lnTo>
                  <a:lnTo>
                    <a:pt x="0" y="10008"/>
                  </a:lnTo>
                  <a:lnTo>
                    <a:pt x="5037" y="29522"/>
                  </a:lnTo>
                  <a:lnTo>
                    <a:pt x="23183" y="10008"/>
                  </a:lnTo>
                  <a:lnTo>
                    <a:pt x="17313" y="10008"/>
                  </a:lnTo>
                  <a:lnTo>
                    <a:pt x="14077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5"/>
            <p:cNvSpPr/>
            <p:nvPr/>
          </p:nvSpPr>
          <p:spPr>
            <a:xfrm>
              <a:off x="7130298" y="3047196"/>
              <a:ext cx="304124" cy="213735"/>
            </a:xfrm>
            <a:custGeom>
              <a:avLst/>
              <a:gdLst/>
              <a:ahLst/>
              <a:cxnLst/>
              <a:rect l="l" t="t" r="r" b="b"/>
              <a:pathLst>
                <a:path w="11009" h="7737" extrusionOk="0">
                  <a:moveTo>
                    <a:pt x="367" y="0"/>
                  </a:moveTo>
                  <a:lnTo>
                    <a:pt x="1" y="2369"/>
                  </a:lnTo>
                  <a:cubicBezTo>
                    <a:pt x="1669" y="4919"/>
                    <a:pt x="4675" y="7736"/>
                    <a:pt x="10028" y="7736"/>
                  </a:cubicBezTo>
                  <a:cubicBezTo>
                    <a:pt x="10346" y="7736"/>
                    <a:pt x="10673" y="7726"/>
                    <a:pt x="11008" y="7706"/>
                  </a:cubicBezTo>
                  <a:lnTo>
                    <a:pt x="8540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5"/>
            <p:cNvSpPr/>
            <p:nvPr/>
          </p:nvSpPr>
          <p:spPr>
            <a:xfrm>
              <a:off x="7106346" y="3045346"/>
              <a:ext cx="511449" cy="423906"/>
            </a:xfrm>
            <a:custGeom>
              <a:avLst/>
              <a:gdLst/>
              <a:ahLst/>
              <a:cxnLst/>
              <a:rect l="l" t="t" r="r" b="b"/>
              <a:pathLst>
                <a:path w="18514" h="15345" extrusionOk="0">
                  <a:moveTo>
                    <a:pt x="1234" y="1"/>
                  </a:moveTo>
                  <a:lnTo>
                    <a:pt x="0" y="7439"/>
                  </a:lnTo>
                  <a:lnTo>
                    <a:pt x="13543" y="15345"/>
                  </a:lnTo>
                  <a:lnTo>
                    <a:pt x="18513" y="10008"/>
                  </a:lnTo>
                  <a:lnTo>
                    <a:pt x="12643" y="10008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5"/>
            <p:cNvSpPr/>
            <p:nvPr/>
          </p:nvSpPr>
          <p:spPr>
            <a:xfrm>
              <a:off x="6417065" y="3321792"/>
              <a:ext cx="633082" cy="750129"/>
            </a:xfrm>
            <a:custGeom>
              <a:avLst/>
              <a:gdLst/>
              <a:ahLst/>
              <a:cxnLst/>
              <a:rect l="l" t="t" r="r" b="b"/>
              <a:pathLst>
                <a:path w="22917" h="27154" extrusionOk="0">
                  <a:moveTo>
                    <a:pt x="18080" y="1"/>
                  </a:moveTo>
                  <a:cubicBezTo>
                    <a:pt x="15811" y="1"/>
                    <a:pt x="13643" y="968"/>
                    <a:pt x="12142" y="2669"/>
                  </a:cubicBezTo>
                  <a:lnTo>
                    <a:pt x="0" y="17647"/>
                  </a:lnTo>
                  <a:lnTo>
                    <a:pt x="17746" y="27154"/>
                  </a:lnTo>
                  <a:lnTo>
                    <a:pt x="22916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5"/>
            <p:cNvSpPr/>
            <p:nvPr/>
          </p:nvSpPr>
          <p:spPr>
            <a:xfrm>
              <a:off x="6564502" y="3435138"/>
              <a:ext cx="450619" cy="636784"/>
            </a:xfrm>
            <a:custGeom>
              <a:avLst/>
              <a:gdLst/>
              <a:ahLst/>
              <a:cxnLst/>
              <a:rect l="l" t="t" r="r" b="b"/>
              <a:pathLst>
                <a:path w="16312" h="23051" extrusionOk="0">
                  <a:moveTo>
                    <a:pt x="14344" y="1"/>
                  </a:moveTo>
                  <a:lnTo>
                    <a:pt x="0" y="16379"/>
                  </a:lnTo>
                  <a:lnTo>
                    <a:pt x="12409" y="23051"/>
                  </a:lnTo>
                  <a:lnTo>
                    <a:pt x="16312" y="2636"/>
                  </a:lnTo>
                  <a:lnTo>
                    <a:pt x="14344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5"/>
            <p:cNvSpPr/>
            <p:nvPr/>
          </p:nvSpPr>
          <p:spPr>
            <a:xfrm>
              <a:off x="7423210" y="2441761"/>
              <a:ext cx="316223" cy="421060"/>
            </a:xfrm>
            <a:custGeom>
              <a:avLst/>
              <a:gdLst/>
              <a:ahLst/>
              <a:cxnLst/>
              <a:rect l="l" t="t" r="r" b="b"/>
              <a:pathLst>
                <a:path w="11447" h="15242" extrusionOk="0">
                  <a:moveTo>
                    <a:pt x="405" y="1"/>
                  </a:moveTo>
                  <a:cubicBezTo>
                    <a:pt x="405" y="1"/>
                    <a:pt x="0" y="15242"/>
                    <a:pt x="3734" y="15242"/>
                  </a:cubicBezTo>
                  <a:cubicBezTo>
                    <a:pt x="4286" y="15242"/>
                    <a:pt x="4928" y="14909"/>
                    <a:pt x="5676" y="14144"/>
                  </a:cubicBezTo>
                  <a:cubicBezTo>
                    <a:pt x="11447" y="8173"/>
                    <a:pt x="5109" y="1635"/>
                    <a:pt x="5109" y="1635"/>
                  </a:cubicBezTo>
                  <a:lnTo>
                    <a:pt x="405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5"/>
            <p:cNvSpPr/>
            <p:nvPr/>
          </p:nvSpPr>
          <p:spPr>
            <a:xfrm>
              <a:off x="6898990" y="2333027"/>
              <a:ext cx="669050" cy="778694"/>
            </a:xfrm>
            <a:custGeom>
              <a:avLst/>
              <a:gdLst/>
              <a:ahLst/>
              <a:cxnLst/>
              <a:rect l="l" t="t" r="r" b="b"/>
              <a:pathLst>
                <a:path w="24219" h="28188" extrusionOk="0">
                  <a:moveTo>
                    <a:pt x="1" y="1"/>
                  </a:moveTo>
                  <a:lnTo>
                    <a:pt x="568" y="17680"/>
                  </a:lnTo>
                  <a:cubicBezTo>
                    <a:pt x="568" y="23451"/>
                    <a:pt x="5271" y="28187"/>
                    <a:pt x="11075" y="28187"/>
                  </a:cubicBezTo>
                  <a:lnTo>
                    <a:pt x="13711" y="28187"/>
                  </a:lnTo>
                  <a:cubicBezTo>
                    <a:pt x="19515" y="28187"/>
                    <a:pt x="24218" y="23517"/>
                    <a:pt x="24185" y="17680"/>
                  </a:cubicBezTo>
                  <a:lnTo>
                    <a:pt x="23584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5"/>
            <p:cNvSpPr/>
            <p:nvPr/>
          </p:nvSpPr>
          <p:spPr>
            <a:xfrm>
              <a:off x="7285110" y="2748263"/>
              <a:ext cx="53482" cy="165336"/>
            </a:xfrm>
            <a:custGeom>
              <a:avLst/>
              <a:gdLst/>
              <a:ahLst/>
              <a:cxnLst/>
              <a:rect l="l" t="t" r="r" b="b"/>
              <a:pathLst>
                <a:path w="1936" h="5985" extrusionOk="0">
                  <a:moveTo>
                    <a:pt x="273" y="0"/>
                  </a:moveTo>
                  <a:cubicBezTo>
                    <a:pt x="191" y="0"/>
                    <a:pt x="104" y="25"/>
                    <a:pt x="67" y="80"/>
                  </a:cubicBezTo>
                  <a:cubicBezTo>
                    <a:pt x="1" y="180"/>
                    <a:pt x="1" y="381"/>
                    <a:pt x="101" y="481"/>
                  </a:cubicBezTo>
                  <a:cubicBezTo>
                    <a:pt x="868" y="1048"/>
                    <a:pt x="1335" y="1982"/>
                    <a:pt x="1368" y="2916"/>
                  </a:cubicBezTo>
                  <a:cubicBezTo>
                    <a:pt x="1368" y="3883"/>
                    <a:pt x="935" y="4850"/>
                    <a:pt x="234" y="5484"/>
                  </a:cubicBezTo>
                  <a:cubicBezTo>
                    <a:pt x="101" y="5584"/>
                    <a:pt x="101" y="5751"/>
                    <a:pt x="201" y="5884"/>
                  </a:cubicBezTo>
                  <a:cubicBezTo>
                    <a:pt x="234" y="5918"/>
                    <a:pt x="334" y="5985"/>
                    <a:pt x="401" y="5985"/>
                  </a:cubicBezTo>
                  <a:cubicBezTo>
                    <a:pt x="468" y="5985"/>
                    <a:pt x="519" y="5955"/>
                    <a:pt x="556" y="5955"/>
                  </a:cubicBezTo>
                  <a:cubicBezTo>
                    <a:pt x="575" y="5955"/>
                    <a:pt x="590" y="5962"/>
                    <a:pt x="601" y="5985"/>
                  </a:cubicBezTo>
                  <a:cubicBezTo>
                    <a:pt x="1435" y="5217"/>
                    <a:pt x="1935" y="4083"/>
                    <a:pt x="1902" y="2982"/>
                  </a:cubicBezTo>
                  <a:cubicBezTo>
                    <a:pt x="1902" y="1848"/>
                    <a:pt x="1335" y="747"/>
                    <a:pt x="434" y="47"/>
                  </a:cubicBezTo>
                  <a:cubicBezTo>
                    <a:pt x="404" y="17"/>
                    <a:pt x="341" y="0"/>
                    <a:pt x="273" y="0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5"/>
            <p:cNvSpPr/>
            <p:nvPr/>
          </p:nvSpPr>
          <p:spPr>
            <a:xfrm>
              <a:off x="6953357" y="2731108"/>
              <a:ext cx="198154" cy="198154"/>
            </a:xfrm>
            <a:custGeom>
              <a:avLst/>
              <a:gdLst/>
              <a:ahLst/>
              <a:cxnLst/>
              <a:rect l="l" t="t" r="r" b="b"/>
              <a:pathLst>
                <a:path w="7173" h="7173" extrusionOk="0">
                  <a:moveTo>
                    <a:pt x="3570" y="1"/>
                  </a:moveTo>
                  <a:cubicBezTo>
                    <a:pt x="1602" y="1"/>
                    <a:pt x="1" y="1602"/>
                    <a:pt x="1" y="3603"/>
                  </a:cubicBezTo>
                  <a:cubicBezTo>
                    <a:pt x="1" y="5571"/>
                    <a:pt x="1602" y="7173"/>
                    <a:pt x="3570" y="7173"/>
                  </a:cubicBezTo>
                  <a:cubicBezTo>
                    <a:pt x="5538" y="7173"/>
                    <a:pt x="7173" y="5571"/>
                    <a:pt x="7173" y="3603"/>
                  </a:cubicBezTo>
                  <a:cubicBezTo>
                    <a:pt x="7173" y="1602"/>
                    <a:pt x="5538" y="1"/>
                    <a:pt x="3570" y="1"/>
                  </a:cubicBezTo>
                  <a:close/>
                </a:path>
              </a:pathLst>
            </a:custGeom>
            <a:solidFill>
              <a:srgbClr val="FFBA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5"/>
            <p:cNvSpPr/>
            <p:nvPr/>
          </p:nvSpPr>
          <p:spPr>
            <a:xfrm>
              <a:off x="7433486" y="2730196"/>
              <a:ext cx="134561" cy="199066"/>
            </a:xfrm>
            <a:custGeom>
              <a:avLst/>
              <a:gdLst/>
              <a:ahLst/>
              <a:cxnLst/>
              <a:rect l="l" t="t" r="r" b="b"/>
              <a:pathLst>
                <a:path w="4871" h="7206" extrusionOk="0">
                  <a:moveTo>
                    <a:pt x="3636" y="0"/>
                  </a:moveTo>
                  <a:cubicBezTo>
                    <a:pt x="1635" y="0"/>
                    <a:pt x="0" y="1635"/>
                    <a:pt x="0" y="3636"/>
                  </a:cubicBezTo>
                  <a:cubicBezTo>
                    <a:pt x="0" y="5638"/>
                    <a:pt x="1601" y="7206"/>
                    <a:pt x="3569" y="7206"/>
                  </a:cubicBezTo>
                  <a:cubicBezTo>
                    <a:pt x="3736" y="7206"/>
                    <a:pt x="3936" y="7206"/>
                    <a:pt x="4136" y="7172"/>
                  </a:cubicBezTo>
                  <a:cubicBezTo>
                    <a:pt x="4570" y="5971"/>
                    <a:pt x="4870" y="4670"/>
                    <a:pt x="4870" y="3336"/>
                  </a:cubicBezTo>
                  <a:lnTo>
                    <a:pt x="4803" y="201"/>
                  </a:lnTo>
                  <a:cubicBezTo>
                    <a:pt x="4403" y="67"/>
                    <a:pt x="4036" y="0"/>
                    <a:pt x="3636" y="0"/>
                  </a:cubicBezTo>
                  <a:close/>
                </a:path>
              </a:pathLst>
            </a:custGeom>
            <a:solidFill>
              <a:srgbClr val="FFBA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5"/>
            <p:cNvSpPr/>
            <p:nvPr/>
          </p:nvSpPr>
          <p:spPr>
            <a:xfrm>
              <a:off x="7101733" y="2122937"/>
              <a:ext cx="180640" cy="191276"/>
            </a:xfrm>
            <a:custGeom>
              <a:avLst/>
              <a:gdLst/>
              <a:ahLst/>
              <a:cxnLst/>
              <a:rect l="l" t="t" r="r" b="b"/>
              <a:pathLst>
                <a:path w="6539" h="6924" extrusionOk="0">
                  <a:moveTo>
                    <a:pt x="4537" y="0"/>
                  </a:moveTo>
                  <a:cubicBezTo>
                    <a:pt x="5171" y="1368"/>
                    <a:pt x="4637" y="3036"/>
                    <a:pt x="3670" y="4170"/>
                  </a:cubicBezTo>
                  <a:cubicBezTo>
                    <a:pt x="2669" y="5337"/>
                    <a:pt x="1335" y="6038"/>
                    <a:pt x="0" y="6772"/>
                  </a:cubicBezTo>
                  <a:cubicBezTo>
                    <a:pt x="539" y="6874"/>
                    <a:pt x="1059" y="6923"/>
                    <a:pt x="1552" y="6923"/>
                  </a:cubicBezTo>
                  <a:cubicBezTo>
                    <a:pt x="3468" y="6923"/>
                    <a:pt x="4981" y="6177"/>
                    <a:pt x="5671" y="4904"/>
                  </a:cubicBezTo>
                  <a:cubicBezTo>
                    <a:pt x="6538" y="3302"/>
                    <a:pt x="6038" y="1101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5"/>
            <p:cNvSpPr/>
            <p:nvPr/>
          </p:nvSpPr>
          <p:spPr>
            <a:xfrm>
              <a:off x="6706414" y="2283772"/>
              <a:ext cx="479183" cy="408657"/>
            </a:xfrm>
            <a:custGeom>
              <a:avLst/>
              <a:gdLst/>
              <a:ahLst/>
              <a:cxnLst/>
              <a:rect l="l" t="t" r="r" b="b"/>
              <a:pathLst>
                <a:path w="17346" h="14793" extrusionOk="0">
                  <a:moveTo>
                    <a:pt x="13643" y="1"/>
                  </a:moveTo>
                  <a:cubicBezTo>
                    <a:pt x="10083" y="1"/>
                    <a:pt x="5267" y="1093"/>
                    <a:pt x="2969" y="3185"/>
                  </a:cubicBezTo>
                  <a:cubicBezTo>
                    <a:pt x="0" y="5953"/>
                    <a:pt x="601" y="11124"/>
                    <a:pt x="2302" y="14793"/>
                  </a:cubicBezTo>
                  <a:cubicBezTo>
                    <a:pt x="5971" y="14793"/>
                    <a:pt x="10541" y="12725"/>
                    <a:pt x="13210" y="10223"/>
                  </a:cubicBezTo>
                  <a:cubicBezTo>
                    <a:pt x="15878" y="7721"/>
                    <a:pt x="17346" y="3818"/>
                    <a:pt x="16345" y="282"/>
                  </a:cubicBezTo>
                  <a:cubicBezTo>
                    <a:pt x="15614" y="94"/>
                    <a:pt x="14682" y="1"/>
                    <a:pt x="13643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5"/>
            <p:cNvSpPr/>
            <p:nvPr/>
          </p:nvSpPr>
          <p:spPr>
            <a:xfrm>
              <a:off x="6559888" y="2672128"/>
              <a:ext cx="298599" cy="346638"/>
            </a:xfrm>
            <a:custGeom>
              <a:avLst/>
              <a:gdLst/>
              <a:ahLst/>
              <a:cxnLst/>
              <a:rect l="l" t="t" r="r" b="b"/>
              <a:pathLst>
                <a:path w="10809" h="12548" extrusionOk="0">
                  <a:moveTo>
                    <a:pt x="10808" y="1"/>
                  </a:moveTo>
                  <a:cubicBezTo>
                    <a:pt x="9074" y="1002"/>
                    <a:pt x="7005" y="1435"/>
                    <a:pt x="5137" y="2169"/>
                  </a:cubicBezTo>
                  <a:cubicBezTo>
                    <a:pt x="3269" y="2936"/>
                    <a:pt x="1401" y="4104"/>
                    <a:pt x="634" y="5972"/>
                  </a:cubicBezTo>
                  <a:cubicBezTo>
                    <a:pt x="0" y="7573"/>
                    <a:pt x="267" y="9441"/>
                    <a:pt x="1335" y="10775"/>
                  </a:cubicBezTo>
                  <a:cubicBezTo>
                    <a:pt x="2232" y="11897"/>
                    <a:pt x="3672" y="12548"/>
                    <a:pt x="5100" y="12548"/>
                  </a:cubicBezTo>
                  <a:cubicBezTo>
                    <a:pt x="5370" y="12548"/>
                    <a:pt x="5639" y="12524"/>
                    <a:pt x="5905" y="12477"/>
                  </a:cubicBezTo>
                  <a:cubicBezTo>
                    <a:pt x="4237" y="11676"/>
                    <a:pt x="3303" y="9741"/>
                    <a:pt x="3403" y="7907"/>
                  </a:cubicBezTo>
                  <a:cubicBezTo>
                    <a:pt x="3503" y="6072"/>
                    <a:pt x="4504" y="4337"/>
                    <a:pt x="5938" y="3137"/>
                  </a:cubicBezTo>
                  <a:cubicBezTo>
                    <a:pt x="7272" y="1936"/>
                    <a:pt x="8974" y="1135"/>
                    <a:pt x="10808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5"/>
            <p:cNvSpPr/>
            <p:nvPr/>
          </p:nvSpPr>
          <p:spPr>
            <a:xfrm>
              <a:off x="6647433" y="2706245"/>
              <a:ext cx="280145" cy="520206"/>
            </a:xfrm>
            <a:custGeom>
              <a:avLst/>
              <a:gdLst/>
              <a:ahLst/>
              <a:cxnLst/>
              <a:rect l="l" t="t" r="r" b="b"/>
              <a:pathLst>
                <a:path w="10141" h="18831" extrusionOk="0">
                  <a:moveTo>
                    <a:pt x="4737" y="0"/>
                  </a:moveTo>
                  <a:cubicBezTo>
                    <a:pt x="2936" y="2335"/>
                    <a:pt x="1335" y="4904"/>
                    <a:pt x="668" y="7772"/>
                  </a:cubicBezTo>
                  <a:cubicBezTo>
                    <a:pt x="0" y="10675"/>
                    <a:pt x="401" y="13877"/>
                    <a:pt x="2235" y="16212"/>
                  </a:cubicBezTo>
                  <a:cubicBezTo>
                    <a:pt x="3520" y="17824"/>
                    <a:pt x="5591" y="18831"/>
                    <a:pt x="7622" y="18831"/>
                  </a:cubicBezTo>
                  <a:cubicBezTo>
                    <a:pt x="8490" y="18831"/>
                    <a:pt x="9351" y="18646"/>
                    <a:pt x="10141" y="18247"/>
                  </a:cubicBezTo>
                  <a:lnTo>
                    <a:pt x="10141" y="18247"/>
                  </a:lnTo>
                  <a:cubicBezTo>
                    <a:pt x="9879" y="18307"/>
                    <a:pt x="9618" y="18336"/>
                    <a:pt x="9359" y="18336"/>
                  </a:cubicBezTo>
                  <a:cubicBezTo>
                    <a:pt x="7344" y="18336"/>
                    <a:pt x="5495" y="16588"/>
                    <a:pt x="4904" y="14577"/>
                  </a:cubicBezTo>
                  <a:cubicBezTo>
                    <a:pt x="4237" y="12342"/>
                    <a:pt x="4770" y="9907"/>
                    <a:pt x="5338" y="7606"/>
                  </a:cubicBezTo>
                  <a:cubicBezTo>
                    <a:pt x="5905" y="5337"/>
                    <a:pt x="6505" y="2936"/>
                    <a:pt x="4737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5"/>
            <p:cNvSpPr/>
            <p:nvPr/>
          </p:nvSpPr>
          <p:spPr>
            <a:xfrm>
              <a:off x="7611311" y="2716384"/>
              <a:ext cx="28" cy="28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close/>
                </a:path>
              </a:pathLst>
            </a:custGeom>
            <a:noFill/>
            <a:ln w="6675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5"/>
            <p:cNvSpPr/>
            <p:nvPr/>
          </p:nvSpPr>
          <p:spPr>
            <a:xfrm>
              <a:off x="7617775" y="2648177"/>
              <a:ext cx="197215" cy="463548"/>
            </a:xfrm>
            <a:custGeom>
              <a:avLst/>
              <a:gdLst/>
              <a:ahLst/>
              <a:cxnLst/>
              <a:rect l="l" t="t" r="r" b="b"/>
              <a:pathLst>
                <a:path w="7139" h="16780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136"/>
                    <a:pt x="601" y="4137"/>
                    <a:pt x="1502" y="5938"/>
                  </a:cubicBezTo>
                  <a:cubicBezTo>
                    <a:pt x="2335" y="7673"/>
                    <a:pt x="3470" y="9307"/>
                    <a:pt x="4137" y="11142"/>
                  </a:cubicBezTo>
                  <a:cubicBezTo>
                    <a:pt x="4804" y="12977"/>
                    <a:pt x="4971" y="15112"/>
                    <a:pt x="3903" y="16779"/>
                  </a:cubicBezTo>
                  <a:cubicBezTo>
                    <a:pt x="6005" y="16012"/>
                    <a:pt x="7139" y="13510"/>
                    <a:pt x="6905" y="11309"/>
                  </a:cubicBezTo>
                  <a:cubicBezTo>
                    <a:pt x="6705" y="9040"/>
                    <a:pt x="5471" y="7039"/>
                    <a:pt x="4070" y="5304"/>
                  </a:cubicBezTo>
                  <a:cubicBezTo>
                    <a:pt x="2702" y="3537"/>
                    <a:pt x="1101" y="19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5"/>
            <p:cNvSpPr/>
            <p:nvPr/>
          </p:nvSpPr>
          <p:spPr>
            <a:xfrm>
              <a:off x="7184664" y="2269130"/>
              <a:ext cx="452470" cy="348213"/>
            </a:xfrm>
            <a:custGeom>
              <a:avLst/>
              <a:gdLst/>
              <a:ahLst/>
              <a:cxnLst/>
              <a:rect l="l" t="t" r="r" b="b"/>
              <a:pathLst>
                <a:path w="16379" h="12605" extrusionOk="0">
                  <a:moveTo>
                    <a:pt x="5353" y="0"/>
                  </a:moveTo>
                  <a:cubicBezTo>
                    <a:pt x="3457" y="0"/>
                    <a:pt x="1506" y="150"/>
                    <a:pt x="1" y="546"/>
                  </a:cubicBezTo>
                  <a:cubicBezTo>
                    <a:pt x="3136" y="5749"/>
                    <a:pt x="8473" y="10386"/>
                    <a:pt x="13410" y="12354"/>
                  </a:cubicBezTo>
                  <a:cubicBezTo>
                    <a:pt x="13761" y="12471"/>
                    <a:pt x="14145" y="12605"/>
                    <a:pt x="14516" y="12605"/>
                  </a:cubicBezTo>
                  <a:cubicBezTo>
                    <a:pt x="14674" y="12605"/>
                    <a:pt x="14829" y="12581"/>
                    <a:pt x="14978" y="12521"/>
                  </a:cubicBezTo>
                  <a:cubicBezTo>
                    <a:pt x="15712" y="12187"/>
                    <a:pt x="15912" y="11220"/>
                    <a:pt x="16012" y="10386"/>
                  </a:cubicBezTo>
                  <a:cubicBezTo>
                    <a:pt x="16212" y="8251"/>
                    <a:pt x="16379" y="6050"/>
                    <a:pt x="15478" y="4148"/>
                  </a:cubicBezTo>
                  <a:cubicBezTo>
                    <a:pt x="14344" y="1746"/>
                    <a:pt x="11642" y="412"/>
                    <a:pt x="9007" y="179"/>
                  </a:cubicBezTo>
                  <a:cubicBezTo>
                    <a:pt x="7923" y="70"/>
                    <a:pt x="6651" y="0"/>
                    <a:pt x="53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5"/>
            <p:cNvSpPr/>
            <p:nvPr/>
          </p:nvSpPr>
          <p:spPr>
            <a:xfrm>
              <a:off x="7153337" y="2901584"/>
              <a:ext cx="197215" cy="96798"/>
            </a:xfrm>
            <a:custGeom>
              <a:avLst/>
              <a:gdLst/>
              <a:ahLst/>
              <a:cxnLst/>
              <a:rect l="l" t="t" r="r" b="b"/>
              <a:pathLst>
                <a:path w="7139" h="3504" extrusionOk="0">
                  <a:moveTo>
                    <a:pt x="307" y="1"/>
                  </a:moveTo>
                  <a:cubicBezTo>
                    <a:pt x="260" y="1"/>
                    <a:pt x="212" y="12"/>
                    <a:pt x="167" y="34"/>
                  </a:cubicBezTo>
                  <a:cubicBezTo>
                    <a:pt x="34" y="134"/>
                    <a:pt x="0" y="301"/>
                    <a:pt x="101" y="435"/>
                  </a:cubicBezTo>
                  <a:cubicBezTo>
                    <a:pt x="1201" y="2336"/>
                    <a:pt x="3370" y="3503"/>
                    <a:pt x="5604" y="3503"/>
                  </a:cubicBezTo>
                  <a:cubicBezTo>
                    <a:pt x="6038" y="3503"/>
                    <a:pt x="6505" y="3470"/>
                    <a:pt x="6872" y="3370"/>
                  </a:cubicBezTo>
                  <a:cubicBezTo>
                    <a:pt x="7039" y="3337"/>
                    <a:pt x="7139" y="3203"/>
                    <a:pt x="7106" y="3036"/>
                  </a:cubicBezTo>
                  <a:cubicBezTo>
                    <a:pt x="7050" y="2897"/>
                    <a:pt x="6971" y="2828"/>
                    <a:pt x="6850" y="2828"/>
                  </a:cubicBezTo>
                  <a:cubicBezTo>
                    <a:pt x="6826" y="2828"/>
                    <a:pt x="6800" y="2831"/>
                    <a:pt x="6772" y="2836"/>
                  </a:cubicBezTo>
                  <a:cubicBezTo>
                    <a:pt x="6402" y="2916"/>
                    <a:pt x="6024" y="2954"/>
                    <a:pt x="5644" y="2954"/>
                  </a:cubicBezTo>
                  <a:cubicBezTo>
                    <a:pt x="3627" y="2954"/>
                    <a:pt x="1573" y="1875"/>
                    <a:pt x="534" y="134"/>
                  </a:cubicBezTo>
                  <a:cubicBezTo>
                    <a:pt x="490" y="45"/>
                    <a:pt x="401" y="1"/>
                    <a:pt x="307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5"/>
            <p:cNvSpPr/>
            <p:nvPr/>
          </p:nvSpPr>
          <p:spPr>
            <a:xfrm>
              <a:off x="6715613" y="2573478"/>
              <a:ext cx="238708" cy="158457"/>
            </a:xfrm>
            <a:custGeom>
              <a:avLst/>
              <a:gdLst/>
              <a:ahLst/>
              <a:cxnLst/>
              <a:rect l="l" t="t" r="r" b="b"/>
              <a:pathLst>
                <a:path w="8641" h="5736" extrusionOk="0">
                  <a:moveTo>
                    <a:pt x="6196" y="0"/>
                  </a:moveTo>
                  <a:cubicBezTo>
                    <a:pt x="5922" y="0"/>
                    <a:pt x="5643" y="54"/>
                    <a:pt x="5371" y="170"/>
                  </a:cubicBezTo>
                  <a:lnTo>
                    <a:pt x="1669" y="1637"/>
                  </a:lnTo>
                  <a:cubicBezTo>
                    <a:pt x="535" y="2071"/>
                    <a:pt x="1" y="3372"/>
                    <a:pt x="535" y="4506"/>
                  </a:cubicBezTo>
                  <a:lnTo>
                    <a:pt x="535" y="4539"/>
                  </a:lnTo>
                  <a:cubicBezTo>
                    <a:pt x="908" y="5286"/>
                    <a:pt x="1690" y="5736"/>
                    <a:pt x="2492" y="5736"/>
                  </a:cubicBezTo>
                  <a:cubicBezTo>
                    <a:pt x="2765" y="5736"/>
                    <a:pt x="3041" y="5684"/>
                    <a:pt x="3303" y="5573"/>
                  </a:cubicBezTo>
                  <a:lnTo>
                    <a:pt x="7006" y="4072"/>
                  </a:lnTo>
                  <a:cubicBezTo>
                    <a:pt x="8107" y="3639"/>
                    <a:pt x="8640" y="2404"/>
                    <a:pt x="8173" y="1337"/>
                  </a:cubicBezTo>
                  <a:cubicBezTo>
                    <a:pt x="7821" y="508"/>
                    <a:pt x="7034" y="0"/>
                    <a:pt x="6196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5"/>
            <p:cNvSpPr/>
            <p:nvPr/>
          </p:nvSpPr>
          <p:spPr>
            <a:xfrm>
              <a:off x="6882415" y="2492315"/>
              <a:ext cx="667199" cy="352274"/>
            </a:xfrm>
            <a:custGeom>
              <a:avLst/>
              <a:gdLst/>
              <a:ahLst/>
              <a:cxnLst/>
              <a:rect l="l" t="t" r="r" b="b"/>
              <a:pathLst>
                <a:path w="24152" h="12752" extrusionOk="0">
                  <a:moveTo>
                    <a:pt x="13918" y="0"/>
                  </a:moveTo>
                  <a:cubicBezTo>
                    <a:pt x="9110" y="0"/>
                    <a:pt x="4288" y="1065"/>
                    <a:pt x="0" y="3007"/>
                  </a:cubicBezTo>
                  <a:cubicBezTo>
                    <a:pt x="601" y="5576"/>
                    <a:pt x="1335" y="8144"/>
                    <a:pt x="3003" y="10146"/>
                  </a:cubicBezTo>
                  <a:cubicBezTo>
                    <a:pt x="4286" y="11685"/>
                    <a:pt x="6259" y="12751"/>
                    <a:pt x="8226" y="12751"/>
                  </a:cubicBezTo>
                  <a:cubicBezTo>
                    <a:pt x="8815" y="12751"/>
                    <a:pt x="9405" y="12655"/>
                    <a:pt x="9974" y="12448"/>
                  </a:cubicBezTo>
                  <a:cubicBezTo>
                    <a:pt x="11309" y="11947"/>
                    <a:pt x="12476" y="10813"/>
                    <a:pt x="13944" y="10780"/>
                  </a:cubicBezTo>
                  <a:cubicBezTo>
                    <a:pt x="13960" y="10779"/>
                    <a:pt x="13977" y="10779"/>
                    <a:pt x="13993" y="10779"/>
                  </a:cubicBezTo>
                  <a:cubicBezTo>
                    <a:pt x="15871" y="10779"/>
                    <a:pt x="17363" y="12648"/>
                    <a:pt x="19281" y="12648"/>
                  </a:cubicBezTo>
                  <a:cubicBezTo>
                    <a:pt x="19306" y="12648"/>
                    <a:pt x="19331" y="12649"/>
                    <a:pt x="19357" y="12649"/>
                  </a:cubicBezTo>
                  <a:cubicBezTo>
                    <a:pt x="20432" y="12649"/>
                    <a:pt x="21499" y="11960"/>
                    <a:pt x="22183" y="11080"/>
                  </a:cubicBezTo>
                  <a:cubicBezTo>
                    <a:pt x="22883" y="10146"/>
                    <a:pt x="23217" y="9012"/>
                    <a:pt x="23517" y="7944"/>
                  </a:cubicBezTo>
                  <a:cubicBezTo>
                    <a:pt x="23984" y="6010"/>
                    <a:pt x="24151" y="3775"/>
                    <a:pt x="22850" y="2274"/>
                  </a:cubicBezTo>
                  <a:cubicBezTo>
                    <a:pt x="21816" y="1006"/>
                    <a:pt x="20148" y="606"/>
                    <a:pt x="18547" y="339"/>
                  </a:cubicBezTo>
                  <a:cubicBezTo>
                    <a:pt x="17018" y="111"/>
                    <a:pt x="15469" y="0"/>
                    <a:pt x="13918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5"/>
            <p:cNvSpPr/>
            <p:nvPr/>
          </p:nvSpPr>
          <p:spPr>
            <a:xfrm>
              <a:off x="6778295" y="3321792"/>
              <a:ext cx="1021020" cy="902177"/>
            </a:xfrm>
            <a:custGeom>
              <a:avLst/>
              <a:gdLst/>
              <a:ahLst/>
              <a:cxnLst/>
              <a:rect l="l" t="t" r="r" b="b"/>
              <a:pathLst>
                <a:path w="36960" h="32658" extrusionOk="0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5"/>
            <p:cNvSpPr/>
            <p:nvPr/>
          </p:nvSpPr>
          <p:spPr>
            <a:xfrm>
              <a:off x="6778295" y="3321792"/>
              <a:ext cx="1021020" cy="902177"/>
            </a:xfrm>
            <a:custGeom>
              <a:avLst/>
              <a:gdLst/>
              <a:ahLst/>
              <a:cxnLst/>
              <a:rect l="l" t="t" r="r" b="b"/>
              <a:pathLst>
                <a:path w="36960" h="32658" extrusionOk="0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5"/>
            <p:cNvSpPr/>
            <p:nvPr/>
          </p:nvSpPr>
          <p:spPr>
            <a:xfrm>
              <a:off x="6792108" y="3859049"/>
              <a:ext cx="1007207" cy="364926"/>
            </a:xfrm>
            <a:custGeom>
              <a:avLst/>
              <a:gdLst/>
              <a:ahLst/>
              <a:cxnLst/>
              <a:rect l="l" t="t" r="r" b="b"/>
              <a:pathLst>
                <a:path w="36460" h="13210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967"/>
                    <a:pt x="334" y="1901"/>
                    <a:pt x="568" y="2869"/>
                  </a:cubicBezTo>
                  <a:cubicBezTo>
                    <a:pt x="1401" y="6004"/>
                    <a:pt x="2936" y="10307"/>
                    <a:pt x="4370" y="13210"/>
                  </a:cubicBezTo>
                  <a:lnTo>
                    <a:pt x="33291" y="13210"/>
                  </a:lnTo>
                  <a:lnTo>
                    <a:pt x="36460" y="967"/>
                  </a:lnTo>
                  <a:lnTo>
                    <a:pt x="36426" y="834"/>
                  </a:lnTo>
                  <a:cubicBezTo>
                    <a:pt x="29922" y="3136"/>
                    <a:pt x="19614" y="3970"/>
                    <a:pt x="13110" y="4570"/>
                  </a:cubicBezTo>
                  <a:cubicBezTo>
                    <a:pt x="12726" y="4607"/>
                    <a:pt x="12342" y="4625"/>
                    <a:pt x="11959" y="4625"/>
                  </a:cubicBezTo>
                  <a:cubicBezTo>
                    <a:pt x="7194" y="4625"/>
                    <a:pt x="2625" y="188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5"/>
            <p:cNvSpPr/>
            <p:nvPr/>
          </p:nvSpPr>
          <p:spPr>
            <a:xfrm>
              <a:off x="6927555" y="2471789"/>
              <a:ext cx="667199" cy="353434"/>
            </a:xfrm>
            <a:custGeom>
              <a:avLst/>
              <a:gdLst/>
              <a:ahLst/>
              <a:cxnLst/>
              <a:rect l="l" t="t" r="r" b="b"/>
              <a:pathLst>
                <a:path w="24152" h="12794" extrusionOk="0">
                  <a:moveTo>
                    <a:pt x="13946" y="1"/>
                  </a:moveTo>
                  <a:cubicBezTo>
                    <a:pt x="9129" y="1"/>
                    <a:pt x="4297" y="1104"/>
                    <a:pt x="1" y="3050"/>
                  </a:cubicBezTo>
                  <a:cubicBezTo>
                    <a:pt x="601" y="5585"/>
                    <a:pt x="1335" y="8187"/>
                    <a:pt x="3003" y="10188"/>
                  </a:cubicBezTo>
                  <a:cubicBezTo>
                    <a:pt x="4286" y="11728"/>
                    <a:pt x="6260" y="12794"/>
                    <a:pt x="8226" y="12794"/>
                  </a:cubicBezTo>
                  <a:cubicBezTo>
                    <a:pt x="8816" y="12794"/>
                    <a:pt x="9405" y="12698"/>
                    <a:pt x="9975" y="12490"/>
                  </a:cubicBezTo>
                  <a:cubicBezTo>
                    <a:pt x="11309" y="11990"/>
                    <a:pt x="12477" y="10856"/>
                    <a:pt x="13911" y="10822"/>
                  </a:cubicBezTo>
                  <a:cubicBezTo>
                    <a:pt x="13944" y="10821"/>
                    <a:pt x="13976" y="10821"/>
                    <a:pt x="14009" y="10821"/>
                  </a:cubicBezTo>
                  <a:cubicBezTo>
                    <a:pt x="15897" y="10821"/>
                    <a:pt x="17379" y="12690"/>
                    <a:pt x="19281" y="12690"/>
                  </a:cubicBezTo>
                  <a:cubicBezTo>
                    <a:pt x="19307" y="12691"/>
                    <a:pt x="19332" y="12691"/>
                    <a:pt x="19357" y="12691"/>
                  </a:cubicBezTo>
                  <a:cubicBezTo>
                    <a:pt x="20432" y="12691"/>
                    <a:pt x="21499" y="12002"/>
                    <a:pt x="22183" y="11089"/>
                  </a:cubicBezTo>
                  <a:cubicBezTo>
                    <a:pt x="22884" y="10188"/>
                    <a:pt x="23218" y="9054"/>
                    <a:pt x="23518" y="7920"/>
                  </a:cubicBezTo>
                  <a:cubicBezTo>
                    <a:pt x="23985" y="6019"/>
                    <a:pt x="24152" y="3750"/>
                    <a:pt x="22851" y="2249"/>
                  </a:cubicBezTo>
                  <a:cubicBezTo>
                    <a:pt x="21817" y="1015"/>
                    <a:pt x="20149" y="582"/>
                    <a:pt x="18548" y="348"/>
                  </a:cubicBezTo>
                  <a:cubicBezTo>
                    <a:pt x="17027" y="114"/>
                    <a:pt x="15488" y="1"/>
                    <a:pt x="13946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5"/>
            <p:cNvSpPr/>
            <p:nvPr/>
          </p:nvSpPr>
          <p:spPr>
            <a:xfrm>
              <a:off x="7121071" y="2472508"/>
              <a:ext cx="328102" cy="353572"/>
            </a:xfrm>
            <a:custGeom>
              <a:avLst/>
              <a:gdLst/>
              <a:ahLst/>
              <a:cxnLst/>
              <a:rect l="l" t="t" r="r" b="b"/>
              <a:pathLst>
                <a:path w="11877" h="12799" extrusionOk="0">
                  <a:moveTo>
                    <a:pt x="6939" y="1"/>
                  </a:moveTo>
                  <a:cubicBezTo>
                    <a:pt x="5457" y="1"/>
                    <a:pt x="3976" y="109"/>
                    <a:pt x="2503" y="322"/>
                  </a:cubicBezTo>
                  <a:lnTo>
                    <a:pt x="1" y="12664"/>
                  </a:lnTo>
                  <a:cubicBezTo>
                    <a:pt x="426" y="12749"/>
                    <a:pt x="851" y="12798"/>
                    <a:pt x="1274" y="12798"/>
                  </a:cubicBezTo>
                  <a:cubicBezTo>
                    <a:pt x="1846" y="12798"/>
                    <a:pt x="2413" y="12708"/>
                    <a:pt x="2970" y="12497"/>
                  </a:cubicBezTo>
                  <a:cubicBezTo>
                    <a:pt x="4304" y="11997"/>
                    <a:pt x="5472" y="10863"/>
                    <a:pt x="6906" y="10830"/>
                  </a:cubicBezTo>
                  <a:cubicBezTo>
                    <a:pt x="7473" y="10830"/>
                    <a:pt x="8007" y="10963"/>
                    <a:pt x="8507" y="11196"/>
                  </a:cubicBezTo>
                  <a:lnTo>
                    <a:pt x="11876" y="389"/>
                  </a:lnTo>
                  <a:cubicBezTo>
                    <a:pt x="11776" y="389"/>
                    <a:pt x="11643" y="355"/>
                    <a:pt x="11543" y="355"/>
                  </a:cubicBezTo>
                  <a:cubicBezTo>
                    <a:pt x="10014" y="118"/>
                    <a:pt x="8476" y="1"/>
                    <a:pt x="6939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5"/>
            <p:cNvSpPr/>
            <p:nvPr/>
          </p:nvSpPr>
          <p:spPr>
            <a:xfrm>
              <a:off x="7129386" y="2276423"/>
              <a:ext cx="228542" cy="357965"/>
            </a:xfrm>
            <a:custGeom>
              <a:avLst/>
              <a:gdLst/>
              <a:ahLst/>
              <a:cxnLst/>
              <a:rect l="l" t="t" r="r" b="b"/>
              <a:pathLst>
                <a:path w="8273" h="12958" extrusionOk="0">
                  <a:moveTo>
                    <a:pt x="2153" y="0"/>
                  </a:moveTo>
                  <a:cubicBezTo>
                    <a:pt x="1608" y="0"/>
                    <a:pt x="1191" y="267"/>
                    <a:pt x="1535" y="782"/>
                  </a:cubicBezTo>
                  <a:cubicBezTo>
                    <a:pt x="67" y="3184"/>
                    <a:pt x="0" y="6386"/>
                    <a:pt x="1368" y="8821"/>
                  </a:cubicBezTo>
                  <a:cubicBezTo>
                    <a:pt x="2735" y="11289"/>
                    <a:pt x="5504" y="12924"/>
                    <a:pt x="8273" y="12957"/>
                  </a:cubicBezTo>
                  <a:cubicBezTo>
                    <a:pt x="6004" y="11289"/>
                    <a:pt x="4537" y="8487"/>
                    <a:pt x="4470" y="5619"/>
                  </a:cubicBezTo>
                  <a:cubicBezTo>
                    <a:pt x="4403" y="4651"/>
                    <a:pt x="4537" y="3651"/>
                    <a:pt x="4470" y="2683"/>
                  </a:cubicBezTo>
                  <a:cubicBezTo>
                    <a:pt x="4337" y="1749"/>
                    <a:pt x="3903" y="749"/>
                    <a:pt x="3069" y="248"/>
                  </a:cubicBezTo>
                  <a:cubicBezTo>
                    <a:pt x="2796" y="82"/>
                    <a:pt x="2454" y="0"/>
                    <a:pt x="2153" y="0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5"/>
            <p:cNvSpPr/>
            <p:nvPr/>
          </p:nvSpPr>
          <p:spPr>
            <a:xfrm>
              <a:off x="7221517" y="2306176"/>
              <a:ext cx="300449" cy="320837"/>
            </a:xfrm>
            <a:custGeom>
              <a:avLst/>
              <a:gdLst/>
              <a:ahLst/>
              <a:cxnLst/>
              <a:rect l="l" t="t" r="r" b="b"/>
              <a:pathLst>
                <a:path w="10876" h="11614" extrusionOk="0">
                  <a:moveTo>
                    <a:pt x="227" y="1"/>
                  </a:moveTo>
                  <a:cubicBezTo>
                    <a:pt x="108" y="1"/>
                    <a:pt x="29" y="44"/>
                    <a:pt x="1" y="139"/>
                  </a:cubicBezTo>
                  <a:cubicBezTo>
                    <a:pt x="635" y="2874"/>
                    <a:pt x="1335" y="5676"/>
                    <a:pt x="3070" y="7944"/>
                  </a:cubicBezTo>
                  <a:cubicBezTo>
                    <a:pt x="4654" y="10006"/>
                    <a:pt x="7229" y="11614"/>
                    <a:pt x="9931" y="11614"/>
                  </a:cubicBezTo>
                  <a:cubicBezTo>
                    <a:pt x="10244" y="11614"/>
                    <a:pt x="10560" y="11592"/>
                    <a:pt x="10875" y="11547"/>
                  </a:cubicBezTo>
                  <a:cubicBezTo>
                    <a:pt x="8874" y="10913"/>
                    <a:pt x="7440" y="9245"/>
                    <a:pt x="6439" y="7544"/>
                  </a:cubicBezTo>
                  <a:cubicBezTo>
                    <a:pt x="5438" y="5843"/>
                    <a:pt x="4738" y="3941"/>
                    <a:pt x="3503" y="2374"/>
                  </a:cubicBezTo>
                  <a:cubicBezTo>
                    <a:pt x="2419" y="1094"/>
                    <a:pt x="824" y="1"/>
                    <a:pt x="227" y="1"/>
                  </a:cubicBez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5"/>
            <p:cNvSpPr/>
            <p:nvPr/>
          </p:nvSpPr>
          <p:spPr>
            <a:xfrm>
              <a:off x="7279585" y="3807444"/>
              <a:ext cx="692973" cy="804468"/>
            </a:xfrm>
            <a:custGeom>
              <a:avLst/>
              <a:gdLst/>
              <a:ahLst/>
              <a:cxnLst/>
              <a:rect l="l" t="t" r="r" b="b"/>
              <a:pathLst>
                <a:path w="25085" h="29121" extrusionOk="0">
                  <a:moveTo>
                    <a:pt x="12576" y="0"/>
                  </a:moveTo>
                  <a:lnTo>
                    <a:pt x="12576" y="33"/>
                  </a:lnTo>
                  <a:lnTo>
                    <a:pt x="12576" y="9840"/>
                  </a:lnTo>
                  <a:lnTo>
                    <a:pt x="0" y="23217"/>
                  </a:lnTo>
                  <a:lnTo>
                    <a:pt x="7005" y="29121"/>
                  </a:lnTo>
                  <a:lnTo>
                    <a:pt x="21082" y="16612"/>
                  </a:lnTo>
                  <a:cubicBezTo>
                    <a:pt x="23617" y="14344"/>
                    <a:pt x="25085" y="11075"/>
                    <a:pt x="25085" y="7672"/>
                  </a:cubicBezTo>
                  <a:lnTo>
                    <a:pt x="2508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5"/>
            <p:cNvSpPr/>
            <p:nvPr/>
          </p:nvSpPr>
          <p:spPr>
            <a:xfrm>
              <a:off x="7627002" y="3850733"/>
              <a:ext cx="345561" cy="169590"/>
            </a:xfrm>
            <a:custGeom>
              <a:avLst/>
              <a:gdLst/>
              <a:ahLst/>
              <a:cxnLst/>
              <a:rect l="l" t="t" r="r" b="b"/>
              <a:pathLst>
                <a:path w="12509" h="6139" extrusionOk="0">
                  <a:moveTo>
                    <a:pt x="0" y="1"/>
                  </a:moveTo>
                  <a:lnTo>
                    <a:pt x="0" y="6139"/>
                  </a:lnTo>
                  <a:lnTo>
                    <a:pt x="12509" y="5371"/>
                  </a:lnTo>
                  <a:lnTo>
                    <a:pt x="12509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5"/>
            <p:cNvSpPr/>
            <p:nvPr/>
          </p:nvSpPr>
          <p:spPr>
            <a:xfrm>
              <a:off x="7510893" y="3321792"/>
              <a:ext cx="549213" cy="646922"/>
            </a:xfrm>
            <a:custGeom>
              <a:avLst/>
              <a:gdLst/>
              <a:ahLst/>
              <a:cxnLst/>
              <a:rect l="l" t="t" r="r" b="b"/>
              <a:pathLst>
                <a:path w="19881" h="23418" extrusionOk="0">
                  <a:moveTo>
                    <a:pt x="2168" y="1"/>
                  </a:moveTo>
                  <a:lnTo>
                    <a:pt x="0" y="23418"/>
                  </a:lnTo>
                  <a:lnTo>
                    <a:pt x="19881" y="22183"/>
                  </a:lnTo>
                  <a:lnTo>
                    <a:pt x="13176" y="4437"/>
                  </a:lnTo>
                  <a:cubicBezTo>
                    <a:pt x="11942" y="1735"/>
                    <a:pt x="9273" y="1"/>
                    <a:pt x="63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5"/>
            <p:cNvSpPr/>
            <p:nvPr/>
          </p:nvSpPr>
          <p:spPr>
            <a:xfrm>
              <a:off x="7510893" y="3321792"/>
              <a:ext cx="313323" cy="646922"/>
            </a:xfrm>
            <a:custGeom>
              <a:avLst/>
              <a:gdLst/>
              <a:ahLst/>
              <a:cxnLst/>
              <a:rect l="l" t="t" r="r" b="b"/>
              <a:pathLst>
                <a:path w="11342" h="23418" extrusionOk="0">
                  <a:moveTo>
                    <a:pt x="2168" y="1"/>
                  </a:moveTo>
                  <a:lnTo>
                    <a:pt x="0" y="23418"/>
                  </a:lnTo>
                  <a:lnTo>
                    <a:pt x="0" y="23418"/>
                  </a:lnTo>
                  <a:lnTo>
                    <a:pt x="11341" y="22684"/>
                  </a:lnTo>
                  <a:lnTo>
                    <a:pt x="3402" y="1"/>
                  </a:lnTo>
                  <a:close/>
                </a:path>
              </a:pathLst>
            </a:custGeom>
            <a:solidFill>
              <a:srgbClr val="3F3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5"/>
            <p:cNvSpPr/>
            <p:nvPr/>
          </p:nvSpPr>
          <p:spPr>
            <a:xfrm>
              <a:off x="7140436" y="3733713"/>
              <a:ext cx="25829" cy="488410"/>
            </a:xfrm>
            <a:custGeom>
              <a:avLst/>
              <a:gdLst/>
              <a:ahLst/>
              <a:cxnLst/>
              <a:rect l="l" t="t" r="r" b="b"/>
              <a:pathLst>
                <a:path w="935" h="17680" extrusionOk="0">
                  <a:moveTo>
                    <a:pt x="434" y="0"/>
                  </a:moveTo>
                  <a:cubicBezTo>
                    <a:pt x="267" y="34"/>
                    <a:pt x="101" y="201"/>
                    <a:pt x="101" y="401"/>
                  </a:cubicBezTo>
                  <a:lnTo>
                    <a:pt x="0" y="17246"/>
                  </a:lnTo>
                  <a:cubicBezTo>
                    <a:pt x="0" y="17513"/>
                    <a:pt x="167" y="17680"/>
                    <a:pt x="434" y="17680"/>
                  </a:cubicBezTo>
                  <a:cubicBezTo>
                    <a:pt x="668" y="17680"/>
                    <a:pt x="834" y="17513"/>
                    <a:pt x="834" y="17246"/>
                  </a:cubicBezTo>
                  <a:lnTo>
                    <a:pt x="934" y="401"/>
                  </a:lnTo>
                  <a:cubicBezTo>
                    <a:pt x="934" y="267"/>
                    <a:pt x="901" y="201"/>
                    <a:pt x="801" y="101"/>
                  </a:cubicBezTo>
                  <a:lnTo>
                    <a:pt x="501" y="40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778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5"/>
            <p:cNvSpPr/>
            <p:nvPr/>
          </p:nvSpPr>
          <p:spPr>
            <a:xfrm>
              <a:off x="6736829" y="2652182"/>
              <a:ext cx="223017" cy="236553"/>
            </a:xfrm>
            <a:custGeom>
              <a:avLst/>
              <a:gdLst/>
              <a:ahLst/>
              <a:cxnLst/>
              <a:rect l="l" t="t" r="r" b="b"/>
              <a:pathLst>
                <a:path w="8073" h="8563" extrusionOk="0">
                  <a:moveTo>
                    <a:pt x="3830" y="0"/>
                  </a:moveTo>
                  <a:cubicBezTo>
                    <a:pt x="2380" y="0"/>
                    <a:pt x="1150" y="1024"/>
                    <a:pt x="701" y="2157"/>
                  </a:cubicBezTo>
                  <a:cubicBezTo>
                    <a:pt x="0" y="3859"/>
                    <a:pt x="600" y="5960"/>
                    <a:pt x="2035" y="7294"/>
                  </a:cubicBezTo>
                  <a:cubicBezTo>
                    <a:pt x="3308" y="8507"/>
                    <a:pt x="5078" y="8562"/>
                    <a:pt x="6968" y="8562"/>
                  </a:cubicBezTo>
                  <a:cubicBezTo>
                    <a:pt x="7157" y="8562"/>
                    <a:pt x="7348" y="8562"/>
                    <a:pt x="7539" y="8562"/>
                  </a:cubicBezTo>
                  <a:cubicBezTo>
                    <a:pt x="7672" y="5293"/>
                    <a:pt x="8072" y="4159"/>
                    <a:pt x="6371" y="1123"/>
                  </a:cubicBezTo>
                  <a:cubicBezTo>
                    <a:pt x="5521" y="321"/>
                    <a:pt x="4641" y="0"/>
                    <a:pt x="3830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5"/>
            <p:cNvSpPr/>
            <p:nvPr/>
          </p:nvSpPr>
          <p:spPr>
            <a:xfrm>
              <a:off x="7273121" y="4055326"/>
              <a:ext cx="389816" cy="408242"/>
            </a:xfrm>
            <a:custGeom>
              <a:avLst/>
              <a:gdLst/>
              <a:ahLst/>
              <a:cxnLst/>
              <a:rect l="l" t="t" r="r" b="b"/>
              <a:pathLst>
                <a:path w="14111" h="14778" extrusionOk="0">
                  <a:moveTo>
                    <a:pt x="13761" y="0"/>
                  </a:moveTo>
                  <a:cubicBezTo>
                    <a:pt x="13686" y="0"/>
                    <a:pt x="13611" y="34"/>
                    <a:pt x="13544" y="100"/>
                  </a:cubicBezTo>
                  <a:lnTo>
                    <a:pt x="134" y="14277"/>
                  </a:lnTo>
                  <a:cubicBezTo>
                    <a:pt x="1" y="14410"/>
                    <a:pt x="1" y="14577"/>
                    <a:pt x="134" y="14677"/>
                  </a:cubicBezTo>
                  <a:cubicBezTo>
                    <a:pt x="201" y="14744"/>
                    <a:pt x="268" y="14777"/>
                    <a:pt x="334" y="14777"/>
                  </a:cubicBezTo>
                  <a:cubicBezTo>
                    <a:pt x="435" y="14777"/>
                    <a:pt x="501" y="14744"/>
                    <a:pt x="535" y="14677"/>
                  </a:cubicBezTo>
                  <a:lnTo>
                    <a:pt x="13978" y="501"/>
                  </a:lnTo>
                  <a:cubicBezTo>
                    <a:pt x="14111" y="400"/>
                    <a:pt x="14111" y="234"/>
                    <a:pt x="13978" y="100"/>
                  </a:cubicBezTo>
                  <a:cubicBezTo>
                    <a:pt x="13911" y="34"/>
                    <a:pt x="13836" y="0"/>
                    <a:pt x="13761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5"/>
            <p:cNvSpPr/>
            <p:nvPr/>
          </p:nvSpPr>
          <p:spPr>
            <a:xfrm>
              <a:off x="6785643" y="2694256"/>
              <a:ext cx="95886" cy="152076"/>
            </a:xfrm>
            <a:custGeom>
              <a:avLst/>
              <a:gdLst/>
              <a:ahLst/>
              <a:cxnLst/>
              <a:rect l="l" t="t" r="r" b="b"/>
              <a:pathLst>
                <a:path w="3471" h="5505" extrusionOk="0">
                  <a:moveTo>
                    <a:pt x="468" y="1"/>
                  </a:moveTo>
                  <a:cubicBezTo>
                    <a:pt x="301" y="1"/>
                    <a:pt x="168" y="101"/>
                    <a:pt x="134" y="267"/>
                  </a:cubicBezTo>
                  <a:cubicBezTo>
                    <a:pt x="134" y="301"/>
                    <a:pt x="1" y="1135"/>
                    <a:pt x="301" y="2169"/>
                  </a:cubicBezTo>
                  <a:cubicBezTo>
                    <a:pt x="601" y="3169"/>
                    <a:pt x="1269" y="4537"/>
                    <a:pt x="3003" y="5471"/>
                  </a:cubicBezTo>
                  <a:cubicBezTo>
                    <a:pt x="3070" y="5504"/>
                    <a:pt x="3103" y="5504"/>
                    <a:pt x="3137" y="5504"/>
                  </a:cubicBezTo>
                  <a:cubicBezTo>
                    <a:pt x="3237" y="5504"/>
                    <a:pt x="3337" y="5471"/>
                    <a:pt x="3403" y="5304"/>
                  </a:cubicBezTo>
                  <a:cubicBezTo>
                    <a:pt x="3470" y="5171"/>
                    <a:pt x="3403" y="5004"/>
                    <a:pt x="3270" y="4904"/>
                  </a:cubicBezTo>
                  <a:cubicBezTo>
                    <a:pt x="635" y="3503"/>
                    <a:pt x="635" y="34"/>
                    <a:pt x="46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5"/>
            <p:cNvSpPr/>
            <p:nvPr/>
          </p:nvSpPr>
          <p:spPr>
            <a:xfrm>
              <a:off x="6559888" y="2283523"/>
              <a:ext cx="552003" cy="935079"/>
            </a:xfrm>
            <a:custGeom>
              <a:avLst/>
              <a:gdLst/>
              <a:ahLst/>
              <a:cxnLst/>
              <a:rect l="l" t="t" r="r" b="b"/>
              <a:pathLst>
                <a:path w="19982" h="33849" extrusionOk="0">
                  <a:moveTo>
                    <a:pt x="6839" y="16470"/>
                  </a:moveTo>
                  <a:cubicBezTo>
                    <a:pt x="6805" y="16570"/>
                    <a:pt x="6805" y="16670"/>
                    <a:pt x="6805" y="16803"/>
                  </a:cubicBezTo>
                  <a:cubicBezTo>
                    <a:pt x="5471" y="18705"/>
                    <a:pt x="4404" y="20806"/>
                    <a:pt x="3837" y="23074"/>
                  </a:cubicBezTo>
                  <a:cubicBezTo>
                    <a:pt x="3770" y="23408"/>
                    <a:pt x="3736" y="23708"/>
                    <a:pt x="3670" y="24042"/>
                  </a:cubicBezTo>
                  <a:cubicBezTo>
                    <a:pt x="3436" y="23375"/>
                    <a:pt x="3303" y="22674"/>
                    <a:pt x="3336" y="21974"/>
                  </a:cubicBezTo>
                  <a:cubicBezTo>
                    <a:pt x="3470" y="20139"/>
                    <a:pt x="4470" y="18404"/>
                    <a:pt x="5905" y="17204"/>
                  </a:cubicBezTo>
                  <a:cubicBezTo>
                    <a:pt x="6172" y="16970"/>
                    <a:pt x="6505" y="16703"/>
                    <a:pt x="6839" y="16470"/>
                  </a:cubicBezTo>
                  <a:close/>
                  <a:moveTo>
                    <a:pt x="18955" y="1"/>
                  </a:moveTo>
                  <a:cubicBezTo>
                    <a:pt x="15372" y="1"/>
                    <a:pt x="10577" y="1076"/>
                    <a:pt x="8273" y="3227"/>
                  </a:cubicBezTo>
                  <a:cubicBezTo>
                    <a:pt x="5905" y="5462"/>
                    <a:pt x="5805" y="9164"/>
                    <a:pt x="6739" y="12467"/>
                  </a:cubicBezTo>
                  <a:cubicBezTo>
                    <a:pt x="6005" y="13034"/>
                    <a:pt x="5738" y="14068"/>
                    <a:pt x="6172" y="14969"/>
                  </a:cubicBezTo>
                  <a:lnTo>
                    <a:pt x="6172" y="15002"/>
                  </a:lnTo>
                  <a:cubicBezTo>
                    <a:pt x="6305" y="15235"/>
                    <a:pt x="6505" y="15502"/>
                    <a:pt x="6739" y="15669"/>
                  </a:cubicBezTo>
                  <a:cubicBezTo>
                    <a:pt x="6172" y="15836"/>
                    <a:pt x="5671" y="16036"/>
                    <a:pt x="5137" y="16203"/>
                  </a:cubicBezTo>
                  <a:cubicBezTo>
                    <a:pt x="3269" y="16970"/>
                    <a:pt x="1368" y="18138"/>
                    <a:pt x="634" y="20006"/>
                  </a:cubicBezTo>
                  <a:cubicBezTo>
                    <a:pt x="0" y="21573"/>
                    <a:pt x="267" y="23475"/>
                    <a:pt x="1335" y="24809"/>
                  </a:cubicBezTo>
                  <a:cubicBezTo>
                    <a:pt x="1935" y="25510"/>
                    <a:pt x="2702" y="26043"/>
                    <a:pt x="3603" y="26343"/>
                  </a:cubicBezTo>
                  <a:cubicBezTo>
                    <a:pt x="3703" y="28211"/>
                    <a:pt x="4270" y="30013"/>
                    <a:pt x="5438" y="31480"/>
                  </a:cubicBezTo>
                  <a:cubicBezTo>
                    <a:pt x="6338" y="32581"/>
                    <a:pt x="7606" y="33415"/>
                    <a:pt x="9007" y="33849"/>
                  </a:cubicBezTo>
                  <a:cubicBezTo>
                    <a:pt x="9007" y="33182"/>
                    <a:pt x="9040" y="32481"/>
                    <a:pt x="9107" y="31814"/>
                  </a:cubicBezTo>
                  <a:cubicBezTo>
                    <a:pt x="8640" y="31214"/>
                    <a:pt x="8273" y="30546"/>
                    <a:pt x="8106" y="29879"/>
                  </a:cubicBezTo>
                  <a:cubicBezTo>
                    <a:pt x="7773" y="28745"/>
                    <a:pt x="7706" y="27644"/>
                    <a:pt x="7839" y="26477"/>
                  </a:cubicBezTo>
                  <a:lnTo>
                    <a:pt x="7839" y="26477"/>
                  </a:lnTo>
                  <a:cubicBezTo>
                    <a:pt x="8173" y="27644"/>
                    <a:pt x="8707" y="28712"/>
                    <a:pt x="9441" y="29713"/>
                  </a:cubicBezTo>
                  <a:cubicBezTo>
                    <a:pt x="10008" y="27111"/>
                    <a:pt x="11142" y="24576"/>
                    <a:pt x="13043" y="22174"/>
                  </a:cubicBezTo>
                  <a:cubicBezTo>
                    <a:pt x="18680" y="15202"/>
                    <a:pt x="19981" y="6796"/>
                    <a:pt x="19848" y="25"/>
                  </a:cubicBezTo>
                  <a:cubicBezTo>
                    <a:pt x="19561" y="9"/>
                    <a:pt x="19263" y="1"/>
                    <a:pt x="18955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5"/>
            <p:cNvSpPr/>
            <p:nvPr/>
          </p:nvSpPr>
          <p:spPr>
            <a:xfrm>
              <a:off x="6148906" y="3343920"/>
              <a:ext cx="911376" cy="1251413"/>
            </a:xfrm>
            <a:custGeom>
              <a:avLst/>
              <a:gdLst/>
              <a:ahLst/>
              <a:cxnLst/>
              <a:rect l="l" t="t" r="r" b="b"/>
              <a:pathLst>
                <a:path w="32991" h="45300" extrusionOk="0">
                  <a:moveTo>
                    <a:pt x="24318" y="0"/>
                  </a:moveTo>
                  <a:cubicBezTo>
                    <a:pt x="23384" y="467"/>
                    <a:pt x="22516" y="1101"/>
                    <a:pt x="21849" y="1868"/>
                  </a:cubicBezTo>
                  <a:lnTo>
                    <a:pt x="9707" y="16846"/>
                  </a:lnTo>
                  <a:lnTo>
                    <a:pt x="13710" y="18981"/>
                  </a:lnTo>
                  <a:lnTo>
                    <a:pt x="0" y="37961"/>
                  </a:lnTo>
                  <a:lnTo>
                    <a:pt x="10141" y="45299"/>
                  </a:lnTo>
                  <a:lnTo>
                    <a:pt x="23183" y="27187"/>
                  </a:lnTo>
                  <a:lnTo>
                    <a:pt x="24818" y="24952"/>
                  </a:lnTo>
                  <a:lnTo>
                    <a:pt x="24951" y="25018"/>
                  </a:lnTo>
                  <a:cubicBezTo>
                    <a:pt x="25618" y="27020"/>
                    <a:pt x="26386" y="29121"/>
                    <a:pt x="27186" y="30856"/>
                  </a:cubicBezTo>
                  <a:lnTo>
                    <a:pt x="32957" y="17513"/>
                  </a:lnTo>
                  <a:cubicBezTo>
                    <a:pt x="32990" y="17513"/>
                    <a:pt x="26152" y="9507"/>
                    <a:pt x="24318" y="0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5"/>
            <p:cNvSpPr/>
            <p:nvPr/>
          </p:nvSpPr>
          <p:spPr>
            <a:xfrm>
              <a:off x="6205096" y="4708664"/>
              <a:ext cx="810959" cy="130887"/>
            </a:xfrm>
            <a:custGeom>
              <a:avLst/>
              <a:gdLst/>
              <a:ahLst/>
              <a:cxnLst/>
              <a:rect l="l" t="t" r="r" b="b"/>
              <a:pathLst>
                <a:path w="29356" h="4738" extrusionOk="0">
                  <a:moveTo>
                    <a:pt x="1" y="0"/>
                  </a:moveTo>
                  <a:lnTo>
                    <a:pt x="1" y="4737"/>
                  </a:lnTo>
                  <a:lnTo>
                    <a:pt x="27020" y="4737"/>
                  </a:lnTo>
                  <a:cubicBezTo>
                    <a:pt x="28321" y="4737"/>
                    <a:pt x="29355" y="3670"/>
                    <a:pt x="29355" y="2335"/>
                  </a:cubicBezTo>
                  <a:cubicBezTo>
                    <a:pt x="29355" y="1068"/>
                    <a:pt x="28321" y="0"/>
                    <a:pt x="270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5"/>
            <p:cNvSpPr/>
            <p:nvPr/>
          </p:nvSpPr>
          <p:spPr>
            <a:xfrm>
              <a:off x="5432883" y="4016623"/>
              <a:ext cx="1156493" cy="822921"/>
            </a:xfrm>
            <a:custGeom>
              <a:avLst/>
              <a:gdLst/>
              <a:ahLst/>
              <a:cxnLst/>
              <a:rect l="l" t="t" r="r" b="b"/>
              <a:pathLst>
                <a:path w="41864" h="29789" extrusionOk="0">
                  <a:moveTo>
                    <a:pt x="3703" y="0"/>
                  </a:moveTo>
                  <a:cubicBezTo>
                    <a:pt x="1568" y="0"/>
                    <a:pt x="1" y="2002"/>
                    <a:pt x="434" y="4103"/>
                  </a:cubicBezTo>
                  <a:lnTo>
                    <a:pt x="5671" y="27186"/>
                  </a:lnTo>
                  <a:cubicBezTo>
                    <a:pt x="6005" y="28687"/>
                    <a:pt x="7373" y="29788"/>
                    <a:pt x="8907" y="29788"/>
                  </a:cubicBezTo>
                  <a:lnTo>
                    <a:pt x="38095" y="29788"/>
                  </a:lnTo>
                  <a:cubicBezTo>
                    <a:pt x="40263" y="29788"/>
                    <a:pt x="41864" y="27820"/>
                    <a:pt x="41364" y="25685"/>
                  </a:cubicBezTo>
                  <a:lnTo>
                    <a:pt x="36126" y="2602"/>
                  </a:lnTo>
                  <a:cubicBezTo>
                    <a:pt x="35793" y="1101"/>
                    <a:pt x="34425" y="0"/>
                    <a:pt x="328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5"/>
            <p:cNvSpPr/>
            <p:nvPr/>
          </p:nvSpPr>
          <p:spPr>
            <a:xfrm>
              <a:off x="6342421" y="4017535"/>
              <a:ext cx="339125" cy="822921"/>
            </a:xfrm>
            <a:custGeom>
              <a:avLst/>
              <a:gdLst/>
              <a:ahLst/>
              <a:cxnLst/>
              <a:rect l="l" t="t" r="r" b="b"/>
              <a:pathLst>
                <a:path w="12276" h="29789" extrusionOk="0">
                  <a:moveTo>
                    <a:pt x="0" y="1"/>
                  </a:moveTo>
                  <a:cubicBezTo>
                    <a:pt x="1535" y="1"/>
                    <a:pt x="2936" y="1101"/>
                    <a:pt x="3269" y="2602"/>
                  </a:cubicBezTo>
                  <a:lnTo>
                    <a:pt x="8473" y="25686"/>
                  </a:lnTo>
                  <a:cubicBezTo>
                    <a:pt x="8940" y="27787"/>
                    <a:pt x="7339" y="29788"/>
                    <a:pt x="5204" y="29788"/>
                  </a:cubicBezTo>
                  <a:lnTo>
                    <a:pt x="8540" y="29788"/>
                  </a:lnTo>
                  <a:cubicBezTo>
                    <a:pt x="10674" y="29755"/>
                    <a:pt x="12276" y="27787"/>
                    <a:pt x="11809" y="25686"/>
                  </a:cubicBezTo>
                  <a:lnTo>
                    <a:pt x="6605" y="2602"/>
                  </a:lnTo>
                  <a:cubicBezTo>
                    <a:pt x="6271" y="1068"/>
                    <a:pt x="4870" y="1"/>
                    <a:pt x="33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5"/>
            <p:cNvSpPr/>
            <p:nvPr/>
          </p:nvSpPr>
          <p:spPr>
            <a:xfrm>
              <a:off x="5429209" y="4017535"/>
              <a:ext cx="1133454" cy="822921"/>
            </a:xfrm>
            <a:custGeom>
              <a:avLst/>
              <a:gdLst/>
              <a:ahLst/>
              <a:cxnLst/>
              <a:rect l="l" t="t" r="r" b="b"/>
              <a:pathLst>
                <a:path w="41030" h="29789" extrusionOk="0">
                  <a:moveTo>
                    <a:pt x="3836" y="1"/>
                  </a:moveTo>
                  <a:cubicBezTo>
                    <a:pt x="1701" y="1"/>
                    <a:pt x="134" y="2002"/>
                    <a:pt x="567" y="4103"/>
                  </a:cubicBezTo>
                  <a:lnTo>
                    <a:pt x="5804" y="27187"/>
                  </a:lnTo>
                  <a:cubicBezTo>
                    <a:pt x="6138" y="28754"/>
                    <a:pt x="7506" y="29788"/>
                    <a:pt x="9040" y="29788"/>
                  </a:cubicBezTo>
                  <a:lnTo>
                    <a:pt x="38228" y="29788"/>
                  </a:lnTo>
                  <a:cubicBezTo>
                    <a:pt x="39395" y="29755"/>
                    <a:pt x="40396" y="29155"/>
                    <a:pt x="41030" y="28287"/>
                  </a:cubicBezTo>
                  <a:cubicBezTo>
                    <a:pt x="0" y="28287"/>
                    <a:pt x="10141" y="2135"/>
                    <a:pt x="11742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5"/>
            <p:cNvSpPr/>
            <p:nvPr/>
          </p:nvSpPr>
          <p:spPr>
            <a:xfrm>
              <a:off x="5803339" y="4273704"/>
              <a:ext cx="317936" cy="304124"/>
            </a:xfrm>
            <a:custGeom>
              <a:avLst/>
              <a:gdLst/>
              <a:ahLst/>
              <a:cxnLst/>
              <a:rect l="l" t="t" r="r" b="b"/>
              <a:pathLst>
                <a:path w="11509" h="11009" extrusionOk="0">
                  <a:moveTo>
                    <a:pt x="10341" y="1"/>
                  </a:moveTo>
                  <a:cubicBezTo>
                    <a:pt x="9007" y="1"/>
                    <a:pt x="7706" y="568"/>
                    <a:pt x="6672" y="1569"/>
                  </a:cubicBezTo>
                  <a:cubicBezTo>
                    <a:pt x="6138" y="1368"/>
                    <a:pt x="5504" y="1235"/>
                    <a:pt x="4870" y="1235"/>
                  </a:cubicBezTo>
                  <a:cubicBezTo>
                    <a:pt x="2168" y="1235"/>
                    <a:pt x="0" y="3437"/>
                    <a:pt x="0" y="6139"/>
                  </a:cubicBezTo>
                  <a:cubicBezTo>
                    <a:pt x="0" y="8840"/>
                    <a:pt x="2202" y="11009"/>
                    <a:pt x="4870" y="11009"/>
                  </a:cubicBezTo>
                  <a:cubicBezTo>
                    <a:pt x="7572" y="11009"/>
                    <a:pt x="9741" y="8807"/>
                    <a:pt x="9741" y="6139"/>
                  </a:cubicBezTo>
                  <a:cubicBezTo>
                    <a:pt x="9741" y="5672"/>
                    <a:pt x="9674" y="5238"/>
                    <a:pt x="9574" y="4838"/>
                  </a:cubicBezTo>
                  <a:cubicBezTo>
                    <a:pt x="9707" y="4704"/>
                    <a:pt x="9841" y="4637"/>
                    <a:pt x="9974" y="4504"/>
                  </a:cubicBezTo>
                  <a:cubicBezTo>
                    <a:pt x="11041" y="3403"/>
                    <a:pt x="11508" y="1735"/>
                    <a:pt x="11108" y="301"/>
                  </a:cubicBezTo>
                  <a:cubicBezTo>
                    <a:pt x="11041" y="134"/>
                    <a:pt x="10875" y="1"/>
                    <a:pt x="10708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5"/>
            <p:cNvSpPr/>
            <p:nvPr/>
          </p:nvSpPr>
          <p:spPr>
            <a:xfrm>
              <a:off x="5929588" y="4260803"/>
              <a:ext cx="204591" cy="187104"/>
            </a:xfrm>
            <a:custGeom>
              <a:avLst/>
              <a:gdLst/>
              <a:ahLst/>
              <a:cxnLst/>
              <a:rect l="l" t="t" r="r" b="b"/>
              <a:pathLst>
                <a:path w="7406" h="6773" extrusionOk="0">
                  <a:moveTo>
                    <a:pt x="6138" y="835"/>
                  </a:moveTo>
                  <a:cubicBezTo>
                    <a:pt x="6538" y="2169"/>
                    <a:pt x="6105" y="3637"/>
                    <a:pt x="5137" y="4637"/>
                  </a:cubicBezTo>
                  <a:cubicBezTo>
                    <a:pt x="4303" y="5471"/>
                    <a:pt x="3069" y="5872"/>
                    <a:pt x="1601" y="5872"/>
                  </a:cubicBezTo>
                  <a:cubicBezTo>
                    <a:pt x="1401" y="5872"/>
                    <a:pt x="1168" y="5872"/>
                    <a:pt x="934" y="5838"/>
                  </a:cubicBezTo>
                  <a:cubicBezTo>
                    <a:pt x="801" y="3303"/>
                    <a:pt x="3202" y="835"/>
                    <a:pt x="5771" y="835"/>
                  </a:cubicBezTo>
                  <a:close/>
                  <a:moveTo>
                    <a:pt x="5771" y="1"/>
                  </a:moveTo>
                  <a:cubicBezTo>
                    <a:pt x="4270" y="1"/>
                    <a:pt x="2802" y="668"/>
                    <a:pt x="1668" y="1835"/>
                  </a:cubicBezTo>
                  <a:cubicBezTo>
                    <a:pt x="601" y="3003"/>
                    <a:pt x="0" y="4471"/>
                    <a:pt x="100" y="5938"/>
                  </a:cubicBezTo>
                  <a:cubicBezTo>
                    <a:pt x="134" y="6339"/>
                    <a:pt x="467" y="6672"/>
                    <a:pt x="901" y="6706"/>
                  </a:cubicBezTo>
                  <a:cubicBezTo>
                    <a:pt x="1134" y="6706"/>
                    <a:pt x="1401" y="6772"/>
                    <a:pt x="1635" y="6772"/>
                  </a:cubicBezTo>
                  <a:cubicBezTo>
                    <a:pt x="3336" y="6772"/>
                    <a:pt x="4770" y="6205"/>
                    <a:pt x="5771" y="5271"/>
                  </a:cubicBezTo>
                  <a:cubicBezTo>
                    <a:pt x="6938" y="4104"/>
                    <a:pt x="7405" y="2236"/>
                    <a:pt x="6972" y="668"/>
                  </a:cubicBezTo>
                  <a:cubicBezTo>
                    <a:pt x="6905" y="334"/>
                    <a:pt x="6605" y="101"/>
                    <a:pt x="6238" y="34"/>
                  </a:cubicBezTo>
                  <a:cubicBezTo>
                    <a:pt x="6071" y="1"/>
                    <a:pt x="5904" y="1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5"/>
            <p:cNvSpPr/>
            <p:nvPr/>
          </p:nvSpPr>
          <p:spPr>
            <a:xfrm>
              <a:off x="6872276" y="4448793"/>
              <a:ext cx="603606" cy="466476"/>
            </a:xfrm>
            <a:custGeom>
              <a:avLst/>
              <a:gdLst/>
              <a:ahLst/>
              <a:cxnLst/>
              <a:rect l="l" t="t" r="r" b="b"/>
              <a:pathLst>
                <a:path w="21850" h="16886" extrusionOk="0">
                  <a:moveTo>
                    <a:pt x="14778" y="1"/>
                  </a:moveTo>
                  <a:lnTo>
                    <a:pt x="3503" y="5905"/>
                  </a:lnTo>
                  <a:lnTo>
                    <a:pt x="468" y="12076"/>
                  </a:lnTo>
                  <a:cubicBezTo>
                    <a:pt x="1" y="13043"/>
                    <a:pt x="434" y="14211"/>
                    <a:pt x="1435" y="14678"/>
                  </a:cubicBezTo>
                  <a:cubicBezTo>
                    <a:pt x="1679" y="14773"/>
                    <a:pt x="1945" y="14824"/>
                    <a:pt x="2211" y="14824"/>
                  </a:cubicBezTo>
                  <a:cubicBezTo>
                    <a:pt x="2599" y="14824"/>
                    <a:pt x="2986" y="14715"/>
                    <a:pt x="3303" y="14478"/>
                  </a:cubicBezTo>
                  <a:lnTo>
                    <a:pt x="3803" y="14144"/>
                  </a:lnTo>
                  <a:lnTo>
                    <a:pt x="3803" y="14144"/>
                  </a:lnTo>
                  <a:cubicBezTo>
                    <a:pt x="3336" y="15045"/>
                    <a:pt x="3837" y="16146"/>
                    <a:pt x="4837" y="16379"/>
                  </a:cubicBezTo>
                  <a:lnTo>
                    <a:pt x="4937" y="16412"/>
                  </a:lnTo>
                  <a:cubicBezTo>
                    <a:pt x="5082" y="16457"/>
                    <a:pt x="5230" y="16479"/>
                    <a:pt x="5377" y="16479"/>
                  </a:cubicBezTo>
                  <a:cubicBezTo>
                    <a:pt x="5671" y="16479"/>
                    <a:pt x="5960" y="16390"/>
                    <a:pt x="6205" y="16212"/>
                  </a:cubicBezTo>
                  <a:lnTo>
                    <a:pt x="7206" y="15578"/>
                  </a:lnTo>
                  <a:lnTo>
                    <a:pt x="7206" y="15578"/>
                  </a:lnTo>
                  <a:cubicBezTo>
                    <a:pt x="7006" y="16146"/>
                    <a:pt x="7339" y="16713"/>
                    <a:pt x="7940" y="16846"/>
                  </a:cubicBezTo>
                  <a:cubicBezTo>
                    <a:pt x="8095" y="16873"/>
                    <a:pt x="8251" y="16886"/>
                    <a:pt x="8406" y="16886"/>
                  </a:cubicBezTo>
                  <a:cubicBezTo>
                    <a:pt x="9408" y="16886"/>
                    <a:pt x="10350" y="16337"/>
                    <a:pt x="10842" y="15412"/>
                  </a:cubicBezTo>
                  <a:lnTo>
                    <a:pt x="13177" y="11175"/>
                  </a:lnTo>
                  <a:lnTo>
                    <a:pt x="16079" y="9674"/>
                  </a:lnTo>
                  <a:lnTo>
                    <a:pt x="14678" y="14011"/>
                  </a:lnTo>
                  <a:cubicBezTo>
                    <a:pt x="14077" y="14811"/>
                    <a:pt x="14377" y="15912"/>
                    <a:pt x="15211" y="16412"/>
                  </a:cubicBezTo>
                  <a:cubicBezTo>
                    <a:pt x="15481" y="16565"/>
                    <a:pt x="15776" y="16639"/>
                    <a:pt x="16064" y="16639"/>
                  </a:cubicBezTo>
                  <a:cubicBezTo>
                    <a:pt x="16593" y="16639"/>
                    <a:pt x="17099" y="16388"/>
                    <a:pt x="17380" y="15912"/>
                  </a:cubicBezTo>
                  <a:lnTo>
                    <a:pt x="19948" y="12276"/>
                  </a:lnTo>
                  <a:lnTo>
                    <a:pt x="21849" y="5938"/>
                  </a:lnTo>
                  <a:lnTo>
                    <a:pt x="14778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5"/>
            <p:cNvSpPr/>
            <p:nvPr/>
          </p:nvSpPr>
          <p:spPr>
            <a:xfrm>
              <a:off x="6968109" y="4593715"/>
              <a:ext cx="204591" cy="253183"/>
            </a:xfrm>
            <a:custGeom>
              <a:avLst/>
              <a:gdLst/>
              <a:ahLst/>
              <a:cxnLst/>
              <a:rect l="l" t="t" r="r" b="b"/>
              <a:pathLst>
                <a:path w="7406" h="9165" extrusionOk="0">
                  <a:moveTo>
                    <a:pt x="7114" y="0"/>
                  </a:moveTo>
                  <a:cubicBezTo>
                    <a:pt x="7062" y="0"/>
                    <a:pt x="7012" y="19"/>
                    <a:pt x="6972" y="58"/>
                  </a:cubicBezTo>
                  <a:lnTo>
                    <a:pt x="3903" y="2160"/>
                  </a:lnTo>
                  <a:cubicBezTo>
                    <a:pt x="3870" y="2160"/>
                    <a:pt x="3870" y="2227"/>
                    <a:pt x="3837" y="2260"/>
                  </a:cubicBezTo>
                  <a:lnTo>
                    <a:pt x="67" y="8765"/>
                  </a:lnTo>
                  <a:cubicBezTo>
                    <a:pt x="1" y="8898"/>
                    <a:pt x="34" y="9065"/>
                    <a:pt x="167" y="9132"/>
                  </a:cubicBezTo>
                  <a:cubicBezTo>
                    <a:pt x="201" y="9165"/>
                    <a:pt x="234" y="9165"/>
                    <a:pt x="301" y="9165"/>
                  </a:cubicBezTo>
                  <a:cubicBezTo>
                    <a:pt x="401" y="9165"/>
                    <a:pt x="501" y="9132"/>
                    <a:pt x="534" y="9065"/>
                  </a:cubicBezTo>
                  <a:lnTo>
                    <a:pt x="4237" y="2594"/>
                  </a:lnTo>
                  <a:lnTo>
                    <a:pt x="7239" y="492"/>
                  </a:lnTo>
                  <a:cubicBezTo>
                    <a:pt x="7373" y="425"/>
                    <a:pt x="7406" y="259"/>
                    <a:pt x="7339" y="125"/>
                  </a:cubicBezTo>
                  <a:cubicBezTo>
                    <a:pt x="7279" y="44"/>
                    <a:pt x="7194" y="0"/>
                    <a:pt x="7114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5"/>
            <p:cNvSpPr/>
            <p:nvPr/>
          </p:nvSpPr>
          <p:spPr>
            <a:xfrm>
              <a:off x="7061179" y="4656756"/>
              <a:ext cx="181579" cy="230696"/>
            </a:xfrm>
            <a:custGeom>
              <a:avLst/>
              <a:gdLst/>
              <a:ahLst/>
              <a:cxnLst/>
              <a:rect l="l" t="t" r="r" b="b"/>
              <a:pathLst>
                <a:path w="6573" h="8351" extrusionOk="0">
                  <a:moveTo>
                    <a:pt x="6250" y="1"/>
                  </a:moveTo>
                  <a:cubicBezTo>
                    <a:pt x="6188" y="1"/>
                    <a:pt x="6127" y="17"/>
                    <a:pt x="6072" y="45"/>
                  </a:cubicBezTo>
                  <a:lnTo>
                    <a:pt x="2703" y="2980"/>
                  </a:lnTo>
                  <a:cubicBezTo>
                    <a:pt x="2669" y="3014"/>
                    <a:pt x="2636" y="3014"/>
                    <a:pt x="2636" y="3047"/>
                  </a:cubicBezTo>
                  <a:lnTo>
                    <a:pt x="101" y="7950"/>
                  </a:lnTo>
                  <a:cubicBezTo>
                    <a:pt x="1" y="8050"/>
                    <a:pt x="101" y="8217"/>
                    <a:pt x="201" y="8317"/>
                  </a:cubicBezTo>
                  <a:cubicBezTo>
                    <a:pt x="268" y="8351"/>
                    <a:pt x="301" y="8351"/>
                    <a:pt x="334" y="8351"/>
                  </a:cubicBezTo>
                  <a:cubicBezTo>
                    <a:pt x="468" y="8351"/>
                    <a:pt x="534" y="8284"/>
                    <a:pt x="635" y="8217"/>
                  </a:cubicBezTo>
                  <a:lnTo>
                    <a:pt x="3136" y="3380"/>
                  </a:lnTo>
                  <a:lnTo>
                    <a:pt x="6472" y="512"/>
                  </a:lnTo>
                  <a:cubicBezTo>
                    <a:pt x="6572" y="378"/>
                    <a:pt x="6572" y="212"/>
                    <a:pt x="6505" y="111"/>
                  </a:cubicBezTo>
                  <a:cubicBezTo>
                    <a:pt x="6427" y="33"/>
                    <a:pt x="6338" y="1"/>
                    <a:pt x="6250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37"/>
          <p:cNvSpPr txBox="1">
            <a:spLocks noGrp="1"/>
          </p:cNvSpPr>
          <p:nvPr>
            <p:ph type="title" idx="18"/>
          </p:nvPr>
        </p:nvSpPr>
        <p:spPr>
          <a:xfrm>
            <a:off x="6100696" y="3425977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Conclusão</a:t>
            </a:r>
            <a:endParaRPr dirty="0"/>
          </a:p>
        </p:txBody>
      </p:sp>
      <p:sp>
        <p:nvSpPr>
          <p:cNvPr id="1544" name="Google Shape;1544;p37"/>
          <p:cNvSpPr txBox="1">
            <a:spLocks noGrp="1"/>
          </p:cNvSpPr>
          <p:nvPr>
            <p:ph type="title"/>
          </p:nvPr>
        </p:nvSpPr>
        <p:spPr>
          <a:xfrm>
            <a:off x="1031564" y="1832050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</a:t>
            </a:r>
            <a:endParaRPr dirty="0"/>
          </a:p>
        </p:txBody>
      </p:sp>
      <p:sp>
        <p:nvSpPr>
          <p:cNvPr id="1545" name="Google Shape;1545;p37"/>
          <p:cNvSpPr txBox="1">
            <a:spLocks noGrp="1"/>
          </p:cNvSpPr>
          <p:nvPr>
            <p:ph type="title" idx="9"/>
          </p:nvPr>
        </p:nvSpPr>
        <p:spPr>
          <a:xfrm>
            <a:off x="1031564" y="3426000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Teste Unitário</a:t>
            </a:r>
            <a:endParaRPr dirty="0"/>
          </a:p>
        </p:txBody>
      </p:sp>
      <p:sp>
        <p:nvSpPr>
          <p:cNvPr id="1546" name="Google Shape;1546;p37"/>
          <p:cNvSpPr txBox="1">
            <a:spLocks noGrp="1"/>
          </p:cNvSpPr>
          <p:nvPr>
            <p:ph type="subTitle" idx="14"/>
          </p:nvPr>
        </p:nvSpPr>
        <p:spPr>
          <a:xfrm>
            <a:off x="1031564" y="3953723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Benefícios: Danilo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1547" name="Google Shape;1547;p37"/>
          <p:cNvSpPr txBox="1">
            <a:spLocks noGrp="1"/>
          </p:cNvSpPr>
          <p:nvPr>
            <p:ph type="title" idx="15"/>
          </p:nvPr>
        </p:nvSpPr>
        <p:spPr>
          <a:xfrm>
            <a:off x="3535950" y="3426000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Teste Unitário</a:t>
            </a:r>
          </a:p>
        </p:txBody>
      </p:sp>
      <p:sp>
        <p:nvSpPr>
          <p:cNvPr id="1548" name="Google Shape;1548;p37"/>
          <p:cNvSpPr txBox="1">
            <a:spLocks noGrp="1"/>
          </p:cNvSpPr>
          <p:nvPr>
            <p:ph type="subTitle" idx="17"/>
          </p:nvPr>
        </p:nvSpPr>
        <p:spPr>
          <a:xfrm>
            <a:off x="3535950" y="3953723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Custos: Ryan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1549" name="Google Shape;1549;p37"/>
          <p:cNvSpPr txBox="1">
            <a:spLocks noGrp="1"/>
          </p:cNvSpPr>
          <p:nvPr>
            <p:ph type="title" idx="2"/>
          </p:nvPr>
        </p:nvSpPr>
        <p:spPr>
          <a:xfrm>
            <a:off x="1620614" y="143729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1550" name="Google Shape;1550;p37"/>
          <p:cNvSpPr txBox="1">
            <a:spLocks noGrp="1"/>
          </p:cNvSpPr>
          <p:nvPr>
            <p:ph type="subTitle" idx="1"/>
          </p:nvPr>
        </p:nvSpPr>
        <p:spPr>
          <a:xfrm>
            <a:off x="1031564" y="2359748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Lucas Gomes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1551" name="Google Shape;1551;p37"/>
          <p:cNvSpPr txBox="1">
            <a:spLocks noGrp="1"/>
          </p:cNvSpPr>
          <p:nvPr>
            <p:ph type="title" idx="3"/>
          </p:nvPr>
        </p:nvSpPr>
        <p:spPr>
          <a:xfrm>
            <a:off x="3475589" y="1815675"/>
            <a:ext cx="2192821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Documentação</a:t>
            </a:r>
            <a:endParaRPr dirty="0"/>
          </a:p>
        </p:txBody>
      </p:sp>
      <p:sp>
        <p:nvSpPr>
          <p:cNvPr id="1552" name="Google Shape;1552;p37"/>
          <p:cNvSpPr txBox="1">
            <a:spLocks noGrp="1"/>
          </p:cNvSpPr>
          <p:nvPr>
            <p:ph type="subTitle" idx="5"/>
          </p:nvPr>
        </p:nvSpPr>
        <p:spPr>
          <a:xfrm>
            <a:off x="3535950" y="2359748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Henrique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1553" name="Google Shape;1553;p37"/>
          <p:cNvSpPr txBox="1">
            <a:spLocks noGrp="1"/>
          </p:cNvSpPr>
          <p:nvPr>
            <p:ph type="title" idx="6"/>
          </p:nvPr>
        </p:nvSpPr>
        <p:spPr>
          <a:xfrm>
            <a:off x="6100696" y="1832050"/>
            <a:ext cx="2072100" cy="527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Teste Unitário</a:t>
            </a:r>
            <a:endParaRPr dirty="0"/>
          </a:p>
        </p:txBody>
      </p:sp>
      <p:sp>
        <p:nvSpPr>
          <p:cNvPr id="1554" name="Google Shape;1554;p37"/>
          <p:cNvSpPr txBox="1">
            <a:spLocks noGrp="1"/>
          </p:cNvSpPr>
          <p:nvPr>
            <p:ph type="title" idx="4"/>
          </p:nvPr>
        </p:nvSpPr>
        <p:spPr>
          <a:xfrm>
            <a:off x="4092375" y="143729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1555" name="Google Shape;1555;p37"/>
          <p:cNvSpPr txBox="1">
            <a:spLocks noGrp="1"/>
          </p:cNvSpPr>
          <p:nvPr>
            <p:ph type="title" idx="7"/>
          </p:nvPr>
        </p:nvSpPr>
        <p:spPr>
          <a:xfrm>
            <a:off x="6657121" y="1437295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1556" name="Google Shape;1556;p37"/>
          <p:cNvSpPr txBox="1">
            <a:spLocks noGrp="1"/>
          </p:cNvSpPr>
          <p:nvPr>
            <p:ph type="subTitle" idx="8"/>
          </p:nvPr>
        </p:nvSpPr>
        <p:spPr>
          <a:xfrm>
            <a:off x="6100696" y="2359748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Definição, objetivo e características: Agatha Peña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1557" name="Google Shape;1557;p37"/>
          <p:cNvSpPr txBox="1">
            <a:spLocks noGrp="1"/>
          </p:cNvSpPr>
          <p:nvPr>
            <p:ph type="title" idx="13"/>
          </p:nvPr>
        </p:nvSpPr>
        <p:spPr>
          <a:xfrm>
            <a:off x="1620614" y="3034454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1558" name="Google Shape;1558;p37"/>
          <p:cNvSpPr txBox="1">
            <a:spLocks noGrp="1"/>
          </p:cNvSpPr>
          <p:nvPr>
            <p:ph type="title" idx="16"/>
          </p:nvPr>
        </p:nvSpPr>
        <p:spPr>
          <a:xfrm>
            <a:off x="4092375" y="3034454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sp>
        <p:nvSpPr>
          <p:cNvPr id="1559" name="Google Shape;1559;p37"/>
          <p:cNvSpPr txBox="1">
            <a:spLocks noGrp="1"/>
          </p:cNvSpPr>
          <p:nvPr>
            <p:ph type="title" idx="19"/>
          </p:nvPr>
        </p:nvSpPr>
        <p:spPr>
          <a:xfrm>
            <a:off x="6657121" y="3034431"/>
            <a:ext cx="8940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</a:t>
            </a:r>
            <a:endParaRPr/>
          </a:p>
        </p:txBody>
      </p:sp>
      <p:sp>
        <p:nvSpPr>
          <p:cNvPr id="1560" name="Google Shape;1560;p37"/>
          <p:cNvSpPr txBox="1">
            <a:spLocks noGrp="1"/>
          </p:cNvSpPr>
          <p:nvPr>
            <p:ph type="subTitle" idx="20"/>
          </p:nvPr>
        </p:nvSpPr>
        <p:spPr>
          <a:xfrm>
            <a:off x="6100696" y="3953700"/>
            <a:ext cx="20721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ial Rounded MT Bold" panose="020F0704030504030204" pitchFamily="34" charset="0"/>
              </a:rPr>
              <a:t>Lucas Gomes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1561" name="Google Shape;1561;p37"/>
          <p:cNvSpPr txBox="1">
            <a:spLocks noGrp="1"/>
          </p:cNvSpPr>
          <p:nvPr>
            <p:ph type="title" idx="21"/>
          </p:nvPr>
        </p:nvSpPr>
        <p:spPr>
          <a:xfrm>
            <a:off x="720000" y="5394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Sumário: 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40"/>
          <p:cNvSpPr txBox="1">
            <a:spLocks noGrp="1"/>
          </p:cNvSpPr>
          <p:nvPr>
            <p:ph type="title"/>
          </p:nvPr>
        </p:nvSpPr>
        <p:spPr>
          <a:xfrm>
            <a:off x="77293" y="2658090"/>
            <a:ext cx="5102258" cy="698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Documentação</a:t>
            </a:r>
            <a:endParaRPr sz="3000" dirty="0"/>
          </a:p>
        </p:txBody>
      </p:sp>
      <p:sp>
        <p:nvSpPr>
          <p:cNvPr id="1640" name="Google Shape;1640;p40"/>
          <p:cNvSpPr txBox="1">
            <a:spLocks noGrp="1"/>
          </p:cNvSpPr>
          <p:nvPr>
            <p:ph type="title" idx="2"/>
          </p:nvPr>
        </p:nvSpPr>
        <p:spPr>
          <a:xfrm>
            <a:off x="1736363" y="1820082"/>
            <a:ext cx="1688046" cy="794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rbitron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dirty="0">
              <a:latin typeface="Orbitron" panose="020B060402020202020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42" name="Google Shape;1642;p40"/>
          <p:cNvGrpSpPr/>
          <p:nvPr/>
        </p:nvGrpSpPr>
        <p:grpSpPr>
          <a:xfrm>
            <a:off x="4689056" y="170858"/>
            <a:ext cx="4137935" cy="4972638"/>
            <a:chOff x="4689056" y="170858"/>
            <a:chExt cx="4137935" cy="4972638"/>
          </a:xfrm>
        </p:grpSpPr>
        <p:grpSp>
          <p:nvGrpSpPr>
            <p:cNvPr id="1643" name="Google Shape;1643;p40"/>
            <p:cNvGrpSpPr/>
            <p:nvPr/>
          </p:nvGrpSpPr>
          <p:grpSpPr>
            <a:xfrm>
              <a:off x="5313076" y="1838325"/>
              <a:ext cx="3440772" cy="3305172"/>
              <a:chOff x="10381150" y="1238900"/>
              <a:chExt cx="4415775" cy="4241750"/>
            </a:xfrm>
          </p:grpSpPr>
          <p:sp>
            <p:nvSpPr>
              <p:cNvPr id="1644" name="Google Shape;1644;p40"/>
              <p:cNvSpPr/>
              <p:nvPr/>
            </p:nvSpPr>
            <p:spPr>
              <a:xfrm>
                <a:off x="11086350" y="3222975"/>
                <a:ext cx="1580600" cy="818425"/>
              </a:xfrm>
              <a:custGeom>
                <a:avLst/>
                <a:gdLst/>
                <a:ahLst/>
                <a:cxnLst/>
                <a:rect l="l" t="t" r="r" b="b"/>
                <a:pathLst>
                  <a:path w="63224" h="32737" extrusionOk="0">
                    <a:moveTo>
                      <a:pt x="63223" y="27296"/>
                    </a:moveTo>
                    <a:lnTo>
                      <a:pt x="55837" y="28056"/>
                    </a:lnTo>
                    <a:lnTo>
                      <a:pt x="16414" y="32007"/>
                    </a:lnTo>
                    <a:lnTo>
                      <a:pt x="9180" y="32737"/>
                    </a:lnTo>
                    <a:cubicBezTo>
                      <a:pt x="7660" y="31126"/>
                      <a:pt x="6383" y="29515"/>
                      <a:pt x="5319" y="27934"/>
                    </a:cubicBezTo>
                    <a:cubicBezTo>
                      <a:pt x="5259" y="27813"/>
                      <a:pt x="5137" y="27691"/>
                      <a:pt x="5076" y="27570"/>
                    </a:cubicBezTo>
                    <a:cubicBezTo>
                      <a:pt x="1064" y="21642"/>
                      <a:pt x="0" y="16597"/>
                      <a:pt x="0" y="16597"/>
                    </a:cubicBezTo>
                    <a:lnTo>
                      <a:pt x="40821" y="1"/>
                    </a:lnTo>
                    <a:cubicBezTo>
                      <a:pt x="44013" y="1065"/>
                      <a:pt x="47326" y="3952"/>
                      <a:pt x="50366" y="7448"/>
                    </a:cubicBezTo>
                    <a:cubicBezTo>
                      <a:pt x="53770" y="11399"/>
                      <a:pt x="56901" y="16141"/>
                      <a:pt x="59211" y="19971"/>
                    </a:cubicBezTo>
                    <a:cubicBezTo>
                      <a:pt x="61673" y="24135"/>
                      <a:pt x="63223" y="27296"/>
                      <a:pt x="63223" y="272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40"/>
              <p:cNvSpPr/>
              <p:nvPr/>
            </p:nvSpPr>
            <p:spPr>
              <a:xfrm>
                <a:off x="11086350" y="3222975"/>
                <a:ext cx="1019800" cy="414175"/>
              </a:xfrm>
              <a:custGeom>
                <a:avLst/>
                <a:gdLst/>
                <a:ahLst/>
                <a:cxnLst/>
                <a:rect l="l" t="t" r="r" b="b"/>
                <a:pathLst>
                  <a:path w="40792" h="16567" fill="none" extrusionOk="0">
                    <a:moveTo>
                      <a:pt x="0" y="16566"/>
                    </a:moveTo>
                    <a:lnTo>
                      <a:pt x="40791" y="1"/>
                    </a:ln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40"/>
              <p:cNvSpPr/>
              <p:nvPr/>
            </p:nvSpPr>
            <p:spPr>
              <a:xfrm>
                <a:off x="11496675" y="3368125"/>
                <a:ext cx="1069200" cy="654275"/>
              </a:xfrm>
              <a:custGeom>
                <a:avLst/>
                <a:gdLst/>
                <a:ahLst/>
                <a:cxnLst/>
                <a:rect l="l" t="t" r="r" b="b"/>
                <a:pathLst>
                  <a:path w="42768" h="26171" extrusionOk="0">
                    <a:moveTo>
                      <a:pt x="25351" y="0"/>
                    </a:moveTo>
                    <a:cubicBezTo>
                      <a:pt x="25351" y="487"/>
                      <a:pt x="14348" y="20031"/>
                      <a:pt x="1" y="26171"/>
                    </a:cubicBezTo>
                    <a:lnTo>
                      <a:pt x="39424" y="22219"/>
                    </a:lnTo>
                    <a:lnTo>
                      <a:pt x="41430" y="20244"/>
                    </a:lnTo>
                    <a:lnTo>
                      <a:pt x="42767" y="14165"/>
                    </a:lnTo>
                    <a:cubicBezTo>
                      <a:pt x="40488" y="10335"/>
                      <a:pt x="37357" y="5563"/>
                      <a:pt x="33892" y="1642"/>
                    </a:cubicBezTo>
                    <a:lnTo>
                      <a:pt x="25351" y="0"/>
                    </a:lnTo>
                    <a:close/>
                  </a:path>
                </a:pathLst>
              </a:custGeom>
              <a:solidFill>
                <a:srgbClr val="0D092A">
                  <a:alpha val="19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40"/>
              <p:cNvSpPr/>
              <p:nvPr/>
            </p:nvSpPr>
            <p:spPr>
              <a:xfrm>
                <a:off x="11952625" y="1628725"/>
                <a:ext cx="1680900" cy="2132275"/>
              </a:xfrm>
              <a:custGeom>
                <a:avLst/>
                <a:gdLst/>
                <a:ahLst/>
                <a:cxnLst/>
                <a:rect l="l" t="t" r="r" b="b"/>
                <a:pathLst>
                  <a:path w="67236" h="85291" extrusionOk="0">
                    <a:moveTo>
                      <a:pt x="14104" y="36232"/>
                    </a:moveTo>
                    <a:cubicBezTo>
                      <a:pt x="14104" y="36232"/>
                      <a:pt x="3009" y="16414"/>
                      <a:pt x="19879" y="9606"/>
                    </a:cubicBezTo>
                    <a:cubicBezTo>
                      <a:pt x="19879" y="9606"/>
                      <a:pt x="20517" y="2584"/>
                      <a:pt x="33344" y="1277"/>
                    </a:cubicBezTo>
                    <a:cubicBezTo>
                      <a:pt x="46141" y="1"/>
                      <a:pt x="61673" y="9788"/>
                      <a:pt x="64439" y="27722"/>
                    </a:cubicBezTo>
                    <a:cubicBezTo>
                      <a:pt x="67235" y="45655"/>
                      <a:pt x="55077" y="55655"/>
                      <a:pt x="55077" y="55655"/>
                    </a:cubicBezTo>
                    <a:cubicBezTo>
                      <a:pt x="55077" y="55655"/>
                      <a:pt x="66172" y="66537"/>
                      <a:pt x="55077" y="75899"/>
                    </a:cubicBezTo>
                    <a:cubicBezTo>
                      <a:pt x="43983" y="85291"/>
                      <a:pt x="20304" y="79972"/>
                      <a:pt x="11155" y="72494"/>
                    </a:cubicBezTo>
                    <a:cubicBezTo>
                      <a:pt x="1976" y="65047"/>
                      <a:pt x="8146" y="54591"/>
                      <a:pt x="8146" y="54591"/>
                    </a:cubicBezTo>
                    <a:cubicBezTo>
                      <a:pt x="8146" y="54591"/>
                      <a:pt x="0" y="41552"/>
                      <a:pt x="14104" y="362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40"/>
              <p:cNvSpPr/>
              <p:nvPr/>
            </p:nvSpPr>
            <p:spPr>
              <a:xfrm>
                <a:off x="12448825" y="1628725"/>
                <a:ext cx="1114025" cy="693050"/>
              </a:xfrm>
              <a:custGeom>
                <a:avLst/>
                <a:gdLst/>
                <a:ahLst/>
                <a:cxnLst/>
                <a:rect l="l" t="t" r="r" b="b"/>
                <a:pathLst>
                  <a:path w="44561" h="27722" fill="none" extrusionOk="0">
                    <a:moveTo>
                      <a:pt x="1" y="9606"/>
                    </a:moveTo>
                    <a:cubicBezTo>
                      <a:pt x="1" y="9606"/>
                      <a:pt x="639" y="2584"/>
                      <a:pt x="13435" y="1277"/>
                    </a:cubicBezTo>
                    <a:cubicBezTo>
                      <a:pt x="26262" y="1"/>
                      <a:pt x="41795" y="9788"/>
                      <a:pt x="44561" y="27722"/>
                    </a:cubicBezTo>
                  </a:path>
                </a:pathLst>
              </a:custGeom>
              <a:solidFill>
                <a:schemeClr val="dk1"/>
              </a:solidFill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40"/>
              <p:cNvSpPr/>
              <p:nvPr/>
            </p:nvSpPr>
            <p:spPr>
              <a:xfrm>
                <a:off x="12233025" y="2374175"/>
                <a:ext cx="1082100" cy="1147075"/>
              </a:xfrm>
              <a:custGeom>
                <a:avLst/>
                <a:gdLst/>
                <a:ahLst/>
                <a:cxnLst/>
                <a:rect l="l" t="t" r="r" b="b"/>
                <a:pathLst>
                  <a:path w="43284" h="45883" extrusionOk="0">
                    <a:moveTo>
                      <a:pt x="21156" y="1"/>
                    </a:moveTo>
                    <a:cubicBezTo>
                      <a:pt x="21156" y="1"/>
                      <a:pt x="2888" y="5442"/>
                      <a:pt x="1459" y="11764"/>
                    </a:cubicBezTo>
                    <a:cubicBezTo>
                      <a:pt x="0" y="18117"/>
                      <a:pt x="7538" y="25503"/>
                      <a:pt x="7538" y="25503"/>
                    </a:cubicBezTo>
                    <a:cubicBezTo>
                      <a:pt x="7538" y="25503"/>
                      <a:pt x="5927" y="29515"/>
                      <a:pt x="7326" y="36536"/>
                    </a:cubicBezTo>
                    <a:cubicBezTo>
                      <a:pt x="8346" y="41574"/>
                      <a:pt x="12935" y="45883"/>
                      <a:pt x="19861" y="45883"/>
                    </a:cubicBezTo>
                    <a:cubicBezTo>
                      <a:pt x="22630" y="45883"/>
                      <a:pt x="25773" y="45194"/>
                      <a:pt x="29210" y="43588"/>
                    </a:cubicBezTo>
                    <a:cubicBezTo>
                      <a:pt x="41278" y="37965"/>
                      <a:pt x="36870" y="24682"/>
                      <a:pt x="36870" y="24682"/>
                    </a:cubicBezTo>
                    <a:cubicBezTo>
                      <a:pt x="36870" y="24682"/>
                      <a:pt x="40457" y="22737"/>
                      <a:pt x="41885" y="19484"/>
                    </a:cubicBezTo>
                    <a:cubicBezTo>
                      <a:pt x="43284" y="16263"/>
                      <a:pt x="40882" y="8846"/>
                      <a:pt x="40882" y="8846"/>
                    </a:cubicBezTo>
                    <a:lnTo>
                      <a:pt x="2115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40"/>
              <p:cNvSpPr/>
              <p:nvPr/>
            </p:nvSpPr>
            <p:spPr>
              <a:xfrm>
                <a:off x="13771050" y="1778425"/>
                <a:ext cx="142125" cy="250800"/>
              </a:xfrm>
              <a:custGeom>
                <a:avLst/>
                <a:gdLst/>
                <a:ahLst/>
                <a:cxnLst/>
                <a:rect l="l" t="t" r="r" b="b"/>
                <a:pathLst>
                  <a:path w="5685" h="10032" extrusionOk="0">
                    <a:moveTo>
                      <a:pt x="1824" y="5290"/>
                    </a:moveTo>
                    <a:cubicBezTo>
                      <a:pt x="1824" y="5290"/>
                      <a:pt x="0" y="913"/>
                      <a:pt x="1702" y="457"/>
                    </a:cubicBezTo>
                    <a:cubicBezTo>
                      <a:pt x="3404" y="1"/>
                      <a:pt x="5684" y="7296"/>
                      <a:pt x="5593" y="8664"/>
                    </a:cubicBezTo>
                    <a:cubicBezTo>
                      <a:pt x="5471" y="10031"/>
                      <a:pt x="3708" y="9636"/>
                      <a:pt x="3192" y="9636"/>
                    </a:cubicBezTo>
                    <a:cubicBezTo>
                      <a:pt x="2645" y="9636"/>
                      <a:pt x="1824" y="5290"/>
                      <a:pt x="1824" y="5290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40"/>
              <p:cNvSpPr/>
              <p:nvPr/>
            </p:nvSpPr>
            <p:spPr>
              <a:xfrm>
                <a:off x="13523325" y="1761725"/>
                <a:ext cx="566125" cy="679350"/>
              </a:xfrm>
              <a:custGeom>
                <a:avLst/>
                <a:gdLst/>
                <a:ahLst/>
                <a:cxnLst/>
                <a:rect l="l" t="t" r="r" b="b"/>
                <a:pathLst>
                  <a:path w="22645" h="27174" extrusionOk="0">
                    <a:moveTo>
                      <a:pt x="22432" y="18541"/>
                    </a:moveTo>
                    <a:cubicBezTo>
                      <a:pt x="22432" y="18541"/>
                      <a:pt x="16292" y="8298"/>
                      <a:pt x="13830" y="5988"/>
                    </a:cubicBezTo>
                    <a:cubicBezTo>
                      <a:pt x="11307" y="3678"/>
                      <a:pt x="3374" y="0"/>
                      <a:pt x="3070" y="1094"/>
                    </a:cubicBezTo>
                    <a:cubicBezTo>
                      <a:pt x="2766" y="2189"/>
                      <a:pt x="9149" y="6292"/>
                      <a:pt x="9149" y="6292"/>
                    </a:cubicBezTo>
                    <a:cubicBezTo>
                      <a:pt x="9149" y="6292"/>
                      <a:pt x="942" y="2523"/>
                      <a:pt x="486" y="3800"/>
                    </a:cubicBezTo>
                    <a:cubicBezTo>
                      <a:pt x="0" y="5198"/>
                      <a:pt x="8359" y="8845"/>
                      <a:pt x="8359" y="8845"/>
                    </a:cubicBezTo>
                    <a:cubicBezTo>
                      <a:pt x="8359" y="8845"/>
                      <a:pt x="1550" y="7751"/>
                      <a:pt x="1246" y="9332"/>
                    </a:cubicBezTo>
                    <a:cubicBezTo>
                      <a:pt x="1064" y="10335"/>
                      <a:pt x="8146" y="11368"/>
                      <a:pt x="8146" y="11368"/>
                    </a:cubicBezTo>
                    <a:cubicBezTo>
                      <a:pt x="8146" y="11368"/>
                      <a:pt x="1885" y="11672"/>
                      <a:pt x="2888" y="13101"/>
                    </a:cubicBezTo>
                    <a:cubicBezTo>
                      <a:pt x="3283" y="13739"/>
                      <a:pt x="9727" y="13708"/>
                      <a:pt x="9727" y="13708"/>
                    </a:cubicBezTo>
                    <a:cubicBezTo>
                      <a:pt x="9727" y="13708"/>
                      <a:pt x="11003" y="16474"/>
                      <a:pt x="13222" y="17356"/>
                    </a:cubicBezTo>
                    <a:cubicBezTo>
                      <a:pt x="13222" y="17356"/>
                      <a:pt x="16353" y="27174"/>
                      <a:pt x="16627" y="27113"/>
                    </a:cubicBezTo>
                    <a:cubicBezTo>
                      <a:pt x="16931" y="27113"/>
                      <a:pt x="22645" y="25472"/>
                      <a:pt x="22645" y="25472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40"/>
              <p:cNvSpPr/>
              <p:nvPr/>
            </p:nvSpPr>
            <p:spPr>
              <a:xfrm>
                <a:off x="10867500" y="2122650"/>
                <a:ext cx="376925" cy="639100"/>
              </a:xfrm>
              <a:custGeom>
                <a:avLst/>
                <a:gdLst/>
                <a:ahLst/>
                <a:cxnLst/>
                <a:rect l="l" t="t" r="r" b="b"/>
                <a:pathLst>
                  <a:path w="15077" h="25564" extrusionOk="0">
                    <a:moveTo>
                      <a:pt x="12219" y="24165"/>
                    </a:moveTo>
                    <a:cubicBezTo>
                      <a:pt x="10943" y="25564"/>
                      <a:pt x="4164" y="24743"/>
                      <a:pt x="4164" y="24834"/>
                    </a:cubicBezTo>
                    <a:cubicBezTo>
                      <a:pt x="4164" y="24834"/>
                      <a:pt x="3982" y="24591"/>
                      <a:pt x="3678" y="24074"/>
                    </a:cubicBezTo>
                    <a:cubicBezTo>
                      <a:pt x="2584" y="22372"/>
                      <a:pt x="0" y="18086"/>
                      <a:pt x="30" y="15655"/>
                    </a:cubicBezTo>
                    <a:cubicBezTo>
                      <a:pt x="61" y="13071"/>
                      <a:pt x="3192" y="11004"/>
                      <a:pt x="5471" y="10214"/>
                    </a:cubicBezTo>
                    <a:cubicBezTo>
                      <a:pt x="5866" y="10062"/>
                      <a:pt x="6262" y="9940"/>
                      <a:pt x="6596" y="9910"/>
                    </a:cubicBezTo>
                    <a:cubicBezTo>
                      <a:pt x="6596" y="9910"/>
                      <a:pt x="4894" y="1"/>
                      <a:pt x="6748" y="457"/>
                    </a:cubicBezTo>
                    <a:cubicBezTo>
                      <a:pt x="7842" y="730"/>
                      <a:pt x="10699" y="12798"/>
                      <a:pt x="11003" y="15472"/>
                    </a:cubicBezTo>
                    <a:cubicBezTo>
                      <a:pt x="11003" y="15472"/>
                      <a:pt x="12067" y="10639"/>
                      <a:pt x="13587" y="10822"/>
                    </a:cubicBezTo>
                    <a:cubicBezTo>
                      <a:pt x="15076" y="10974"/>
                      <a:pt x="13465" y="22798"/>
                      <a:pt x="12219" y="24165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40"/>
              <p:cNvSpPr/>
              <p:nvPr/>
            </p:nvSpPr>
            <p:spPr>
              <a:xfrm>
                <a:off x="10867500" y="2378750"/>
                <a:ext cx="245450" cy="347300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13892" extrusionOk="0">
                    <a:moveTo>
                      <a:pt x="5471" y="0"/>
                    </a:moveTo>
                    <a:cubicBezTo>
                      <a:pt x="3192" y="821"/>
                      <a:pt x="61" y="2857"/>
                      <a:pt x="30" y="5441"/>
                    </a:cubicBezTo>
                    <a:cubicBezTo>
                      <a:pt x="0" y="7873"/>
                      <a:pt x="2584" y="12159"/>
                      <a:pt x="3678" y="13891"/>
                    </a:cubicBezTo>
                    <a:cubicBezTo>
                      <a:pt x="6262" y="13739"/>
                      <a:pt x="8389" y="11915"/>
                      <a:pt x="8997" y="9210"/>
                    </a:cubicBezTo>
                    <a:cubicBezTo>
                      <a:pt x="9818" y="5259"/>
                      <a:pt x="6748" y="243"/>
                      <a:pt x="6748" y="243"/>
                    </a:cubicBezTo>
                    <a:lnTo>
                      <a:pt x="5471" y="0"/>
                    </a:lnTo>
                    <a:close/>
                  </a:path>
                </a:pathLst>
              </a:custGeom>
              <a:solidFill>
                <a:srgbClr val="7E24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40"/>
              <p:cNvSpPr/>
              <p:nvPr/>
            </p:nvSpPr>
            <p:spPr>
              <a:xfrm>
                <a:off x="10941200" y="2678150"/>
                <a:ext cx="634525" cy="1424050"/>
              </a:xfrm>
              <a:custGeom>
                <a:avLst/>
                <a:gdLst/>
                <a:ahLst/>
                <a:cxnLst/>
                <a:rect l="l" t="t" r="r" b="b"/>
                <a:pathLst>
                  <a:path w="25381" h="56962" extrusionOk="0">
                    <a:moveTo>
                      <a:pt x="10609" y="730"/>
                    </a:moveTo>
                    <a:cubicBezTo>
                      <a:pt x="10609" y="730"/>
                      <a:pt x="25381" y="34985"/>
                      <a:pt x="23192" y="46293"/>
                    </a:cubicBezTo>
                    <a:cubicBezTo>
                      <a:pt x="21125" y="56961"/>
                      <a:pt x="9241" y="56384"/>
                      <a:pt x="5411" y="49211"/>
                    </a:cubicBezTo>
                    <a:cubicBezTo>
                      <a:pt x="1551" y="42037"/>
                      <a:pt x="0" y="2766"/>
                      <a:pt x="0" y="2766"/>
                    </a:cubicBezTo>
                    <a:cubicBezTo>
                      <a:pt x="0" y="2766"/>
                      <a:pt x="5441" y="0"/>
                      <a:pt x="10609" y="7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40"/>
              <p:cNvSpPr/>
              <p:nvPr/>
            </p:nvSpPr>
            <p:spPr>
              <a:xfrm>
                <a:off x="13376650" y="2947150"/>
                <a:ext cx="1248525" cy="1071450"/>
              </a:xfrm>
              <a:custGeom>
                <a:avLst/>
                <a:gdLst/>
                <a:ahLst/>
                <a:cxnLst/>
                <a:rect l="l" t="t" r="r" b="b"/>
                <a:pathLst>
                  <a:path w="49941" h="42858" extrusionOk="0">
                    <a:moveTo>
                      <a:pt x="49576" y="18420"/>
                    </a:moveTo>
                    <a:lnTo>
                      <a:pt x="47357" y="19605"/>
                    </a:lnTo>
                    <a:lnTo>
                      <a:pt x="32038" y="27691"/>
                    </a:lnTo>
                    <a:lnTo>
                      <a:pt x="3435" y="42858"/>
                    </a:lnTo>
                    <a:cubicBezTo>
                      <a:pt x="3435" y="42858"/>
                      <a:pt x="1" y="28146"/>
                      <a:pt x="2220" y="17690"/>
                    </a:cubicBezTo>
                    <a:cubicBezTo>
                      <a:pt x="2706" y="15350"/>
                      <a:pt x="3496" y="13222"/>
                      <a:pt x="4651" y="11520"/>
                    </a:cubicBezTo>
                    <a:lnTo>
                      <a:pt x="47114" y="0"/>
                    </a:lnTo>
                    <a:cubicBezTo>
                      <a:pt x="47114" y="0"/>
                      <a:pt x="48816" y="3678"/>
                      <a:pt x="49515" y="9484"/>
                    </a:cubicBezTo>
                    <a:cubicBezTo>
                      <a:pt x="49850" y="12128"/>
                      <a:pt x="49941" y="15107"/>
                      <a:pt x="49576" y="1842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40"/>
              <p:cNvSpPr/>
              <p:nvPr/>
            </p:nvSpPr>
            <p:spPr>
              <a:xfrm>
                <a:off x="13492925" y="2947900"/>
                <a:ext cx="1062350" cy="288025"/>
              </a:xfrm>
              <a:custGeom>
                <a:avLst/>
                <a:gdLst/>
                <a:ahLst/>
                <a:cxnLst/>
                <a:rect l="l" t="t" r="r" b="b"/>
                <a:pathLst>
                  <a:path w="42494" h="11521" fill="none" extrusionOk="0">
                    <a:moveTo>
                      <a:pt x="0" y="11521"/>
                    </a:moveTo>
                    <a:lnTo>
                      <a:pt x="42493" y="1"/>
                    </a:ln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40"/>
              <p:cNvSpPr/>
              <p:nvPr/>
            </p:nvSpPr>
            <p:spPr>
              <a:xfrm>
                <a:off x="13376650" y="3390150"/>
                <a:ext cx="800950" cy="629225"/>
              </a:xfrm>
              <a:custGeom>
                <a:avLst/>
                <a:gdLst/>
                <a:ahLst/>
                <a:cxnLst/>
                <a:rect l="l" t="t" r="r" b="b"/>
                <a:pathLst>
                  <a:path w="32038" h="25169" extrusionOk="0">
                    <a:moveTo>
                      <a:pt x="2220" y="1"/>
                    </a:moveTo>
                    <a:lnTo>
                      <a:pt x="2220" y="1"/>
                    </a:lnTo>
                    <a:cubicBezTo>
                      <a:pt x="1" y="10518"/>
                      <a:pt x="3435" y="25168"/>
                      <a:pt x="3435" y="25168"/>
                    </a:cubicBezTo>
                    <a:lnTo>
                      <a:pt x="32038" y="10001"/>
                    </a:lnTo>
                    <a:cubicBezTo>
                      <a:pt x="19758" y="9819"/>
                      <a:pt x="4135" y="1977"/>
                      <a:pt x="2220" y="1"/>
                    </a:cubicBezTo>
                    <a:close/>
                  </a:path>
                </a:pathLst>
              </a:custGeom>
              <a:solidFill>
                <a:srgbClr val="0D092A">
                  <a:alpha val="19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40"/>
              <p:cNvSpPr/>
              <p:nvPr/>
            </p:nvSpPr>
            <p:spPr>
              <a:xfrm>
                <a:off x="11973900" y="3149275"/>
                <a:ext cx="1646700" cy="2331375"/>
              </a:xfrm>
              <a:custGeom>
                <a:avLst/>
                <a:gdLst/>
                <a:ahLst/>
                <a:cxnLst/>
                <a:rect l="l" t="t" r="r" b="b"/>
                <a:pathLst>
                  <a:path w="65868" h="93255" extrusionOk="0">
                    <a:moveTo>
                      <a:pt x="65868" y="68056"/>
                    </a:moveTo>
                    <a:lnTo>
                      <a:pt x="65868" y="72281"/>
                    </a:lnTo>
                    <a:cubicBezTo>
                      <a:pt x="65868" y="73375"/>
                      <a:pt x="65868" y="74500"/>
                      <a:pt x="65837" y="75655"/>
                    </a:cubicBezTo>
                    <a:cubicBezTo>
                      <a:pt x="65837" y="77053"/>
                      <a:pt x="65807" y="78451"/>
                      <a:pt x="65777" y="79880"/>
                    </a:cubicBezTo>
                    <a:cubicBezTo>
                      <a:pt x="65716" y="80974"/>
                      <a:pt x="65685" y="82099"/>
                      <a:pt x="65655" y="83254"/>
                    </a:cubicBezTo>
                    <a:cubicBezTo>
                      <a:pt x="65533" y="86567"/>
                      <a:pt x="65351" y="89911"/>
                      <a:pt x="65108" y="93254"/>
                    </a:cubicBezTo>
                    <a:lnTo>
                      <a:pt x="304" y="93254"/>
                    </a:lnTo>
                    <a:cubicBezTo>
                      <a:pt x="304" y="93254"/>
                      <a:pt x="152" y="89485"/>
                      <a:pt x="31" y="83254"/>
                    </a:cubicBezTo>
                    <a:cubicBezTo>
                      <a:pt x="31" y="82190"/>
                      <a:pt x="0" y="81096"/>
                      <a:pt x="0" y="79880"/>
                    </a:cubicBezTo>
                    <a:lnTo>
                      <a:pt x="0" y="75655"/>
                    </a:lnTo>
                    <a:lnTo>
                      <a:pt x="0" y="72281"/>
                    </a:lnTo>
                    <a:cubicBezTo>
                      <a:pt x="0" y="70913"/>
                      <a:pt x="0" y="69485"/>
                      <a:pt x="31" y="68056"/>
                    </a:cubicBezTo>
                    <a:cubicBezTo>
                      <a:pt x="31" y="66962"/>
                      <a:pt x="61" y="65837"/>
                      <a:pt x="61" y="64682"/>
                    </a:cubicBezTo>
                    <a:cubicBezTo>
                      <a:pt x="122" y="63314"/>
                      <a:pt x="122" y="61886"/>
                      <a:pt x="152" y="60457"/>
                    </a:cubicBezTo>
                    <a:cubicBezTo>
                      <a:pt x="183" y="59363"/>
                      <a:pt x="183" y="58208"/>
                      <a:pt x="213" y="57083"/>
                    </a:cubicBezTo>
                    <a:cubicBezTo>
                      <a:pt x="274" y="55715"/>
                      <a:pt x="304" y="54287"/>
                      <a:pt x="335" y="52858"/>
                    </a:cubicBezTo>
                    <a:cubicBezTo>
                      <a:pt x="365" y="51764"/>
                      <a:pt x="426" y="50609"/>
                      <a:pt x="487" y="49484"/>
                    </a:cubicBezTo>
                    <a:cubicBezTo>
                      <a:pt x="578" y="48056"/>
                      <a:pt x="608" y="46658"/>
                      <a:pt x="669" y="45259"/>
                    </a:cubicBezTo>
                    <a:cubicBezTo>
                      <a:pt x="730" y="44165"/>
                      <a:pt x="791" y="43010"/>
                      <a:pt x="882" y="41886"/>
                    </a:cubicBezTo>
                    <a:cubicBezTo>
                      <a:pt x="943" y="40457"/>
                      <a:pt x="1034" y="39059"/>
                      <a:pt x="1125" y="37661"/>
                    </a:cubicBezTo>
                    <a:cubicBezTo>
                      <a:pt x="1216" y="36566"/>
                      <a:pt x="1277" y="35411"/>
                      <a:pt x="1368" y="34287"/>
                    </a:cubicBezTo>
                    <a:cubicBezTo>
                      <a:pt x="2158" y="23739"/>
                      <a:pt x="3374" y="12949"/>
                      <a:pt x="5228" y="2888"/>
                    </a:cubicBezTo>
                    <a:cubicBezTo>
                      <a:pt x="5228" y="2888"/>
                      <a:pt x="11855" y="1338"/>
                      <a:pt x="21794" y="578"/>
                    </a:cubicBezTo>
                    <a:cubicBezTo>
                      <a:pt x="22463" y="517"/>
                      <a:pt x="23101" y="456"/>
                      <a:pt x="23739" y="426"/>
                    </a:cubicBezTo>
                    <a:cubicBezTo>
                      <a:pt x="28511" y="122"/>
                      <a:pt x="34013" y="0"/>
                      <a:pt x="39849" y="304"/>
                    </a:cubicBezTo>
                    <a:lnTo>
                      <a:pt x="41794" y="426"/>
                    </a:lnTo>
                    <a:cubicBezTo>
                      <a:pt x="47873" y="851"/>
                      <a:pt x="54287" y="1763"/>
                      <a:pt x="60700" y="3344"/>
                    </a:cubicBezTo>
                    <a:cubicBezTo>
                      <a:pt x="60700" y="3344"/>
                      <a:pt x="62798" y="15837"/>
                      <a:pt x="64318" y="34287"/>
                    </a:cubicBezTo>
                    <a:cubicBezTo>
                      <a:pt x="64409" y="35381"/>
                      <a:pt x="64500" y="36505"/>
                      <a:pt x="64591" y="37661"/>
                    </a:cubicBezTo>
                    <a:cubicBezTo>
                      <a:pt x="64713" y="39028"/>
                      <a:pt x="64774" y="40427"/>
                      <a:pt x="64895" y="41886"/>
                    </a:cubicBezTo>
                    <a:cubicBezTo>
                      <a:pt x="64956" y="42980"/>
                      <a:pt x="65047" y="44104"/>
                      <a:pt x="65108" y="45259"/>
                    </a:cubicBezTo>
                    <a:cubicBezTo>
                      <a:pt x="65199" y="46627"/>
                      <a:pt x="65260" y="48025"/>
                      <a:pt x="65351" y="49484"/>
                    </a:cubicBezTo>
                    <a:cubicBezTo>
                      <a:pt x="65381" y="50579"/>
                      <a:pt x="65442" y="51703"/>
                      <a:pt x="65503" y="52858"/>
                    </a:cubicBezTo>
                    <a:cubicBezTo>
                      <a:pt x="65533" y="54257"/>
                      <a:pt x="65594" y="55624"/>
                      <a:pt x="65655" y="57083"/>
                    </a:cubicBezTo>
                    <a:cubicBezTo>
                      <a:pt x="65685" y="58178"/>
                      <a:pt x="65716" y="59302"/>
                      <a:pt x="65777" y="60457"/>
                    </a:cubicBezTo>
                    <a:cubicBezTo>
                      <a:pt x="65807" y="61855"/>
                      <a:pt x="65837" y="63254"/>
                      <a:pt x="65837" y="64682"/>
                    </a:cubicBezTo>
                    <a:cubicBezTo>
                      <a:pt x="65868" y="65807"/>
                      <a:pt x="65868" y="66962"/>
                      <a:pt x="65868" y="6805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40"/>
              <p:cNvSpPr/>
              <p:nvPr/>
            </p:nvSpPr>
            <p:spPr>
              <a:xfrm>
                <a:off x="12104600" y="3151550"/>
                <a:ext cx="1386825" cy="83625"/>
              </a:xfrm>
              <a:custGeom>
                <a:avLst/>
                <a:gdLst/>
                <a:ahLst/>
                <a:cxnLst/>
                <a:rect l="l" t="t" r="r" b="b"/>
                <a:pathLst>
                  <a:path w="55473" h="3345" fill="none" extrusionOk="0">
                    <a:moveTo>
                      <a:pt x="0" y="2888"/>
                    </a:moveTo>
                    <a:cubicBezTo>
                      <a:pt x="0" y="2888"/>
                      <a:pt x="6627" y="1308"/>
                      <a:pt x="16566" y="548"/>
                    </a:cubicBezTo>
                    <a:cubicBezTo>
                      <a:pt x="17204" y="517"/>
                      <a:pt x="17873" y="426"/>
                      <a:pt x="18511" y="396"/>
                    </a:cubicBezTo>
                    <a:cubicBezTo>
                      <a:pt x="23283" y="92"/>
                      <a:pt x="28755" y="1"/>
                      <a:pt x="34621" y="305"/>
                    </a:cubicBezTo>
                    <a:lnTo>
                      <a:pt x="36566" y="396"/>
                    </a:lnTo>
                    <a:cubicBezTo>
                      <a:pt x="42645" y="821"/>
                      <a:pt x="49059" y="1733"/>
                      <a:pt x="55472" y="3344"/>
                    </a:cubicBez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40"/>
              <p:cNvSpPr/>
              <p:nvPr/>
            </p:nvSpPr>
            <p:spPr>
              <a:xfrm>
                <a:off x="12520250" y="3151550"/>
                <a:ext cx="499275" cy="305500"/>
              </a:xfrm>
              <a:custGeom>
                <a:avLst/>
                <a:gdLst/>
                <a:ahLst/>
                <a:cxnLst/>
                <a:rect l="l" t="t" r="r" b="b"/>
                <a:pathLst>
                  <a:path w="19971" h="12220" extrusionOk="0">
                    <a:moveTo>
                      <a:pt x="19971" y="426"/>
                    </a:moveTo>
                    <a:lnTo>
                      <a:pt x="19971" y="2219"/>
                    </a:lnTo>
                    <a:cubicBezTo>
                      <a:pt x="19971" y="7721"/>
                      <a:pt x="15503" y="12220"/>
                      <a:pt x="9971" y="12220"/>
                    </a:cubicBezTo>
                    <a:cubicBezTo>
                      <a:pt x="4469" y="12220"/>
                      <a:pt x="1" y="7721"/>
                      <a:pt x="1" y="2219"/>
                    </a:cubicBezTo>
                    <a:lnTo>
                      <a:pt x="1" y="548"/>
                    </a:lnTo>
                    <a:cubicBezTo>
                      <a:pt x="639" y="517"/>
                      <a:pt x="1277" y="426"/>
                      <a:pt x="1916" y="396"/>
                    </a:cubicBezTo>
                    <a:cubicBezTo>
                      <a:pt x="6718" y="92"/>
                      <a:pt x="12189" y="1"/>
                      <a:pt x="18025" y="305"/>
                    </a:cubicBezTo>
                    <a:cubicBezTo>
                      <a:pt x="18694" y="335"/>
                      <a:pt x="19332" y="365"/>
                      <a:pt x="19971" y="42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40"/>
              <p:cNvSpPr/>
              <p:nvPr/>
            </p:nvSpPr>
            <p:spPr>
              <a:xfrm>
                <a:off x="12628150" y="2705500"/>
                <a:ext cx="283475" cy="659600"/>
              </a:xfrm>
              <a:custGeom>
                <a:avLst/>
                <a:gdLst/>
                <a:ahLst/>
                <a:cxnLst/>
                <a:rect l="l" t="t" r="r" b="b"/>
                <a:pathLst>
                  <a:path w="11339" h="26384" extrusionOk="0">
                    <a:moveTo>
                      <a:pt x="11339" y="5684"/>
                    </a:moveTo>
                    <a:lnTo>
                      <a:pt x="11339" y="20730"/>
                    </a:lnTo>
                    <a:cubicBezTo>
                      <a:pt x="11339" y="23861"/>
                      <a:pt x="8785" y="26384"/>
                      <a:pt x="5655" y="26384"/>
                    </a:cubicBezTo>
                    <a:cubicBezTo>
                      <a:pt x="2524" y="26384"/>
                      <a:pt x="1" y="23831"/>
                      <a:pt x="1" y="20730"/>
                    </a:cubicBezTo>
                    <a:lnTo>
                      <a:pt x="1" y="5684"/>
                    </a:lnTo>
                    <a:lnTo>
                      <a:pt x="1" y="5593"/>
                    </a:lnTo>
                    <a:cubicBezTo>
                      <a:pt x="31" y="2493"/>
                      <a:pt x="2585" y="0"/>
                      <a:pt x="5655" y="0"/>
                    </a:cubicBezTo>
                    <a:cubicBezTo>
                      <a:pt x="7235" y="0"/>
                      <a:pt x="8664" y="669"/>
                      <a:pt x="9697" y="1672"/>
                    </a:cubicBezTo>
                    <a:cubicBezTo>
                      <a:pt x="10275" y="2250"/>
                      <a:pt x="10670" y="2888"/>
                      <a:pt x="10974" y="3648"/>
                    </a:cubicBezTo>
                    <a:cubicBezTo>
                      <a:pt x="11217" y="4256"/>
                      <a:pt x="11339" y="4985"/>
                      <a:pt x="11339" y="5684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40"/>
              <p:cNvSpPr/>
              <p:nvPr/>
            </p:nvSpPr>
            <p:spPr>
              <a:xfrm>
                <a:off x="12627400" y="2798200"/>
                <a:ext cx="284225" cy="344925"/>
              </a:xfrm>
              <a:custGeom>
                <a:avLst/>
                <a:gdLst/>
                <a:ahLst/>
                <a:cxnLst/>
                <a:rect l="l" t="t" r="r" b="b"/>
                <a:pathLst>
                  <a:path w="11369" h="13797" extrusionOk="0">
                    <a:moveTo>
                      <a:pt x="7660" y="1"/>
                    </a:moveTo>
                    <a:lnTo>
                      <a:pt x="1" y="1916"/>
                    </a:lnTo>
                    <a:lnTo>
                      <a:pt x="1" y="2007"/>
                    </a:lnTo>
                    <a:lnTo>
                      <a:pt x="1" y="11490"/>
                    </a:lnTo>
                    <a:cubicBezTo>
                      <a:pt x="1495" y="12518"/>
                      <a:pt x="4030" y="13796"/>
                      <a:pt x="7716" y="13796"/>
                    </a:cubicBezTo>
                    <a:cubicBezTo>
                      <a:pt x="8828" y="13796"/>
                      <a:pt x="10044" y="13680"/>
                      <a:pt x="11369" y="13405"/>
                    </a:cubicBezTo>
                    <a:lnTo>
                      <a:pt x="11369" y="1976"/>
                    </a:lnTo>
                    <a:cubicBezTo>
                      <a:pt x="11369" y="1277"/>
                      <a:pt x="11247" y="548"/>
                      <a:pt x="10943" y="1"/>
                    </a:cubicBezTo>
                    <a:close/>
                  </a:path>
                </a:pathLst>
              </a:custGeom>
              <a:solidFill>
                <a:srgbClr val="7E24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40"/>
              <p:cNvSpPr/>
              <p:nvPr/>
            </p:nvSpPr>
            <p:spPr>
              <a:xfrm>
                <a:off x="12333325" y="1998800"/>
                <a:ext cx="859450" cy="1039550"/>
              </a:xfrm>
              <a:custGeom>
                <a:avLst/>
                <a:gdLst/>
                <a:ahLst/>
                <a:cxnLst/>
                <a:rect l="l" t="t" r="r" b="b"/>
                <a:pathLst>
                  <a:path w="34378" h="41582" extrusionOk="0">
                    <a:moveTo>
                      <a:pt x="34378" y="20882"/>
                    </a:moveTo>
                    <a:cubicBezTo>
                      <a:pt x="33679" y="28329"/>
                      <a:pt x="31551" y="41035"/>
                      <a:pt x="17296" y="41278"/>
                    </a:cubicBezTo>
                    <a:cubicBezTo>
                      <a:pt x="304" y="41582"/>
                      <a:pt x="0" y="24013"/>
                      <a:pt x="730" y="13982"/>
                    </a:cubicBezTo>
                    <a:cubicBezTo>
                      <a:pt x="1733" y="730"/>
                      <a:pt x="11004" y="1"/>
                      <a:pt x="11004" y="1"/>
                    </a:cubicBezTo>
                    <a:cubicBezTo>
                      <a:pt x="17508" y="2645"/>
                      <a:pt x="18207" y="10913"/>
                      <a:pt x="21916" y="13709"/>
                    </a:cubicBezTo>
                    <a:cubicBezTo>
                      <a:pt x="23314" y="14803"/>
                      <a:pt x="25472" y="15381"/>
                      <a:pt x="27630" y="15776"/>
                    </a:cubicBezTo>
                    <a:cubicBezTo>
                      <a:pt x="28025" y="17843"/>
                      <a:pt x="29423" y="20669"/>
                      <a:pt x="34378" y="20882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40"/>
              <p:cNvSpPr/>
              <p:nvPr/>
            </p:nvSpPr>
            <p:spPr>
              <a:xfrm>
                <a:off x="12616775" y="2792125"/>
                <a:ext cx="325250" cy="108700"/>
              </a:xfrm>
              <a:custGeom>
                <a:avLst/>
                <a:gdLst/>
                <a:ahLst/>
                <a:cxnLst/>
                <a:rect l="l" t="t" r="r" b="b"/>
                <a:pathLst>
                  <a:path w="13010" h="4348" extrusionOk="0">
                    <a:moveTo>
                      <a:pt x="0" y="0"/>
                    </a:moveTo>
                    <a:cubicBezTo>
                      <a:pt x="0" y="2402"/>
                      <a:pt x="2918" y="4347"/>
                      <a:pt x="6505" y="4347"/>
                    </a:cubicBezTo>
                    <a:cubicBezTo>
                      <a:pt x="10061" y="4347"/>
                      <a:pt x="13009" y="2402"/>
                      <a:pt x="130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40"/>
              <p:cNvSpPr/>
              <p:nvPr/>
            </p:nvSpPr>
            <p:spPr>
              <a:xfrm>
                <a:off x="13853875" y="2165975"/>
                <a:ext cx="943050" cy="1367075"/>
              </a:xfrm>
              <a:custGeom>
                <a:avLst/>
                <a:gdLst/>
                <a:ahLst/>
                <a:cxnLst/>
                <a:rect l="l" t="t" r="r" b="b"/>
                <a:pathLst>
                  <a:path w="37722" h="54683" extrusionOk="0">
                    <a:moveTo>
                      <a:pt x="0" y="5441"/>
                    </a:moveTo>
                    <a:cubicBezTo>
                      <a:pt x="0" y="5441"/>
                      <a:pt x="11459" y="40943"/>
                      <a:pt x="20548" y="47995"/>
                    </a:cubicBezTo>
                    <a:cubicBezTo>
                      <a:pt x="29089" y="54682"/>
                      <a:pt x="37721" y="46415"/>
                      <a:pt x="35806" y="38451"/>
                    </a:cubicBezTo>
                    <a:cubicBezTo>
                      <a:pt x="33952" y="30518"/>
                      <a:pt x="9301" y="1"/>
                      <a:pt x="9301" y="1"/>
                    </a:cubicBezTo>
                    <a:cubicBezTo>
                      <a:pt x="9301" y="1"/>
                      <a:pt x="3435" y="1520"/>
                      <a:pt x="0" y="544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40"/>
              <p:cNvSpPr/>
              <p:nvPr/>
            </p:nvSpPr>
            <p:spPr>
              <a:xfrm>
                <a:off x="10852300" y="2348350"/>
                <a:ext cx="240150" cy="29410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11764" extrusionOk="0">
                    <a:moveTo>
                      <a:pt x="7204" y="912"/>
                    </a:moveTo>
                    <a:cubicBezTo>
                      <a:pt x="7204" y="912"/>
                      <a:pt x="9605" y="5593"/>
                      <a:pt x="8906" y="8298"/>
                    </a:cubicBezTo>
                    <a:cubicBezTo>
                      <a:pt x="8237" y="10943"/>
                      <a:pt x="6079" y="4225"/>
                      <a:pt x="6079" y="4225"/>
                    </a:cubicBezTo>
                    <a:cubicBezTo>
                      <a:pt x="6079" y="4225"/>
                      <a:pt x="7538" y="9210"/>
                      <a:pt x="6839" y="9879"/>
                    </a:cubicBezTo>
                    <a:cubicBezTo>
                      <a:pt x="6110" y="10578"/>
                      <a:pt x="4134" y="5684"/>
                      <a:pt x="4134" y="5684"/>
                    </a:cubicBezTo>
                    <a:cubicBezTo>
                      <a:pt x="4134" y="5684"/>
                      <a:pt x="5502" y="9879"/>
                      <a:pt x="4620" y="10578"/>
                    </a:cubicBezTo>
                    <a:cubicBezTo>
                      <a:pt x="3739" y="11247"/>
                      <a:pt x="2584" y="7265"/>
                      <a:pt x="2584" y="7265"/>
                    </a:cubicBezTo>
                    <a:cubicBezTo>
                      <a:pt x="2584" y="7265"/>
                      <a:pt x="3830" y="11004"/>
                      <a:pt x="2736" y="11368"/>
                    </a:cubicBezTo>
                    <a:cubicBezTo>
                      <a:pt x="1611" y="11764"/>
                      <a:pt x="335" y="8602"/>
                      <a:pt x="183" y="6171"/>
                    </a:cubicBezTo>
                    <a:cubicBezTo>
                      <a:pt x="0" y="3709"/>
                      <a:pt x="3952" y="0"/>
                      <a:pt x="7204" y="912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40"/>
              <p:cNvSpPr/>
              <p:nvPr/>
            </p:nvSpPr>
            <p:spPr>
              <a:xfrm>
                <a:off x="12723900" y="2671300"/>
                <a:ext cx="438500" cy="234075"/>
              </a:xfrm>
              <a:custGeom>
                <a:avLst/>
                <a:gdLst/>
                <a:ahLst/>
                <a:cxnLst/>
                <a:rect l="l" t="t" r="r" b="b"/>
                <a:pathLst>
                  <a:path w="17540" h="9363" fill="none" extrusionOk="0">
                    <a:moveTo>
                      <a:pt x="17539" y="1"/>
                    </a:moveTo>
                    <a:cubicBezTo>
                      <a:pt x="17539" y="1"/>
                      <a:pt x="13831" y="9210"/>
                      <a:pt x="1" y="9362"/>
                    </a:cubicBezTo>
                  </a:path>
                </a:pathLst>
              </a:custGeom>
              <a:noFill/>
              <a:ln w="12150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40"/>
              <p:cNvSpPr/>
              <p:nvPr/>
            </p:nvSpPr>
            <p:spPr>
              <a:xfrm>
                <a:off x="12673750" y="2852150"/>
                <a:ext cx="14060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3740" extrusionOk="0">
                    <a:moveTo>
                      <a:pt x="5624" y="1885"/>
                    </a:moveTo>
                    <a:cubicBezTo>
                      <a:pt x="5624" y="2919"/>
                      <a:pt x="4378" y="3739"/>
                      <a:pt x="2827" y="3739"/>
                    </a:cubicBezTo>
                    <a:cubicBezTo>
                      <a:pt x="1247" y="3739"/>
                      <a:pt x="1" y="2919"/>
                      <a:pt x="1" y="1885"/>
                    </a:cubicBezTo>
                    <a:cubicBezTo>
                      <a:pt x="1" y="852"/>
                      <a:pt x="1247" y="31"/>
                      <a:pt x="2827" y="31"/>
                    </a:cubicBezTo>
                    <a:cubicBezTo>
                      <a:pt x="4378" y="1"/>
                      <a:pt x="5624" y="821"/>
                      <a:pt x="5624" y="1885"/>
                    </a:cubicBezTo>
                    <a:close/>
                  </a:path>
                </a:pathLst>
              </a:custGeom>
              <a:solidFill>
                <a:srgbClr val="AF93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40"/>
              <p:cNvSpPr/>
              <p:nvPr/>
            </p:nvSpPr>
            <p:spPr>
              <a:xfrm>
                <a:off x="12680600" y="2860525"/>
                <a:ext cx="133750" cy="85125"/>
              </a:xfrm>
              <a:custGeom>
                <a:avLst/>
                <a:gdLst/>
                <a:ahLst/>
                <a:cxnLst/>
                <a:rect l="l" t="t" r="r" b="b"/>
                <a:pathLst>
                  <a:path w="5350" h="3405" extrusionOk="0">
                    <a:moveTo>
                      <a:pt x="4134" y="0"/>
                    </a:moveTo>
                    <a:lnTo>
                      <a:pt x="4134" y="0"/>
                    </a:lnTo>
                    <a:cubicBezTo>
                      <a:pt x="4286" y="213"/>
                      <a:pt x="4408" y="486"/>
                      <a:pt x="4408" y="790"/>
                    </a:cubicBezTo>
                    <a:cubicBezTo>
                      <a:pt x="4408" y="1824"/>
                      <a:pt x="3131" y="2645"/>
                      <a:pt x="1581" y="2645"/>
                    </a:cubicBezTo>
                    <a:cubicBezTo>
                      <a:pt x="973" y="2645"/>
                      <a:pt x="456" y="2553"/>
                      <a:pt x="0" y="2341"/>
                    </a:cubicBezTo>
                    <a:lnTo>
                      <a:pt x="0" y="2341"/>
                    </a:lnTo>
                    <a:cubicBezTo>
                      <a:pt x="456" y="2948"/>
                      <a:pt x="1398" y="3404"/>
                      <a:pt x="2553" y="3404"/>
                    </a:cubicBezTo>
                    <a:cubicBezTo>
                      <a:pt x="4104" y="3404"/>
                      <a:pt x="5350" y="2584"/>
                      <a:pt x="5350" y="1550"/>
                    </a:cubicBezTo>
                    <a:cubicBezTo>
                      <a:pt x="5350" y="912"/>
                      <a:pt x="4864" y="334"/>
                      <a:pt x="4134" y="0"/>
                    </a:cubicBezTo>
                    <a:close/>
                  </a:path>
                </a:pathLst>
              </a:custGeom>
              <a:solidFill>
                <a:srgbClr val="444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40"/>
              <p:cNvSpPr/>
              <p:nvPr/>
            </p:nvSpPr>
            <p:spPr>
              <a:xfrm>
                <a:off x="13105375" y="2435725"/>
                <a:ext cx="174800" cy="303225"/>
              </a:xfrm>
              <a:custGeom>
                <a:avLst/>
                <a:gdLst/>
                <a:ahLst/>
                <a:cxnLst/>
                <a:rect l="l" t="t" r="r" b="b"/>
                <a:pathLst>
                  <a:path w="6992" h="12129" extrusionOk="0">
                    <a:moveTo>
                      <a:pt x="1004" y="5168"/>
                    </a:moveTo>
                    <a:cubicBezTo>
                      <a:pt x="2037" y="2098"/>
                      <a:pt x="4134" y="1"/>
                      <a:pt x="5654" y="518"/>
                    </a:cubicBezTo>
                    <a:lnTo>
                      <a:pt x="6991" y="943"/>
                    </a:lnTo>
                    <a:cubicBezTo>
                      <a:pt x="6748" y="882"/>
                      <a:pt x="6536" y="852"/>
                      <a:pt x="6262" y="913"/>
                    </a:cubicBezTo>
                    <a:cubicBezTo>
                      <a:pt x="4864" y="1126"/>
                      <a:pt x="3253" y="3041"/>
                      <a:pt x="2341" y="5624"/>
                    </a:cubicBezTo>
                    <a:cubicBezTo>
                      <a:pt x="1459" y="8269"/>
                      <a:pt x="1611" y="10761"/>
                      <a:pt x="2614" y="11764"/>
                    </a:cubicBezTo>
                    <a:cubicBezTo>
                      <a:pt x="2797" y="11946"/>
                      <a:pt x="2979" y="12068"/>
                      <a:pt x="3222" y="12129"/>
                    </a:cubicBezTo>
                    <a:lnTo>
                      <a:pt x="1885" y="11673"/>
                    </a:lnTo>
                    <a:cubicBezTo>
                      <a:pt x="365" y="11187"/>
                      <a:pt x="0" y="8269"/>
                      <a:pt x="1004" y="5168"/>
                    </a:cubicBezTo>
                    <a:close/>
                  </a:path>
                </a:pathLst>
              </a:custGeom>
              <a:solidFill>
                <a:srgbClr val="6C1CCC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40"/>
              <p:cNvSpPr/>
              <p:nvPr/>
            </p:nvSpPr>
            <p:spPr>
              <a:xfrm>
                <a:off x="13141850" y="2457775"/>
                <a:ext cx="143650" cy="272075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10883" extrusionOk="0">
                    <a:moveTo>
                      <a:pt x="4803" y="0"/>
                    </a:moveTo>
                    <a:cubicBezTo>
                      <a:pt x="3405" y="183"/>
                      <a:pt x="1763" y="2098"/>
                      <a:pt x="882" y="4712"/>
                    </a:cubicBezTo>
                    <a:cubicBezTo>
                      <a:pt x="0" y="7326"/>
                      <a:pt x="152" y="9849"/>
                      <a:pt x="1186" y="10882"/>
                    </a:cubicBezTo>
                    <a:cubicBezTo>
                      <a:pt x="2098" y="10700"/>
                      <a:pt x="3162" y="9788"/>
                      <a:pt x="3982" y="8420"/>
                    </a:cubicBezTo>
                    <a:cubicBezTo>
                      <a:pt x="4408" y="7751"/>
                      <a:pt x="4742" y="6991"/>
                      <a:pt x="5046" y="6110"/>
                    </a:cubicBezTo>
                    <a:cubicBezTo>
                      <a:pt x="5320" y="5289"/>
                      <a:pt x="5502" y="4438"/>
                      <a:pt x="5593" y="3648"/>
                    </a:cubicBezTo>
                    <a:cubicBezTo>
                      <a:pt x="5745" y="2007"/>
                      <a:pt x="5472" y="700"/>
                      <a:pt x="48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40"/>
              <p:cNvSpPr/>
              <p:nvPr/>
            </p:nvSpPr>
            <p:spPr>
              <a:xfrm>
                <a:off x="13141850" y="2457025"/>
                <a:ext cx="185425" cy="293325"/>
              </a:xfrm>
              <a:custGeom>
                <a:avLst/>
                <a:gdLst/>
                <a:ahLst/>
                <a:cxnLst/>
                <a:rect l="l" t="t" r="r" b="b"/>
                <a:pathLst>
                  <a:path w="7417" h="11733" extrusionOk="0">
                    <a:moveTo>
                      <a:pt x="882" y="4742"/>
                    </a:moveTo>
                    <a:cubicBezTo>
                      <a:pt x="1763" y="2128"/>
                      <a:pt x="3405" y="213"/>
                      <a:pt x="4803" y="30"/>
                    </a:cubicBezTo>
                    <a:cubicBezTo>
                      <a:pt x="5077" y="0"/>
                      <a:pt x="5289" y="0"/>
                      <a:pt x="5532" y="61"/>
                    </a:cubicBezTo>
                    <a:cubicBezTo>
                      <a:pt x="7052" y="578"/>
                      <a:pt x="7417" y="3496"/>
                      <a:pt x="6384" y="6565"/>
                    </a:cubicBezTo>
                    <a:cubicBezTo>
                      <a:pt x="5380" y="9635"/>
                      <a:pt x="3283" y="11733"/>
                      <a:pt x="1763" y="11246"/>
                    </a:cubicBezTo>
                    <a:cubicBezTo>
                      <a:pt x="1520" y="11155"/>
                      <a:pt x="1338" y="11064"/>
                      <a:pt x="1155" y="10851"/>
                    </a:cubicBezTo>
                    <a:cubicBezTo>
                      <a:pt x="152" y="9879"/>
                      <a:pt x="0" y="7356"/>
                      <a:pt x="882" y="47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40"/>
              <p:cNvSpPr/>
              <p:nvPr/>
            </p:nvSpPr>
            <p:spPr>
              <a:xfrm>
                <a:off x="13176050" y="2507175"/>
                <a:ext cx="113250" cy="183150"/>
              </a:xfrm>
              <a:custGeom>
                <a:avLst/>
                <a:gdLst/>
                <a:ahLst/>
                <a:cxnLst/>
                <a:rect l="l" t="t" r="r" b="b"/>
                <a:pathLst>
                  <a:path w="4530" h="7326" extrusionOk="0">
                    <a:moveTo>
                      <a:pt x="608" y="3131"/>
                    </a:moveTo>
                    <a:cubicBezTo>
                      <a:pt x="1216" y="1246"/>
                      <a:pt x="2493" y="0"/>
                      <a:pt x="3405" y="304"/>
                    </a:cubicBezTo>
                    <a:cubicBezTo>
                      <a:pt x="4316" y="608"/>
                      <a:pt x="4529" y="2371"/>
                      <a:pt x="3921" y="4225"/>
                    </a:cubicBezTo>
                    <a:cubicBezTo>
                      <a:pt x="3313" y="6079"/>
                      <a:pt x="2067" y="7325"/>
                      <a:pt x="1155" y="7022"/>
                    </a:cubicBezTo>
                    <a:cubicBezTo>
                      <a:pt x="243" y="6718"/>
                      <a:pt x="0" y="4985"/>
                      <a:pt x="608" y="3131"/>
                    </a:cubicBezTo>
                    <a:close/>
                  </a:path>
                </a:pathLst>
              </a:custGeom>
              <a:solidFill>
                <a:schemeClr val="lt1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40"/>
              <p:cNvSpPr/>
              <p:nvPr/>
            </p:nvSpPr>
            <p:spPr>
              <a:xfrm>
                <a:off x="12232250" y="2435725"/>
                <a:ext cx="174800" cy="303225"/>
              </a:xfrm>
              <a:custGeom>
                <a:avLst/>
                <a:gdLst/>
                <a:ahLst/>
                <a:cxnLst/>
                <a:rect l="l" t="t" r="r" b="b"/>
                <a:pathLst>
                  <a:path w="6992" h="12129" extrusionOk="0">
                    <a:moveTo>
                      <a:pt x="5958" y="5168"/>
                    </a:moveTo>
                    <a:cubicBezTo>
                      <a:pt x="4925" y="2098"/>
                      <a:pt x="2858" y="1"/>
                      <a:pt x="1338" y="518"/>
                    </a:cubicBezTo>
                    <a:lnTo>
                      <a:pt x="1" y="943"/>
                    </a:lnTo>
                    <a:cubicBezTo>
                      <a:pt x="214" y="882"/>
                      <a:pt x="457" y="852"/>
                      <a:pt x="730" y="913"/>
                    </a:cubicBezTo>
                    <a:cubicBezTo>
                      <a:pt x="2128" y="1126"/>
                      <a:pt x="3709" y="3041"/>
                      <a:pt x="4621" y="5624"/>
                    </a:cubicBezTo>
                    <a:cubicBezTo>
                      <a:pt x="5502" y="8269"/>
                      <a:pt x="5350" y="10761"/>
                      <a:pt x="4378" y="11764"/>
                    </a:cubicBezTo>
                    <a:cubicBezTo>
                      <a:pt x="4165" y="11946"/>
                      <a:pt x="3983" y="12068"/>
                      <a:pt x="3770" y="12129"/>
                    </a:cubicBezTo>
                    <a:lnTo>
                      <a:pt x="5077" y="11673"/>
                    </a:lnTo>
                    <a:cubicBezTo>
                      <a:pt x="6597" y="11187"/>
                      <a:pt x="6992" y="8269"/>
                      <a:pt x="5958" y="5168"/>
                    </a:cubicBezTo>
                    <a:close/>
                  </a:path>
                </a:pathLst>
              </a:custGeom>
              <a:solidFill>
                <a:srgbClr val="6C1CCC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40"/>
              <p:cNvSpPr/>
              <p:nvPr/>
            </p:nvSpPr>
            <p:spPr>
              <a:xfrm>
                <a:off x="12226175" y="2457775"/>
                <a:ext cx="143650" cy="272075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10883" extrusionOk="0">
                    <a:moveTo>
                      <a:pt x="973" y="0"/>
                    </a:moveTo>
                    <a:cubicBezTo>
                      <a:pt x="274" y="700"/>
                      <a:pt x="1" y="2007"/>
                      <a:pt x="153" y="3648"/>
                    </a:cubicBezTo>
                    <a:cubicBezTo>
                      <a:pt x="244" y="4438"/>
                      <a:pt x="426" y="5289"/>
                      <a:pt x="700" y="6110"/>
                    </a:cubicBezTo>
                    <a:cubicBezTo>
                      <a:pt x="1004" y="6991"/>
                      <a:pt x="1338" y="7751"/>
                      <a:pt x="1764" y="8420"/>
                    </a:cubicBezTo>
                    <a:cubicBezTo>
                      <a:pt x="2584" y="9788"/>
                      <a:pt x="3648" y="10700"/>
                      <a:pt x="4560" y="10882"/>
                    </a:cubicBezTo>
                    <a:cubicBezTo>
                      <a:pt x="5593" y="9849"/>
                      <a:pt x="5745" y="7326"/>
                      <a:pt x="4864" y="4712"/>
                    </a:cubicBezTo>
                    <a:cubicBezTo>
                      <a:pt x="4013" y="2098"/>
                      <a:pt x="2371" y="183"/>
                      <a:pt x="9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40"/>
              <p:cNvSpPr/>
              <p:nvPr/>
            </p:nvSpPr>
            <p:spPr>
              <a:xfrm>
                <a:off x="12184375" y="2457025"/>
                <a:ext cx="185450" cy="293325"/>
              </a:xfrm>
              <a:custGeom>
                <a:avLst/>
                <a:gdLst/>
                <a:ahLst/>
                <a:cxnLst/>
                <a:rect l="l" t="t" r="r" b="b"/>
                <a:pathLst>
                  <a:path w="7418" h="11733" extrusionOk="0">
                    <a:moveTo>
                      <a:pt x="6536" y="4742"/>
                    </a:moveTo>
                    <a:cubicBezTo>
                      <a:pt x="5685" y="2128"/>
                      <a:pt x="4043" y="213"/>
                      <a:pt x="2645" y="30"/>
                    </a:cubicBezTo>
                    <a:cubicBezTo>
                      <a:pt x="2372" y="0"/>
                      <a:pt x="2129" y="0"/>
                      <a:pt x="1916" y="61"/>
                    </a:cubicBezTo>
                    <a:cubicBezTo>
                      <a:pt x="396" y="578"/>
                      <a:pt x="1" y="3496"/>
                      <a:pt x="1034" y="6565"/>
                    </a:cubicBezTo>
                    <a:cubicBezTo>
                      <a:pt x="2068" y="9635"/>
                      <a:pt x="4165" y="11733"/>
                      <a:pt x="5685" y="11246"/>
                    </a:cubicBezTo>
                    <a:cubicBezTo>
                      <a:pt x="5898" y="11155"/>
                      <a:pt x="6080" y="11064"/>
                      <a:pt x="6293" y="10851"/>
                    </a:cubicBezTo>
                    <a:cubicBezTo>
                      <a:pt x="7265" y="9879"/>
                      <a:pt x="7417" y="7356"/>
                      <a:pt x="6536" y="47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40"/>
              <p:cNvSpPr/>
              <p:nvPr/>
            </p:nvSpPr>
            <p:spPr>
              <a:xfrm>
                <a:off x="12222375" y="2507175"/>
                <a:ext cx="113250" cy="183150"/>
              </a:xfrm>
              <a:custGeom>
                <a:avLst/>
                <a:gdLst/>
                <a:ahLst/>
                <a:cxnLst/>
                <a:rect l="l" t="t" r="r" b="b"/>
                <a:pathLst>
                  <a:path w="4530" h="7326" extrusionOk="0">
                    <a:moveTo>
                      <a:pt x="3922" y="3131"/>
                    </a:moveTo>
                    <a:cubicBezTo>
                      <a:pt x="3314" y="1246"/>
                      <a:pt x="2068" y="0"/>
                      <a:pt x="1156" y="304"/>
                    </a:cubicBezTo>
                    <a:cubicBezTo>
                      <a:pt x="244" y="608"/>
                      <a:pt x="1" y="2371"/>
                      <a:pt x="609" y="4225"/>
                    </a:cubicBezTo>
                    <a:cubicBezTo>
                      <a:pt x="1216" y="6079"/>
                      <a:pt x="2493" y="7325"/>
                      <a:pt x="3375" y="7022"/>
                    </a:cubicBezTo>
                    <a:cubicBezTo>
                      <a:pt x="4317" y="6718"/>
                      <a:pt x="4530" y="4985"/>
                      <a:pt x="3922" y="3131"/>
                    </a:cubicBezTo>
                    <a:close/>
                  </a:path>
                </a:pathLst>
              </a:custGeom>
              <a:solidFill>
                <a:srgbClr val="2D1B6A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40"/>
              <p:cNvSpPr/>
              <p:nvPr/>
            </p:nvSpPr>
            <p:spPr>
              <a:xfrm>
                <a:off x="12274050" y="2248050"/>
                <a:ext cx="952925" cy="421750"/>
              </a:xfrm>
              <a:custGeom>
                <a:avLst/>
                <a:gdLst/>
                <a:ahLst/>
                <a:cxnLst/>
                <a:rect l="l" t="t" r="r" b="b"/>
                <a:pathLst>
                  <a:path w="38117" h="16870" extrusionOk="0">
                    <a:moveTo>
                      <a:pt x="8420" y="16870"/>
                    </a:moveTo>
                    <a:cubicBezTo>
                      <a:pt x="3800" y="16870"/>
                      <a:pt x="1" y="13070"/>
                      <a:pt x="1" y="8420"/>
                    </a:cubicBezTo>
                    <a:cubicBezTo>
                      <a:pt x="1" y="3800"/>
                      <a:pt x="3800" y="0"/>
                      <a:pt x="8420" y="0"/>
                    </a:cubicBezTo>
                    <a:lnTo>
                      <a:pt x="29667" y="0"/>
                    </a:lnTo>
                    <a:cubicBezTo>
                      <a:pt x="34317" y="0"/>
                      <a:pt x="38117" y="3800"/>
                      <a:pt x="38117" y="8420"/>
                    </a:cubicBezTo>
                    <a:cubicBezTo>
                      <a:pt x="38117" y="13070"/>
                      <a:pt x="34317" y="16870"/>
                      <a:pt x="29667" y="1687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40"/>
              <p:cNvSpPr/>
              <p:nvPr/>
            </p:nvSpPr>
            <p:spPr>
              <a:xfrm>
                <a:off x="12274050" y="2248050"/>
                <a:ext cx="952925" cy="210500"/>
              </a:xfrm>
              <a:custGeom>
                <a:avLst/>
                <a:gdLst/>
                <a:ahLst/>
                <a:cxnLst/>
                <a:rect l="l" t="t" r="r" b="b"/>
                <a:pathLst>
                  <a:path w="38117" h="8420" fill="none" extrusionOk="0">
                    <a:moveTo>
                      <a:pt x="1" y="8420"/>
                    </a:moveTo>
                    <a:cubicBezTo>
                      <a:pt x="1" y="3800"/>
                      <a:pt x="3800" y="0"/>
                      <a:pt x="8420" y="0"/>
                    </a:cubicBezTo>
                    <a:lnTo>
                      <a:pt x="29667" y="0"/>
                    </a:lnTo>
                    <a:cubicBezTo>
                      <a:pt x="34317" y="0"/>
                      <a:pt x="38117" y="3800"/>
                      <a:pt x="38117" y="8420"/>
                    </a:cubicBez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40"/>
              <p:cNvSpPr/>
              <p:nvPr/>
            </p:nvSpPr>
            <p:spPr>
              <a:xfrm>
                <a:off x="12305975" y="2281475"/>
                <a:ext cx="886800" cy="354900"/>
              </a:xfrm>
              <a:custGeom>
                <a:avLst/>
                <a:gdLst/>
                <a:ahLst/>
                <a:cxnLst/>
                <a:rect l="l" t="t" r="r" b="b"/>
                <a:pathLst>
                  <a:path w="35472" h="14196" extrusionOk="0">
                    <a:moveTo>
                      <a:pt x="28359" y="14195"/>
                    </a:moveTo>
                    <a:lnTo>
                      <a:pt x="7113" y="14195"/>
                    </a:lnTo>
                    <a:cubicBezTo>
                      <a:pt x="3192" y="14195"/>
                      <a:pt x="0" y="11004"/>
                      <a:pt x="0" y="7083"/>
                    </a:cubicBezTo>
                    <a:lnTo>
                      <a:pt x="0" y="7083"/>
                    </a:lnTo>
                    <a:cubicBezTo>
                      <a:pt x="0" y="3192"/>
                      <a:pt x="3192" y="1"/>
                      <a:pt x="7113" y="1"/>
                    </a:cubicBezTo>
                    <a:lnTo>
                      <a:pt x="28359" y="1"/>
                    </a:lnTo>
                    <a:cubicBezTo>
                      <a:pt x="32280" y="1"/>
                      <a:pt x="35472" y="3192"/>
                      <a:pt x="35472" y="7083"/>
                    </a:cubicBezTo>
                    <a:lnTo>
                      <a:pt x="35472" y="7083"/>
                    </a:lnTo>
                    <a:cubicBezTo>
                      <a:pt x="35472" y="11004"/>
                      <a:pt x="32280" y="14195"/>
                      <a:pt x="28359" y="14195"/>
                    </a:cubicBezTo>
                    <a:close/>
                  </a:path>
                </a:pathLst>
              </a:custGeom>
              <a:solidFill>
                <a:schemeClr val="dk2"/>
              </a:solidFill>
              <a:ln w="3050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40"/>
              <p:cNvSpPr/>
              <p:nvPr/>
            </p:nvSpPr>
            <p:spPr>
              <a:xfrm>
                <a:off x="12328775" y="2287550"/>
                <a:ext cx="864000" cy="348825"/>
              </a:xfrm>
              <a:custGeom>
                <a:avLst/>
                <a:gdLst/>
                <a:ahLst/>
                <a:cxnLst/>
                <a:rect l="l" t="t" r="r" b="b"/>
                <a:pathLst>
                  <a:path w="34560" h="13953" extrusionOk="0">
                    <a:moveTo>
                      <a:pt x="29332" y="1"/>
                    </a:moveTo>
                    <a:cubicBezTo>
                      <a:pt x="29909" y="1034"/>
                      <a:pt x="30213" y="2220"/>
                      <a:pt x="30213" y="3466"/>
                    </a:cubicBezTo>
                    <a:cubicBezTo>
                      <a:pt x="30213" y="5442"/>
                      <a:pt x="29423" y="7205"/>
                      <a:pt x="28116" y="8481"/>
                    </a:cubicBezTo>
                    <a:cubicBezTo>
                      <a:pt x="26839" y="9788"/>
                      <a:pt x="25076" y="10578"/>
                      <a:pt x="23101" y="10578"/>
                    </a:cubicBezTo>
                    <a:lnTo>
                      <a:pt x="1885" y="10578"/>
                    </a:lnTo>
                    <a:cubicBezTo>
                      <a:pt x="1216" y="10578"/>
                      <a:pt x="608" y="10457"/>
                      <a:pt x="0" y="10305"/>
                    </a:cubicBezTo>
                    <a:lnTo>
                      <a:pt x="0" y="10305"/>
                    </a:lnTo>
                    <a:cubicBezTo>
                      <a:pt x="1216" y="12463"/>
                      <a:pt x="3526" y="13952"/>
                      <a:pt x="6201" y="13952"/>
                    </a:cubicBezTo>
                    <a:lnTo>
                      <a:pt x="27447" y="13952"/>
                    </a:lnTo>
                    <a:cubicBezTo>
                      <a:pt x="29423" y="13952"/>
                      <a:pt x="31156" y="13162"/>
                      <a:pt x="32463" y="11855"/>
                    </a:cubicBezTo>
                    <a:cubicBezTo>
                      <a:pt x="33739" y="10578"/>
                      <a:pt x="34560" y="8816"/>
                      <a:pt x="34560" y="6840"/>
                    </a:cubicBezTo>
                    <a:cubicBezTo>
                      <a:pt x="34560" y="3588"/>
                      <a:pt x="32341" y="852"/>
                      <a:pt x="293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40"/>
              <p:cNvSpPr/>
              <p:nvPr/>
            </p:nvSpPr>
            <p:spPr>
              <a:xfrm>
                <a:off x="12002000" y="4007950"/>
                <a:ext cx="158745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3498" h="3375" extrusionOk="0">
                    <a:moveTo>
                      <a:pt x="244" y="0"/>
                    </a:moveTo>
                    <a:cubicBezTo>
                      <a:pt x="153" y="1155"/>
                      <a:pt x="92" y="2280"/>
                      <a:pt x="1" y="3374"/>
                    </a:cubicBezTo>
                    <a:lnTo>
                      <a:pt x="63498" y="3374"/>
                    </a:lnTo>
                    <a:cubicBezTo>
                      <a:pt x="63437" y="2250"/>
                      <a:pt x="63346" y="1095"/>
                      <a:pt x="632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40"/>
              <p:cNvSpPr/>
              <p:nvPr/>
            </p:nvSpPr>
            <p:spPr>
              <a:xfrm>
                <a:off x="11992125" y="4197925"/>
                <a:ext cx="161100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4440" h="3375" extrusionOk="0">
                    <a:moveTo>
                      <a:pt x="183" y="0"/>
                    </a:moveTo>
                    <a:cubicBezTo>
                      <a:pt x="92" y="1155"/>
                      <a:pt x="31" y="2280"/>
                      <a:pt x="1" y="3374"/>
                    </a:cubicBezTo>
                    <a:lnTo>
                      <a:pt x="64440" y="3374"/>
                    </a:lnTo>
                    <a:cubicBezTo>
                      <a:pt x="64348" y="2250"/>
                      <a:pt x="64288" y="1095"/>
                      <a:pt x="642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40"/>
              <p:cNvSpPr/>
              <p:nvPr/>
            </p:nvSpPr>
            <p:spPr>
              <a:xfrm>
                <a:off x="11983000" y="4387125"/>
                <a:ext cx="162925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170" h="3375" extrusionOk="0">
                    <a:moveTo>
                      <a:pt x="153" y="1"/>
                    </a:moveTo>
                    <a:cubicBezTo>
                      <a:pt x="92" y="1125"/>
                      <a:pt x="31" y="2280"/>
                      <a:pt x="1" y="3375"/>
                    </a:cubicBezTo>
                    <a:lnTo>
                      <a:pt x="65169" y="3375"/>
                    </a:lnTo>
                    <a:cubicBezTo>
                      <a:pt x="65109" y="2250"/>
                      <a:pt x="65048" y="1125"/>
                      <a:pt x="650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40"/>
              <p:cNvSpPr/>
              <p:nvPr/>
            </p:nvSpPr>
            <p:spPr>
              <a:xfrm>
                <a:off x="11976925" y="4577100"/>
                <a:ext cx="164140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656" h="3375" extrusionOk="0">
                    <a:moveTo>
                      <a:pt x="62" y="1"/>
                    </a:moveTo>
                    <a:cubicBezTo>
                      <a:pt x="31" y="1125"/>
                      <a:pt x="31" y="2280"/>
                      <a:pt x="1" y="3375"/>
                    </a:cubicBezTo>
                    <a:lnTo>
                      <a:pt x="65656" y="3375"/>
                    </a:lnTo>
                    <a:cubicBezTo>
                      <a:pt x="65656" y="2250"/>
                      <a:pt x="65595" y="1095"/>
                      <a:pt x="655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40"/>
              <p:cNvSpPr/>
              <p:nvPr/>
            </p:nvSpPr>
            <p:spPr>
              <a:xfrm>
                <a:off x="11973900" y="4766325"/>
                <a:ext cx="164670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868" h="3375" extrusionOk="0">
                    <a:moveTo>
                      <a:pt x="31" y="0"/>
                    </a:moveTo>
                    <a:cubicBezTo>
                      <a:pt x="31" y="1155"/>
                      <a:pt x="0" y="2280"/>
                      <a:pt x="0" y="3374"/>
                    </a:cubicBezTo>
                    <a:lnTo>
                      <a:pt x="65868" y="3374"/>
                    </a:lnTo>
                    <a:cubicBezTo>
                      <a:pt x="65868" y="2280"/>
                      <a:pt x="65868" y="1125"/>
                      <a:pt x="65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40"/>
              <p:cNvSpPr/>
              <p:nvPr/>
            </p:nvSpPr>
            <p:spPr>
              <a:xfrm>
                <a:off x="11973125" y="4956300"/>
                <a:ext cx="1647475" cy="84350"/>
              </a:xfrm>
              <a:custGeom>
                <a:avLst/>
                <a:gdLst/>
                <a:ahLst/>
                <a:cxnLst/>
                <a:rect l="l" t="t" r="r" b="b"/>
                <a:pathLst>
                  <a:path w="65899" h="3374" extrusionOk="0">
                    <a:moveTo>
                      <a:pt x="1" y="0"/>
                    </a:moveTo>
                    <a:lnTo>
                      <a:pt x="1" y="3374"/>
                    </a:lnTo>
                    <a:lnTo>
                      <a:pt x="65868" y="3374"/>
                    </a:lnTo>
                    <a:cubicBezTo>
                      <a:pt x="65899" y="2219"/>
                      <a:pt x="65899" y="1094"/>
                      <a:pt x="658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40"/>
              <p:cNvSpPr/>
              <p:nvPr/>
            </p:nvSpPr>
            <p:spPr>
              <a:xfrm>
                <a:off x="11973900" y="5146250"/>
                <a:ext cx="1644425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777" h="3375" extrusionOk="0">
                    <a:moveTo>
                      <a:pt x="0" y="1"/>
                    </a:moveTo>
                    <a:cubicBezTo>
                      <a:pt x="0" y="1217"/>
                      <a:pt x="31" y="2311"/>
                      <a:pt x="31" y="3375"/>
                    </a:cubicBezTo>
                    <a:lnTo>
                      <a:pt x="65655" y="3375"/>
                    </a:lnTo>
                    <a:cubicBezTo>
                      <a:pt x="65685" y="2220"/>
                      <a:pt x="65716" y="1095"/>
                      <a:pt x="657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40"/>
              <p:cNvSpPr/>
              <p:nvPr/>
            </p:nvSpPr>
            <p:spPr>
              <a:xfrm>
                <a:off x="10881925" y="1238900"/>
                <a:ext cx="3526700" cy="2480325"/>
              </a:xfrm>
              <a:custGeom>
                <a:avLst/>
                <a:gdLst/>
                <a:ahLst/>
                <a:cxnLst/>
                <a:rect l="l" t="t" r="r" b="b"/>
                <a:pathLst>
                  <a:path w="141068" h="99213" extrusionOk="0">
                    <a:moveTo>
                      <a:pt x="132344" y="99212"/>
                    </a:moveTo>
                    <a:lnTo>
                      <a:pt x="8724" y="99212"/>
                    </a:lnTo>
                    <a:cubicBezTo>
                      <a:pt x="3922" y="99212"/>
                      <a:pt x="1" y="95291"/>
                      <a:pt x="1" y="90519"/>
                    </a:cubicBezTo>
                    <a:lnTo>
                      <a:pt x="1" y="8724"/>
                    </a:lnTo>
                    <a:cubicBezTo>
                      <a:pt x="1" y="3922"/>
                      <a:pt x="3922" y="1"/>
                      <a:pt x="8724" y="1"/>
                    </a:cubicBezTo>
                    <a:lnTo>
                      <a:pt x="132344" y="1"/>
                    </a:lnTo>
                    <a:cubicBezTo>
                      <a:pt x="137146" y="1"/>
                      <a:pt x="141067" y="3922"/>
                      <a:pt x="141067" y="8724"/>
                    </a:cubicBezTo>
                    <a:lnTo>
                      <a:pt x="141067" y="90519"/>
                    </a:lnTo>
                    <a:cubicBezTo>
                      <a:pt x="141067" y="95352"/>
                      <a:pt x="137176" y="99212"/>
                      <a:pt x="132344" y="99212"/>
                    </a:cubicBezTo>
                    <a:close/>
                  </a:path>
                </a:pathLst>
              </a:custGeom>
              <a:gradFill>
                <a:gsLst>
                  <a:gs pos="0">
                    <a:srgbClr val="84BDE7">
                      <a:alpha val="63921"/>
                    </a:srgbClr>
                  </a:gs>
                  <a:gs pos="100000">
                    <a:srgbClr val="84BDE7">
                      <a:alpha val="1019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40"/>
              <p:cNvSpPr/>
              <p:nvPr/>
            </p:nvSpPr>
            <p:spPr>
              <a:xfrm>
                <a:off x="10881925" y="1238900"/>
                <a:ext cx="3526700" cy="2480325"/>
              </a:xfrm>
              <a:custGeom>
                <a:avLst/>
                <a:gdLst/>
                <a:ahLst/>
                <a:cxnLst/>
                <a:rect l="l" t="t" r="r" b="b"/>
                <a:pathLst>
                  <a:path w="141068" h="99213" fill="none" extrusionOk="0">
                    <a:moveTo>
                      <a:pt x="132344" y="99212"/>
                    </a:moveTo>
                    <a:lnTo>
                      <a:pt x="8724" y="99212"/>
                    </a:lnTo>
                    <a:cubicBezTo>
                      <a:pt x="3922" y="99212"/>
                      <a:pt x="1" y="95291"/>
                      <a:pt x="1" y="90519"/>
                    </a:cubicBezTo>
                    <a:lnTo>
                      <a:pt x="1" y="8724"/>
                    </a:lnTo>
                    <a:cubicBezTo>
                      <a:pt x="1" y="3922"/>
                      <a:pt x="3922" y="1"/>
                      <a:pt x="8724" y="1"/>
                    </a:cubicBezTo>
                    <a:lnTo>
                      <a:pt x="132344" y="1"/>
                    </a:lnTo>
                    <a:cubicBezTo>
                      <a:pt x="137146" y="1"/>
                      <a:pt x="141067" y="3922"/>
                      <a:pt x="141067" y="8724"/>
                    </a:cubicBezTo>
                    <a:lnTo>
                      <a:pt x="141067" y="90519"/>
                    </a:lnTo>
                    <a:cubicBezTo>
                      <a:pt x="141067" y="95352"/>
                      <a:pt x="137176" y="99212"/>
                      <a:pt x="132344" y="99212"/>
                    </a:cubicBezTo>
                    <a:close/>
                  </a:path>
                </a:pathLst>
              </a:custGeom>
              <a:noFill/>
              <a:ln w="2202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40"/>
              <p:cNvSpPr/>
              <p:nvPr/>
            </p:nvSpPr>
            <p:spPr>
              <a:xfrm>
                <a:off x="10381150" y="1526150"/>
                <a:ext cx="632275" cy="1265250"/>
              </a:xfrm>
              <a:custGeom>
                <a:avLst/>
                <a:gdLst/>
                <a:ahLst/>
                <a:cxnLst/>
                <a:rect l="l" t="t" r="r" b="b"/>
                <a:pathLst>
                  <a:path w="25291" h="50610" fill="none" extrusionOk="0">
                    <a:moveTo>
                      <a:pt x="25290" y="50609"/>
                    </a:moveTo>
                    <a:cubicBezTo>
                      <a:pt x="11308" y="50609"/>
                      <a:pt x="1" y="39272"/>
                      <a:pt x="1" y="25290"/>
                    </a:cubicBezTo>
                    <a:cubicBezTo>
                      <a:pt x="1" y="11308"/>
                      <a:pt x="11308" y="0"/>
                      <a:pt x="25290" y="0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40"/>
              <p:cNvSpPr/>
              <p:nvPr/>
            </p:nvSpPr>
            <p:spPr>
              <a:xfrm>
                <a:off x="11013400" y="1637850"/>
                <a:ext cx="520550" cy="1041075"/>
              </a:xfrm>
              <a:custGeom>
                <a:avLst/>
                <a:gdLst/>
                <a:ahLst/>
                <a:cxnLst/>
                <a:rect l="l" t="t" r="r" b="b"/>
                <a:pathLst>
                  <a:path w="20822" h="41643" fill="none" extrusionOk="0">
                    <a:moveTo>
                      <a:pt x="0" y="1"/>
                    </a:moveTo>
                    <a:cubicBezTo>
                      <a:pt x="11520" y="1"/>
                      <a:pt x="20821" y="9362"/>
                      <a:pt x="20821" y="20822"/>
                    </a:cubicBezTo>
                    <a:cubicBezTo>
                      <a:pt x="20821" y="32341"/>
                      <a:pt x="11490" y="41643"/>
                      <a:pt x="0" y="41643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40"/>
              <p:cNvSpPr/>
              <p:nvPr/>
            </p:nvSpPr>
            <p:spPr>
              <a:xfrm>
                <a:off x="10603800" y="1749550"/>
                <a:ext cx="409625" cy="818425"/>
              </a:xfrm>
              <a:custGeom>
                <a:avLst/>
                <a:gdLst/>
                <a:ahLst/>
                <a:cxnLst/>
                <a:rect l="l" t="t" r="r" b="b"/>
                <a:pathLst>
                  <a:path w="16385" h="32737" fill="none" extrusionOk="0">
                    <a:moveTo>
                      <a:pt x="16384" y="32737"/>
                    </a:moveTo>
                    <a:cubicBezTo>
                      <a:pt x="7357" y="32737"/>
                      <a:pt x="1" y="25411"/>
                      <a:pt x="1" y="16354"/>
                    </a:cubicBezTo>
                    <a:cubicBezTo>
                      <a:pt x="1" y="7326"/>
                      <a:pt x="7357" y="1"/>
                      <a:pt x="16384" y="1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40"/>
              <p:cNvSpPr/>
              <p:nvPr/>
            </p:nvSpPr>
            <p:spPr>
              <a:xfrm>
                <a:off x="11013400" y="1861250"/>
                <a:ext cx="297125" cy="595025"/>
              </a:xfrm>
              <a:custGeom>
                <a:avLst/>
                <a:gdLst/>
                <a:ahLst/>
                <a:cxnLst/>
                <a:rect l="l" t="t" r="r" b="b"/>
                <a:pathLst>
                  <a:path w="11885" h="23801" fill="none" extrusionOk="0">
                    <a:moveTo>
                      <a:pt x="0" y="1"/>
                    </a:moveTo>
                    <a:cubicBezTo>
                      <a:pt x="6566" y="1"/>
                      <a:pt x="11885" y="5320"/>
                      <a:pt x="11885" y="11886"/>
                    </a:cubicBezTo>
                    <a:cubicBezTo>
                      <a:pt x="11885" y="18481"/>
                      <a:pt x="6566" y="23801"/>
                      <a:pt x="0" y="23801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40"/>
              <p:cNvSpPr/>
              <p:nvPr/>
            </p:nvSpPr>
            <p:spPr>
              <a:xfrm>
                <a:off x="10808975" y="1953975"/>
                <a:ext cx="409600" cy="410350"/>
              </a:xfrm>
              <a:custGeom>
                <a:avLst/>
                <a:gdLst/>
                <a:ahLst/>
                <a:cxnLst/>
                <a:rect l="l" t="t" r="r" b="b"/>
                <a:pathLst>
                  <a:path w="16384" h="16414" fill="none" extrusionOk="0">
                    <a:moveTo>
                      <a:pt x="9910" y="973"/>
                    </a:moveTo>
                    <a:cubicBezTo>
                      <a:pt x="13891" y="1915"/>
                      <a:pt x="16384" y="5927"/>
                      <a:pt x="15442" y="9909"/>
                    </a:cubicBezTo>
                    <a:cubicBezTo>
                      <a:pt x="14499" y="13921"/>
                      <a:pt x="10487" y="16414"/>
                      <a:pt x="6475" y="15441"/>
                    </a:cubicBezTo>
                    <a:cubicBezTo>
                      <a:pt x="2463" y="14499"/>
                      <a:pt x="1" y="10487"/>
                      <a:pt x="943" y="6505"/>
                    </a:cubicBezTo>
                    <a:cubicBezTo>
                      <a:pt x="1885" y="2493"/>
                      <a:pt x="5897" y="0"/>
                      <a:pt x="9910" y="973"/>
                    </a:cubicBezTo>
                    <a:close/>
                  </a:path>
                </a:pathLst>
              </a:custGeom>
              <a:noFill/>
              <a:ln w="2812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40"/>
              <p:cNvSpPr/>
              <p:nvPr/>
            </p:nvSpPr>
            <p:spPr>
              <a:xfrm>
                <a:off x="10907000" y="2062325"/>
                <a:ext cx="213550" cy="193650"/>
              </a:xfrm>
              <a:custGeom>
                <a:avLst/>
                <a:gdLst/>
                <a:ahLst/>
                <a:cxnLst/>
                <a:rect l="l" t="t" r="r" b="b"/>
                <a:pathLst>
                  <a:path w="8542" h="7746" extrusionOk="0">
                    <a:moveTo>
                      <a:pt x="4272" y="1"/>
                    </a:moveTo>
                    <a:cubicBezTo>
                      <a:pt x="2510" y="1"/>
                      <a:pt x="930" y="1195"/>
                      <a:pt x="487" y="2991"/>
                    </a:cubicBezTo>
                    <a:cubicBezTo>
                      <a:pt x="1" y="5058"/>
                      <a:pt x="1308" y="7156"/>
                      <a:pt x="3375" y="7642"/>
                    </a:cubicBezTo>
                    <a:cubicBezTo>
                      <a:pt x="3675" y="7712"/>
                      <a:pt x="3976" y="7745"/>
                      <a:pt x="4271" y="7745"/>
                    </a:cubicBezTo>
                    <a:cubicBezTo>
                      <a:pt x="6033" y="7745"/>
                      <a:pt x="7613" y="6551"/>
                      <a:pt x="8056" y="4754"/>
                    </a:cubicBezTo>
                    <a:cubicBezTo>
                      <a:pt x="8542" y="2688"/>
                      <a:pt x="7235" y="590"/>
                      <a:pt x="5168" y="104"/>
                    </a:cubicBezTo>
                    <a:cubicBezTo>
                      <a:pt x="4867" y="34"/>
                      <a:pt x="4567" y="1"/>
                      <a:pt x="42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40"/>
              <p:cNvSpPr/>
              <p:nvPr/>
            </p:nvSpPr>
            <p:spPr>
              <a:xfrm>
                <a:off x="10524775" y="1662175"/>
                <a:ext cx="991700" cy="991675"/>
              </a:xfrm>
              <a:custGeom>
                <a:avLst/>
                <a:gdLst/>
                <a:ahLst/>
                <a:cxnLst/>
                <a:rect l="l" t="t" r="r" b="b"/>
                <a:pathLst>
                  <a:path w="39668" h="39667" extrusionOk="0">
                    <a:moveTo>
                      <a:pt x="39667" y="19818"/>
                    </a:moveTo>
                    <a:cubicBezTo>
                      <a:pt x="39667" y="30761"/>
                      <a:pt x="30791" y="39666"/>
                      <a:pt x="19849" y="39666"/>
                    </a:cubicBezTo>
                    <a:cubicBezTo>
                      <a:pt x="8907" y="39666"/>
                      <a:pt x="1" y="30761"/>
                      <a:pt x="1" y="19818"/>
                    </a:cubicBezTo>
                    <a:cubicBezTo>
                      <a:pt x="1" y="8876"/>
                      <a:pt x="8907" y="0"/>
                      <a:pt x="19849" y="0"/>
                    </a:cubicBezTo>
                    <a:cubicBezTo>
                      <a:pt x="30791" y="0"/>
                      <a:pt x="39667" y="8876"/>
                      <a:pt x="39667" y="19818"/>
                    </a:cubicBez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40"/>
              <p:cNvSpPr/>
              <p:nvPr/>
            </p:nvSpPr>
            <p:spPr>
              <a:xfrm>
                <a:off x="10729950" y="1867350"/>
                <a:ext cx="581350" cy="581325"/>
              </a:xfrm>
              <a:custGeom>
                <a:avLst/>
                <a:gdLst/>
                <a:ahLst/>
                <a:cxnLst/>
                <a:rect l="l" t="t" r="r" b="b"/>
                <a:pathLst>
                  <a:path w="23254" h="23253" extrusionOk="0">
                    <a:moveTo>
                      <a:pt x="23253" y="11611"/>
                    </a:moveTo>
                    <a:cubicBezTo>
                      <a:pt x="23253" y="18025"/>
                      <a:pt x="18056" y="23253"/>
                      <a:pt x="11642" y="23253"/>
                    </a:cubicBezTo>
                    <a:cubicBezTo>
                      <a:pt x="5229" y="23253"/>
                      <a:pt x="0" y="18025"/>
                      <a:pt x="0" y="11611"/>
                    </a:cubicBezTo>
                    <a:cubicBezTo>
                      <a:pt x="0" y="5198"/>
                      <a:pt x="5229" y="0"/>
                      <a:pt x="11642" y="0"/>
                    </a:cubicBezTo>
                    <a:cubicBezTo>
                      <a:pt x="18056" y="0"/>
                      <a:pt x="23253" y="5198"/>
                      <a:pt x="23253" y="11611"/>
                    </a:cubicBez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40"/>
              <p:cNvSpPr/>
              <p:nvPr/>
            </p:nvSpPr>
            <p:spPr>
              <a:xfrm>
                <a:off x="13163875" y="1450150"/>
                <a:ext cx="1215100" cy="829075"/>
              </a:xfrm>
              <a:custGeom>
                <a:avLst/>
                <a:gdLst/>
                <a:ahLst/>
                <a:cxnLst/>
                <a:rect l="l" t="t" r="r" b="b"/>
                <a:pathLst>
                  <a:path w="48604" h="33163" extrusionOk="0">
                    <a:moveTo>
                      <a:pt x="3679" y="1"/>
                    </a:moveTo>
                    <a:cubicBezTo>
                      <a:pt x="1673" y="1"/>
                      <a:pt x="1" y="1642"/>
                      <a:pt x="1" y="3679"/>
                    </a:cubicBezTo>
                    <a:lnTo>
                      <a:pt x="1" y="29485"/>
                    </a:lnTo>
                    <a:cubicBezTo>
                      <a:pt x="1" y="31491"/>
                      <a:pt x="1642" y="33162"/>
                      <a:pt x="3679" y="33162"/>
                    </a:cubicBezTo>
                    <a:lnTo>
                      <a:pt x="44926" y="33162"/>
                    </a:lnTo>
                    <a:cubicBezTo>
                      <a:pt x="46932" y="33162"/>
                      <a:pt x="48604" y="31521"/>
                      <a:pt x="48604" y="29485"/>
                    </a:cubicBezTo>
                    <a:lnTo>
                      <a:pt x="48604" y="3679"/>
                    </a:lnTo>
                    <a:cubicBezTo>
                      <a:pt x="48604" y="1673"/>
                      <a:pt x="46962" y="1"/>
                      <a:pt x="44926" y="1"/>
                    </a:cubicBezTo>
                    <a:close/>
                  </a:path>
                </a:pathLst>
              </a:custGeom>
              <a:solidFill>
                <a:srgbClr val="92F7FF">
                  <a:alpha val="40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40"/>
              <p:cNvSpPr/>
              <p:nvPr/>
            </p:nvSpPr>
            <p:spPr>
              <a:xfrm>
                <a:off x="13163875" y="1450150"/>
                <a:ext cx="1215100" cy="829075"/>
              </a:xfrm>
              <a:custGeom>
                <a:avLst/>
                <a:gdLst/>
                <a:ahLst/>
                <a:cxnLst/>
                <a:rect l="l" t="t" r="r" b="b"/>
                <a:pathLst>
                  <a:path w="48604" h="33163" fill="none" extrusionOk="0">
                    <a:moveTo>
                      <a:pt x="44926" y="33162"/>
                    </a:moveTo>
                    <a:lnTo>
                      <a:pt x="3679" y="33162"/>
                    </a:lnTo>
                    <a:cubicBezTo>
                      <a:pt x="1642" y="33162"/>
                      <a:pt x="1" y="31491"/>
                      <a:pt x="1" y="29485"/>
                    </a:cubicBezTo>
                    <a:lnTo>
                      <a:pt x="1" y="3679"/>
                    </a:lnTo>
                    <a:cubicBezTo>
                      <a:pt x="1" y="1642"/>
                      <a:pt x="1673" y="1"/>
                      <a:pt x="3679" y="1"/>
                    </a:cubicBezTo>
                    <a:lnTo>
                      <a:pt x="44926" y="1"/>
                    </a:lnTo>
                    <a:cubicBezTo>
                      <a:pt x="46962" y="1"/>
                      <a:pt x="48604" y="1673"/>
                      <a:pt x="48604" y="3679"/>
                    </a:cubicBezTo>
                    <a:lnTo>
                      <a:pt x="48604" y="29485"/>
                    </a:lnTo>
                    <a:cubicBezTo>
                      <a:pt x="48604" y="31521"/>
                      <a:pt x="46932" y="33162"/>
                      <a:pt x="44926" y="33162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C9D9FA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40"/>
              <p:cNvSpPr/>
              <p:nvPr/>
            </p:nvSpPr>
            <p:spPr>
              <a:xfrm>
                <a:off x="14128950" y="1584650"/>
                <a:ext cx="95000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1" extrusionOk="0">
                    <a:moveTo>
                      <a:pt x="1915" y="1"/>
                    </a:moveTo>
                    <a:cubicBezTo>
                      <a:pt x="852" y="1"/>
                      <a:pt x="0" y="882"/>
                      <a:pt x="0" y="1916"/>
                    </a:cubicBezTo>
                    <a:cubicBezTo>
                      <a:pt x="0" y="2980"/>
                      <a:pt x="852" y="3800"/>
                      <a:pt x="1915" y="3800"/>
                    </a:cubicBezTo>
                    <a:cubicBezTo>
                      <a:pt x="2979" y="3800"/>
                      <a:pt x="3800" y="2949"/>
                      <a:pt x="3800" y="1916"/>
                    </a:cubicBezTo>
                    <a:cubicBezTo>
                      <a:pt x="3800" y="882"/>
                      <a:pt x="2979" y="1"/>
                      <a:pt x="1915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40"/>
              <p:cNvSpPr/>
              <p:nvPr/>
            </p:nvSpPr>
            <p:spPr>
              <a:xfrm>
                <a:off x="13377425" y="20580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0"/>
                    </a:moveTo>
                    <a:cubicBezTo>
                      <a:pt x="517" y="0"/>
                      <a:pt x="0" y="456"/>
                      <a:pt x="0" y="1064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72"/>
                      <a:pt x="2128" y="1064"/>
                    </a:cubicBezTo>
                    <a:cubicBezTo>
                      <a:pt x="2128" y="487"/>
                      <a:pt x="1641" y="0"/>
                      <a:pt x="1064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40"/>
              <p:cNvSpPr/>
              <p:nvPr/>
            </p:nvSpPr>
            <p:spPr>
              <a:xfrm>
                <a:off x="14119825" y="2095300"/>
                <a:ext cx="4182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643" extrusionOk="0">
                    <a:moveTo>
                      <a:pt x="821" y="1"/>
                    </a:moveTo>
                    <a:cubicBezTo>
                      <a:pt x="365" y="1"/>
                      <a:pt x="1" y="365"/>
                      <a:pt x="1" y="821"/>
                    </a:cubicBezTo>
                    <a:cubicBezTo>
                      <a:pt x="1" y="1277"/>
                      <a:pt x="365" y="1642"/>
                      <a:pt x="821" y="1642"/>
                    </a:cubicBezTo>
                    <a:cubicBezTo>
                      <a:pt x="1277" y="1642"/>
                      <a:pt x="1672" y="1277"/>
                      <a:pt x="1672" y="821"/>
                    </a:cubicBezTo>
                    <a:cubicBezTo>
                      <a:pt x="1672" y="365"/>
                      <a:pt x="1277" y="1"/>
                      <a:pt x="821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40"/>
              <p:cNvSpPr/>
              <p:nvPr/>
            </p:nvSpPr>
            <p:spPr>
              <a:xfrm>
                <a:off x="13502800" y="1639375"/>
                <a:ext cx="95000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0" extrusionOk="0">
                    <a:moveTo>
                      <a:pt x="1915" y="0"/>
                    </a:moveTo>
                    <a:cubicBezTo>
                      <a:pt x="851" y="0"/>
                      <a:pt x="0" y="821"/>
                      <a:pt x="0" y="1885"/>
                    </a:cubicBezTo>
                    <a:cubicBezTo>
                      <a:pt x="0" y="2949"/>
                      <a:pt x="851" y="3800"/>
                      <a:pt x="1915" y="3800"/>
                    </a:cubicBezTo>
                    <a:cubicBezTo>
                      <a:pt x="2949" y="3800"/>
                      <a:pt x="3800" y="2949"/>
                      <a:pt x="3800" y="1885"/>
                    </a:cubicBezTo>
                    <a:cubicBezTo>
                      <a:pt x="3800" y="821"/>
                      <a:pt x="2949" y="0"/>
                      <a:pt x="1915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40"/>
              <p:cNvSpPr/>
              <p:nvPr/>
            </p:nvSpPr>
            <p:spPr>
              <a:xfrm>
                <a:off x="14080325" y="1283750"/>
                <a:ext cx="496975" cy="340450"/>
              </a:xfrm>
              <a:custGeom>
                <a:avLst/>
                <a:gdLst/>
                <a:ahLst/>
                <a:cxnLst/>
                <a:rect l="l" t="t" r="r" b="b"/>
                <a:pathLst>
                  <a:path w="19879" h="13618" extrusionOk="0">
                    <a:moveTo>
                      <a:pt x="1520" y="0"/>
                    </a:moveTo>
                    <a:cubicBezTo>
                      <a:pt x="699" y="0"/>
                      <a:pt x="0" y="699"/>
                      <a:pt x="0" y="1520"/>
                    </a:cubicBezTo>
                    <a:lnTo>
                      <a:pt x="0" y="12098"/>
                    </a:lnTo>
                    <a:cubicBezTo>
                      <a:pt x="0" y="12918"/>
                      <a:pt x="699" y="13617"/>
                      <a:pt x="1520" y="13617"/>
                    </a:cubicBezTo>
                    <a:lnTo>
                      <a:pt x="18359" y="13617"/>
                    </a:lnTo>
                    <a:cubicBezTo>
                      <a:pt x="19210" y="13617"/>
                      <a:pt x="19879" y="12918"/>
                      <a:pt x="19879" y="12098"/>
                    </a:cubicBezTo>
                    <a:lnTo>
                      <a:pt x="19879" y="1520"/>
                    </a:lnTo>
                    <a:cubicBezTo>
                      <a:pt x="19879" y="699"/>
                      <a:pt x="19210" y="0"/>
                      <a:pt x="18359" y="0"/>
                    </a:cubicBezTo>
                    <a:close/>
                  </a:path>
                </a:pathLst>
              </a:custGeom>
              <a:solidFill>
                <a:srgbClr val="92F7FF">
                  <a:alpha val="40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40"/>
              <p:cNvSpPr/>
              <p:nvPr/>
            </p:nvSpPr>
            <p:spPr>
              <a:xfrm>
                <a:off x="14080325" y="1283750"/>
                <a:ext cx="496975" cy="340450"/>
              </a:xfrm>
              <a:custGeom>
                <a:avLst/>
                <a:gdLst/>
                <a:ahLst/>
                <a:cxnLst/>
                <a:rect l="l" t="t" r="r" b="b"/>
                <a:pathLst>
                  <a:path w="19879" h="13618" fill="none" extrusionOk="0">
                    <a:moveTo>
                      <a:pt x="18359" y="13617"/>
                    </a:moveTo>
                    <a:lnTo>
                      <a:pt x="1520" y="13617"/>
                    </a:lnTo>
                    <a:cubicBezTo>
                      <a:pt x="699" y="13617"/>
                      <a:pt x="0" y="12918"/>
                      <a:pt x="0" y="12098"/>
                    </a:cubicBezTo>
                    <a:lnTo>
                      <a:pt x="0" y="1520"/>
                    </a:lnTo>
                    <a:cubicBezTo>
                      <a:pt x="0" y="699"/>
                      <a:pt x="699" y="0"/>
                      <a:pt x="1520" y="0"/>
                    </a:cubicBezTo>
                    <a:lnTo>
                      <a:pt x="18359" y="0"/>
                    </a:lnTo>
                    <a:cubicBezTo>
                      <a:pt x="19210" y="0"/>
                      <a:pt x="19879" y="699"/>
                      <a:pt x="19879" y="1520"/>
                    </a:cubicBezTo>
                    <a:lnTo>
                      <a:pt x="19879" y="12098"/>
                    </a:lnTo>
                    <a:cubicBezTo>
                      <a:pt x="19879" y="12918"/>
                      <a:pt x="19210" y="13617"/>
                      <a:pt x="18359" y="13617"/>
                    </a:cubicBezTo>
                    <a:close/>
                  </a:path>
                </a:pathLst>
              </a:custGeom>
              <a:solidFill>
                <a:srgbClr val="92F7FF">
                  <a:alpha val="40650"/>
                </a:srgbClr>
              </a:solidFill>
              <a:ln w="3800" cap="flat" cmpd="sng">
                <a:solidFill>
                  <a:srgbClr val="C9D9FA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40"/>
              <p:cNvSpPr/>
              <p:nvPr/>
            </p:nvSpPr>
            <p:spPr>
              <a:xfrm>
                <a:off x="14475450" y="1339975"/>
                <a:ext cx="38025" cy="3802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40"/>
              <p:cNvSpPr/>
              <p:nvPr/>
            </p:nvSpPr>
            <p:spPr>
              <a:xfrm>
                <a:off x="14166950" y="1533000"/>
                <a:ext cx="22825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913" h="912" extrusionOk="0">
                    <a:moveTo>
                      <a:pt x="456" y="0"/>
                    </a:moveTo>
                    <a:cubicBezTo>
                      <a:pt x="183" y="0"/>
                      <a:pt x="0" y="213"/>
                      <a:pt x="0" y="456"/>
                    </a:cubicBezTo>
                    <a:cubicBezTo>
                      <a:pt x="0" y="699"/>
                      <a:pt x="243" y="912"/>
                      <a:pt x="456" y="912"/>
                    </a:cubicBezTo>
                    <a:cubicBezTo>
                      <a:pt x="730" y="912"/>
                      <a:pt x="912" y="669"/>
                      <a:pt x="912" y="456"/>
                    </a:cubicBezTo>
                    <a:cubicBezTo>
                      <a:pt x="912" y="182"/>
                      <a:pt x="699" y="0"/>
                      <a:pt x="456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40"/>
              <p:cNvSpPr/>
              <p:nvPr/>
            </p:nvSpPr>
            <p:spPr>
              <a:xfrm>
                <a:off x="14470900" y="1548175"/>
                <a:ext cx="175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670" extrusionOk="0">
                    <a:moveTo>
                      <a:pt x="335" y="1"/>
                    </a:moveTo>
                    <a:cubicBezTo>
                      <a:pt x="153" y="1"/>
                      <a:pt x="1" y="153"/>
                      <a:pt x="1" y="335"/>
                    </a:cubicBezTo>
                    <a:cubicBezTo>
                      <a:pt x="1" y="518"/>
                      <a:pt x="153" y="670"/>
                      <a:pt x="335" y="670"/>
                    </a:cubicBezTo>
                    <a:cubicBezTo>
                      <a:pt x="548" y="670"/>
                      <a:pt x="700" y="518"/>
                      <a:pt x="700" y="335"/>
                    </a:cubicBezTo>
                    <a:cubicBezTo>
                      <a:pt x="700" y="153"/>
                      <a:pt x="548" y="31"/>
                      <a:pt x="335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40"/>
              <p:cNvSpPr/>
              <p:nvPr/>
            </p:nvSpPr>
            <p:spPr>
              <a:xfrm>
                <a:off x="14219375" y="1362025"/>
                <a:ext cx="38025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0" extrusionOk="0">
                    <a:moveTo>
                      <a:pt x="760" y="0"/>
                    </a:moveTo>
                    <a:cubicBezTo>
                      <a:pt x="335" y="0"/>
                      <a:pt x="1" y="334"/>
                      <a:pt x="1" y="760"/>
                    </a:cubicBezTo>
                    <a:cubicBezTo>
                      <a:pt x="1" y="1155"/>
                      <a:pt x="335" y="1520"/>
                      <a:pt x="760" y="1520"/>
                    </a:cubicBezTo>
                    <a:cubicBezTo>
                      <a:pt x="1186" y="1520"/>
                      <a:pt x="1520" y="1155"/>
                      <a:pt x="1520" y="760"/>
                    </a:cubicBezTo>
                    <a:cubicBezTo>
                      <a:pt x="1520" y="334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40"/>
              <p:cNvSpPr/>
              <p:nvPr/>
            </p:nvSpPr>
            <p:spPr>
              <a:xfrm>
                <a:off x="12908550" y="2032225"/>
                <a:ext cx="497000" cy="340475"/>
              </a:xfrm>
              <a:custGeom>
                <a:avLst/>
                <a:gdLst/>
                <a:ahLst/>
                <a:cxnLst/>
                <a:rect l="l" t="t" r="r" b="b"/>
                <a:pathLst>
                  <a:path w="19880" h="13619" extrusionOk="0">
                    <a:moveTo>
                      <a:pt x="1521" y="1"/>
                    </a:moveTo>
                    <a:cubicBezTo>
                      <a:pt x="670" y="1"/>
                      <a:pt x="1" y="700"/>
                      <a:pt x="1" y="1521"/>
                    </a:cubicBezTo>
                    <a:lnTo>
                      <a:pt x="1" y="12098"/>
                    </a:lnTo>
                    <a:cubicBezTo>
                      <a:pt x="1" y="12919"/>
                      <a:pt x="670" y="13618"/>
                      <a:pt x="1521" y="13618"/>
                    </a:cubicBezTo>
                    <a:lnTo>
                      <a:pt x="18360" y="13618"/>
                    </a:lnTo>
                    <a:cubicBezTo>
                      <a:pt x="19181" y="13618"/>
                      <a:pt x="19819" y="12919"/>
                      <a:pt x="19880" y="12098"/>
                    </a:cubicBezTo>
                    <a:lnTo>
                      <a:pt x="19880" y="1521"/>
                    </a:lnTo>
                    <a:cubicBezTo>
                      <a:pt x="19880" y="700"/>
                      <a:pt x="19181" y="1"/>
                      <a:pt x="18360" y="1"/>
                    </a:cubicBezTo>
                    <a:close/>
                  </a:path>
                </a:pathLst>
              </a:custGeom>
              <a:solidFill>
                <a:srgbClr val="92F7FF">
                  <a:alpha val="40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40"/>
              <p:cNvSpPr/>
              <p:nvPr/>
            </p:nvSpPr>
            <p:spPr>
              <a:xfrm>
                <a:off x="12908550" y="2032225"/>
                <a:ext cx="497000" cy="340475"/>
              </a:xfrm>
              <a:custGeom>
                <a:avLst/>
                <a:gdLst/>
                <a:ahLst/>
                <a:cxnLst/>
                <a:rect l="l" t="t" r="r" b="b"/>
                <a:pathLst>
                  <a:path w="19880" h="13619" fill="none" extrusionOk="0">
                    <a:moveTo>
                      <a:pt x="18360" y="13618"/>
                    </a:moveTo>
                    <a:lnTo>
                      <a:pt x="1521" y="13618"/>
                    </a:lnTo>
                    <a:cubicBezTo>
                      <a:pt x="670" y="13618"/>
                      <a:pt x="1" y="12919"/>
                      <a:pt x="1" y="12098"/>
                    </a:cubicBezTo>
                    <a:lnTo>
                      <a:pt x="1" y="1521"/>
                    </a:lnTo>
                    <a:cubicBezTo>
                      <a:pt x="1" y="700"/>
                      <a:pt x="670" y="1"/>
                      <a:pt x="1521" y="1"/>
                    </a:cubicBezTo>
                    <a:lnTo>
                      <a:pt x="18360" y="1"/>
                    </a:lnTo>
                    <a:cubicBezTo>
                      <a:pt x="19181" y="1"/>
                      <a:pt x="19880" y="700"/>
                      <a:pt x="19880" y="1521"/>
                    </a:cubicBezTo>
                    <a:lnTo>
                      <a:pt x="19880" y="12098"/>
                    </a:lnTo>
                    <a:cubicBezTo>
                      <a:pt x="19819" y="12919"/>
                      <a:pt x="19181" y="13618"/>
                      <a:pt x="18360" y="13618"/>
                    </a:cubicBezTo>
                    <a:close/>
                  </a:path>
                </a:pathLst>
              </a:custGeom>
              <a:noFill/>
              <a:ln w="3800" cap="flat" cmpd="sng">
                <a:solidFill>
                  <a:srgbClr val="C9D9FA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40"/>
              <p:cNvSpPr/>
              <p:nvPr/>
            </p:nvSpPr>
            <p:spPr>
              <a:xfrm>
                <a:off x="13303700" y="2089225"/>
                <a:ext cx="38025" cy="3802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40"/>
              <p:cNvSpPr/>
              <p:nvPr/>
            </p:nvSpPr>
            <p:spPr>
              <a:xfrm>
                <a:off x="12993675" y="2281475"/>
                <a:ext cx="2282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913" extrusionOk="0">
                    <a:moveTo>
                      <a:pt x="456" y="1"/>
                    </a:moveTo>
                    <a:cubicBezTo>
                      <a:pt x="213" y="1"/>
                      <a:pt x="0" y="213"/>
                      <a:pt x="0" y="457"/>
                    </a:cubicBezTo>
                    <a:cubicBezTo>
                      <a:pt x="0" y="700"/>
                      <a:pt x="213" y="913"/>
                      <a:pt x="456" y="913"/>
                    </a:cubicBezTo>
                    <a:cubicBezTo>
                      <a:pt x="730" y="913"/>
                      <a:pt x="912" y="669"/>
                      <a:pt x="912" y="457"/>
                    </a:cubicBezTo>
                    <a:cubicBezTo>
                      <a:pt x="912" y="213"/>
                      <a:pt x="730" y="1"/>
                      <a:pt x="456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40"/>
              <p:cNvSpPr/>
              <p:nvPr/>
            </p:nvSpPr>
            <p:spPr>
              <a:xfrm>
                <a:off x="13298375" y="2297425"/>
                <a:ext cx="17525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670" extrusionOk="0">
                    <a:moveTo>
                      <a:pt x="366" y="1"/>
                    </a:moveTo>
                    <a:cubicBezTo>
                      <a:pt x="183" y="1"/>
                      <a:pt x="1" y="153"/>
                      <a:pt x="1" y="335"/>
                    </a:cubicBezTo>
                    <a:cubicBezTo>
                      <a:pt x="1" y="518"/>
                      <a:pt x="183" y="670"/>
                      <a:pt x="366" y="670"/>
                    </a:cubicBezTo>
                    <a:cubicBezTo>
                      <a:pt x="548" y="670"/>
                      <a:pt x="700" y="518"/>
                      <a:pt x="700" y="335"/>
                    </a:cubicBezTo>
                    <a:cubicBezTo>
                      <a:pt x="700" y="153"/>
                      <a:pt x="548" y="1"/>
                      <a:pt x="366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40"/>
              <p:cNvSpPr/>
              <p:nvPr/>
            </p:nvSpPr>
            <p:spPr>
              <a:xfrm>
                <a:off x="13046850" y="2111275"/>
                <a:ext cx="38025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0" extrusionOk="0">
                    <a:moveTo>
                      <a:pt x="761" y="0"/>
                    </a:moveTo>
                    <a:cubicBezTo>
                      <a:pt x="335" y="0"/>
                      <a:pt x="1" y="334"/>
                      <a:pt x="1" y="760"/>
                    </a:cubicBezTo>
                    <a:cubicBezTo>
                      <a:pt x="1" y="1185"/>
                      <a:pt x="335" y="1520"/>
                      <a:pt x="761" y="1520"/>
                    </a:cubicBezTo>
                    <a:cubicBezTo>
                      <a:pt x="1186" y="1520"/>
                      <a:pt x="1521" y="1185"/>
                      <a:pt x="1521" y="760"/>
                    </a:cubicBezTo>
                    <a:cubicBezTo>
                      <a:pt x="1521" y="334"/>
                      <a:pt x="1186" y="0"/>
                      <a:pt x="761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17" name="Google Shape;1717;p40"/>
            <p:cNvGrpSpPr/>
            <p:nvPr/>
          </p:nvGrpSpPr>
          <p:grpSpPr>
            <a:xfrm>
              <a:off x="6265785" y="1346404"/>
              <a:ext cx="518269" cy="328105"/>
              <a:chOff x="783960" y="4261704"/>
              <a:chExt cx="518269" cy="328105"/>
            </a:xfrm>
          </p:grpSpPr>
          <p:sp>
            <p:nvSpPr>
              <p:cNvPr id="1718" name="Google Shape;1718;p40"/>
              <p:cNvSpPr/>
              <p:nvPr/>
            </p:nvSpPr>
            <p:spPr>
              <a:xfrm>
                <a:off x="1072397" y="4333585"/>
                <a:ext cx="69145" cy="6914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3" extrusionOk="0">
                    <a:moveTo>
                      <a:pt x="1234" y="1"/>
                    </a:moveTo>
                    <a:cubicBezTo>
                      <a:pt x="534" y="1"/>
                      <a:pt x="0" y="535"/>
                      <a:pt x="0" y="1268"/>
                    </a:cubicBezTo>
                    <a:cubicBezTo>
                      <a:pt x="0" y="1969"/>
                      <a:pt x="534" y="2503"/>
                      <a:pt x="1234" y="2503"/>
                    </a:cubicBezTo>
                    <a:cubicBezTo>
                      <a:pt x="1968" y="2503"/>
                      <a:pt x="2502" y="1969"/>
                      <a:pt x="2502" y="1268"/>
                    </a:cubicBezTo>
                    <a:cubicBezTo>
                      <a:pt x="2502" y="601"/>
                      <a:pt x="1902" y="1"/>
                      <a:pt x="12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19" name="Google Shape;1719;p40"/>
              <p:cNvGrpSpPr/>
              <p:nvPr/>
            </p:nvGrpSpPr>
            <p:grpSpPr>
              <a:xfrm>
                <a:off x="783960" y="4261704"/>
                <a:ext cx="518269" cy="328105"/>
                <a:chOff x="783960" y="4261704"/>
                <a:chExt cx="518269" cy="328105"/>
              </a:xfrm>
            </p:grpSpPr>
            <p:sp>
              <p:nvSpPr>
                <p:cNvPr id="1720" name="Google Shape;1720;p40"/>
                <p:cNvSpPr/>
                <p:nvPr/>
              </p:nvSpPr>
              <p:spPr>
                <a:xfrm>
                  <a:off x="1216509" y="4325297"/>
                  <a:ext cx="85720" cy="8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3" h="3103" extrusionOk="0">
                      <a:moveTo>
                        <a:pt x="1534" y="601"/>
                      </a:moveTo>
                      <a:cubicBezTo>
                        <a:pt x="2035" y="601"/>
                        <a:pt x="2502" y="1001"/>
                        <a:pt x="2502" y="1568"/>
                      </a:cubicBezTo>
                      <a:cubicBezTo>
                        <a:pt x="2502" y="2102"/>
                        <a:pt x="2102" y="2502"/>
                        <a:pt x="1534" y="2502"/>
                      </a:cubicBezTo>
                      <a:cubicBezTo>
                        <a:pt x="1001" y="2502"/>
                        <a:pt x="600" y="2102"/>
                        <a:pt x="600" y="1568"/>
                      </a:cubicBezTo>
                      <a:cubicBezTo>
                        <a:pt x="600" y="1001"/>
                        <a:pt x="1001" y="601"/>
                        <a:pt x="1534" y="601"/>
                      </a:cubicBezTo>
                      <a:close/>
                      <a:moveTo>
                        <a:pt x="1534" y="1"/>
                      </a:moveTo>
                      <a:cubicBezTo>
                        <a:pt x="701" y="1"/>
                        <a:pt x="0" y="734"/>
                        <a:pt x="0" y="1568"/>
                      </a:cubicBezTo>
                      <a:cubicBezTo>
                        <a:pt x="0" y="2402"/>
                        <a:pt x="701" y="3103"/>
                        <a:pt x="1534" y="3103"/>
                      </a:cubicBezTo>
                      <a:cubicBezTo>
                        <a:pt x="2368" y="3103"/>
                        <a:pt x="3036" y="2436"/>
                        <a:pt x="3102" y="1568"/>
                      </a:cubicBezTo>
                      <a:cubicBezTo>
                        <a:pt x="3102" y="734"/>
                        <a:pt x="2368" y="1"/>
                        <a:pt x="1534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1" name="Google Shape;1721;p40"/>
                <p:cNvSpPr/>
                <p:nvPr/>
              </p:nvSpPr>
              <p:spPr>
                <a:xfrm>
                  <a:off x="1057995" y="4504061"/>
                  <a:ext cx="84809" cy="85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0" h="3104" extrusionOk="0">
                      <a:moveTo>
                        <a:pt x="1535" y="601"/>
                      </a:moveTo>
                      <a:cubicBezTo>
                        <a:pt x="2069" y="601"/>
                        <a:pt x="2536" y="1035"/>
                        <a:pt x="2502" y="1535"/>
                      </a:cubicBezTo>
                      <a:cubicBezTo>
                        <a:pt x="2502" y="2069"/>
                        <a:pt x="2069" y="2503"/>
                        <a:pt x="1535" y="2503"/>
                      </a:cubicBezTo>
                      <a:cubicBezTo>
                        <a:pt x="1001" y="2503"/>
                        <a:pt x="568" y="2069"/>
                        <a:pt x="568" y="1535"/>
                      </a:cubicBezTo>
                      <a:cubicBezTo>
                        <a:pt x="568" y="1002"/>
                        <a:pt x="1001" y="601"/>
                        <a:pt x="1535" y="601"/>
                      </a:cubicBezTo>
                      <a:close/>
                      <a:moveTo>
                        <a:pt x="1535" y="1"/>
                      </a:moveTo>
                      <a:cubicBezTo>
                        <a:pt x="701" y="1"/>
                        <a:pt x="1" y="701"/>
                        <a:pt x="1" y="1535"/>
                      </a:cubicBezTo>
                      <a:cubicBezTo>
                        <a:pt x="1" y="2369"/>
                        <a:pt x="701" y="3103"/>
                        <a:pt x="1535" y="3103"/>
                      </a:cubicBezTo>
                      <a:cubicBezTo>
                        <a:pt x="2402" y="3103"/>
                        <a:pt x="3069" y="2369"/>
                        <a:pt x="3069" y="1535"/>
                      </a:cubicBezTo>
                      <a:cubicBezTo>
                        <a:pt x="3069" y="701"/>
                        <a:pt x="2369" y="1"/>
                        <a:pt x="1535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2" name="Google Shape;1722;p40"/>
                <p:cNvSpPr/>
                <p:nvPr/>
              </p:nvSpPr>
              <p:spPr>
                <a:xfrm>
                  <a:off x="883495" y="4261704"/>
                  <a:ext cx="15691" cy="213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7740" extrusionOk="0">
                      <a:moveTo>
                        <a:pt x="300" y="1"/>
                      </a:moveTo>
                      <a:cubicBezTo>
                        <a:pt x="133" y="1"/>
                        <a:pt x="0" y="134"/>
                        <a:pt x="0" y="301"/>
                      </a:cubicBezTo>
                      <a:lnTo>
                        <a:pt x="0" y="7440"/>
                      </a:lnTo>
                      <a:cubicBezTo>
                        <a:pt x="0" y="7606"/>
                        <a:pt x="133" y="7740"/>
                        <a:pt x="300" y="7740"/>
                      </a:cubicBezTo>
                      <a:cubicBezTo>
                        <a:pt x="400" y="7740"/>
                        <a:pt x="534" y="7606"/>
                        <a:pt x="567" y="7440"/>
                      </a:cubicBezTo>
                      <a:lnTo>
                        <a:pt x="567" y="301"/>
                      </a:lnTo>
                      <a:cubicBezTo>
                        <a:pt x="567" y="134"/>
                        <a:pt x="467" y="1"/>
                        <a:pt x="300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3" name="Google Shape;1723;p40"/>
                <p:cNvSpPr/>
                <p:nvPr/>
              </p:nvSpPr>
              <p:spPr>
                <a:xfrm>
                  <a:off x="783960" y="4360326"/>
                  <a:ext cx="213818" cy="15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0" h="568" extrusionOk="0">
                      <a:moveTo>
                        <a:pt x="301" y="0"/>
                      </a:moveTo>
                      <a:cubicBezTo>
                        <a:pt x="134" y="0"/>
                        <a:pt x="0" y="134"/>
                        <a:pt x="0" y="300"/>
                      </a:cubicBezTo>
                      <a:cubicBezTo>
                        <a:pt x="0" y="467"/>
                        <a:pt x="134" y="567"/>
                        <a:pt x="301" y="567"/>
                      </a:cubicBezTo>
                      <a:lnTo>
                        <a:pt x="7439" y="567"/>
                      </a:lnTo>
                      <a:cubicBezTo>
                        <a:pt x="7606" y="567"/>
                        <a:pt x="7739" y="467"/>
                        <a:pt x="7739" y="300"/>
                      </a:cubicBezTo>
                      <a:cubicBezTo>
                        <a:pt x="7739" y="100"/>
                        <a:pt x="7606" y="0"/>
                        <a:pt x="7439" y="0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24" name="Google Shape;1724;p40"/>
            <p:cNvGrpSpPr/>
            <p:nvPr/>
          </p:nvGrpSpPr>
          <p:grpSpPr>
            <a:xfrm flipH="1">
              <a:off x="7976238" y="605862"/>
              <a:ext cx="850753" cy="850724"/>
              <a:chOff x="780950" y="891300"/>
              <a:chExt cx="727575" cy="727550"/>
            </a:xfrm>
          </p:grpSpPr>
          <p:sp>
            <p:nvSpPr>
              <p:cNvPr id="1725" name="Google Shape;1725;p40"/>
              <p:cNvSpPr/>
              <p:nvPr/>
            </p:nvSpPr>
            <p:spPr>
              <a:xfrm>
                <a:off x="1354900" y="976875"/>
                <a:ext cx="153625" cy="278200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1128" extrusionOk="0">
                    <a:moveTo>
                      <a:pt x="952" y="1"/>
                    </a:moveTo>
                    <a:lnTo>
                      <a:pt x="1" y="1123"/>
                    </a:lnTo>
                    <a:cubicBezTo>
                      <a:pt x="2968" y="3615"/>
                      <a:pt x="4661" y="7286"/>
                      <a:pt x="4661" y="11128"/>
                    </a:cubicBezTo>
                    <a:lnTo>
                      <a:pt x="6144" y="11128"/>
                    </a:lnTo>
                    <a:cubicBezTo>
                      <a:pt x="6144" y="6829"/>
                      <a:pt x="4261" y="2759"/>
                      <a:pt x="9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40"/>
              <p:cNvSpPr/>
              <p:nvPr/>
            </p:nvSpPr>
            <p:spPr>
              <a:xfrm>
                <a:off x="1410075" y="1329250"/>
                <a:ext cx="88925" cy="13792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5517" extrusionOk="0">
                    <a:moveTo>
                      <a:pt x="2130" y="0"/>
                    </a:moveTo>
                    <a:cubicBezTo>
                      <a:pt x="1750" y="1693"/>
                      <a:pt x="1027" y="3272"/>
                      <a:pt x="0" y="4660"/>
                    </a:cubicBezTo>
                    <a:lnTo>
                      <a:pt x="1198" y="5516"/>
                    </a:lnTo>
                    <a:cubicBezTo>
                      <a:pt x="2321" y="3957"/>
                      <a:pt x="3120" y="2226"/>
                      <a:pt x="3557" y="343"/>
                    </a:cubicBezTo>
                    <a:lnTo>
                      <a:pt x="21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40"/>
              <p:cNvSpPr/>
              <p:nvPr/>
            </p:nvSpPr>
            <p:spPr>
              <a:xfrm>
                <a:off x="888900" y="1488075"/>
                <a:ext cx="437975" cy="130775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5231" extrusionOk="0">
                    <a:moveTo>
                      <a:pt x="1027" y="0"/>
                    </a:moveTo>
                    <a:lnTo>
                      <a:pt x="0" y="1046"/>
                    </a:lnTo>
                    <a:cubicBezTo>
                      <a:pt x="2739" y="3766"/>
                      <a:pt x="6372" y="5231"/>
                      <a:pt x="10233" y="5231"/>
                    </a:cubicBezTo>
                    <a:cubicBezTo>
                      <a:pt x="12801" y="5231"/>
                      <a:pt x="15312" y="4565"/>
                      <a:pt x="17518" y="3291"/>
                    </a:cubicBezTo>
                    <a:lnTo>
                      <a:pt x="16796" y="2016"/>
                    </a:lnTo>
                    <a:cubicBezTo>
                      <a:pt x="14818" y="3158"/>
                      <a:pt x="12535" y="3785"/>
                      <a:pt x="10233" y="3785"/>
                    </a:cubicBezTo>
                    <a:cubicBezTo>
                      <a:pt x="6753" y="3785"/>
                      <a:pt x="3500" y="2454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40"/>
              <p:cNvSpPr/>
              <p:nvPr/>
            </p:nvSpPr>
            <p:spPr>
              <a:xfrm>
                <a:off x="780950" y="999700"/>
                <a:ext cx="131750" cy="397575"/>
              </a:xfrm>
              <a:custGeom>
                <a:avLst/>
                <a:gdLst/>
                <a:ahLst/>
                <a:cxnLst/>
                <a:rect l="l" t="t" r="r" b="b"/>
                <a:pathLst>
                  <a:path w="5270" h="15903" extrusionOk="0">
                    <a:moveTo>
                      <a:pt x="4223" y="1"/>
                    </a:moveTo>
                    <a:cubicBezTo>
                      <a:pt x="1484" y="2721"/>
                      <a:pt x="1" y="6392"/>
                      <a:pt x="1" y="10272"/>
                    </a:cubicBezTo>
                    <a:cubicBezTo>
                      <a:pt x="1" y="12193"/>
                      <a:pt x="381" y="14095"/>
                      <a:pt x="1142" y="15902"/>
                    </a:cubicBezTo>
                    <a:lnTo>
                      <a:pt x="2492" y="15332"/>
                    </a:lnTo>
                    <a:cubicBezTo>
                      <a:pt x="1808" y="13715"/>
                      <a:pt x="1465" y="12003"/>
                      <a:pt x="1465" y="10234"/>
                    </a:cubicBezTo>
                    <a:cubicBezTo>
                      <a:pt x="1465" y="6772"/>
                      <a:pt x="2816" y="3482"/>
                      <a:pt x="5269" y="1009"/>
                    </a:cubicBezTo>
                    <a:lnTo>
                      <a:pt x="42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40"/>
              <p:cNvSpPr/>
              <p:nvPr/>
            </p:nvSpPr>
            <p:spPr>
              <a:xfrm>
                <a:off x="976875" y="891300"/>
                <a:ext cx="16692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6677" h="2930" extrusionOk="0">
                    <a:moveTo>
                      <a:pt x="6676" y="0"/>
                    </a:moveTo>
                    <a:cubicBezTo>
                      <a:pt x="4356" y="0"/>
                      <a:pt x="2054" y="571"/>
                      <a:pt x="0" y="1617"/>
                    </a:cubicBezTo>
                    <a:lnTo>
                      <a:pt x="685" y="2929"/>
                    </a:lnTo>
                    <a:cubicBezTo>
                      <a:pt x="2549" y="1959"/>
                      <a:pt x="4565" y="1484"/>
                      <a:pt x="6676" y="1484"/>
                    </a:cubicBezTo>
                    <a:lnTo>
                      <a:pt x="66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40"/>
              <p:cNvSpPr/>
              <p:nvPr/>
            </p:nvSpPr>
            <p:spPr>
              <a:xfrm>
                <a:off x="922175" y="1033000"/>
                <a:ext cx="444650" cy="444625"/>
              </a:xfrm>
              <a:custGeom>
                <a:avLst/>
                <a:gdLst/>
                <a:ahLst/>
                <a:cxnLst/>
                <a:rect l="l" t="t" r="r" b="b"/>
                <a:pathLst>
                  <a:path w="17786" h="17785" extrusionOk="0">
                    <a:moveTo>
                      <a:pt x="8902" y="0"/>
                    </a:moveTo>
                    <a:cubicBezTo>
                      <a:pt x="3976" y="0"/>
                      <a:pt x="1" y="3976"/>
                      <a:pt x="1" y="8883"/>
                    </a:cubicBezTo>
                    <a:cubicBezTo>
                      <a:pt x="1" y="13790"/>
                      <a:pt x="3976" y="17785"/>
                      <a:pt x="8902" y="17785"/>
                    </a:cubicBezTo>
                    <a:cubicBezTo>
                      <a:pt x="13810" y="17785"/>
                      <a:pt x="17785" y="13790"/>
                      <a:pt x="17785" y="8883"/>
                    </a:cubicBezTo>
                    <a:cubicBezTo>
                      <a:pt x="17785" y="3976"/>
                      <a:pt x="13810" y="0"/>
                      <a:pt x="89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40"/>
              <p:cNvSpPr/>
              <p:nvPr/>
            </p:nvSpPr>
            <p:spPr>
              <a:xfrm flipH="1">
                <a:off x="1028700" y="1107650"/>
                <a:ext cx="233500" cy="287725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11509" extrusionOk="0">
                    <a:moveTo>
                      <a:pt x="4109" y="3082"/>
                    </a:moveTo>
                    <a:lnTo>
                      <a:pt x="4109" y="4927"/>
                    </a:lnTo>
                    <a:cubicBezTo>
                      <a:pt x="3976" y="4927"/>
                      <a:pt x="3843" y="4927"/>
                      <a:pt x="3728" y="4946"/>
                    </a:cubicBezTo>
                    <a:cubicBezTo>
                      <a:pt x="3614" y="4965"/>
                      <a:pt x="3500" y="4965"/>
                      <a:pt x="3405" y="4965"/>
                    </a:cubicBezTo>
                    <a:cubicBezTo>
                      <a:pt x="2949" y="4965"/>
                      <a:pt x="2606" y="4870"/>
                      <a:pt x="2397" y="4737"/>
                    </a:cubicBezTo>
                    <a:cubicBezTo>
                      <a:pt x="2188" y="4585"/>
                      <a:pt x="2074" y="4375"/>
                      <a:pt x="2074" y="4147"/>
                    </a:cubicBezTo>
                    <a:cubicBezTo>
                      <a:pt x="2074" y="4014"/>
                      <a:pt x="2112" y="3900"/>
                      <a:pt x="2188" y="3805"/>
                    </a:cubicBezTo>
                    <a:cubicBezTo>
                      <a:pt x="2264" y="3691"/>
                      <a:pt x="2359" y="3557"/>
                      <a:pt x="2511" y="3481"/>
                    </a:cubicBezTo>
                    <a:cubicBezTo>
                      <a:pt x="2663" y="3348"/>
                      <a:pt x="2873" y="3291"/>
                      <a:pt x="3139" y="3215"/>
                    </a:cubicBezTo>
                    <a:cubicBezTo>
                      <a:pt x="3405" y="3139"/>
                      <a:pt x="3728" y="3120"/>
                      <a:pt x="4109" y="3082"/>
                    </a:cubicBezTo>
                    <a:close/>
                    <a:moveTo>
                      <a:pt x="6030" y="6277"/>
                    </a:moveTo>
                    <a:cubicBezTo>
                      <a:pt x="6563" y="6277"/>
                      <a:pt x="6943" y="6373"/>
                      <a:pt x="7171" y="6544"/>
                    </a:cubicBezTo>
                    <a:cubicBezTo>
                      <a:pt x="7438" y="6715"/>
                      <a:pt x="7552" y="6943"/>
                      <a:pt x="7552" y="7228"/>
                    </a:cubicBezTo>
                    <a:cubicBezTo>
                      <a:pt x="7552" y="7400"/>
                      <a:pt x="7514" y="7571"/>
                      <a:pt x="7438" y="7704"/>
                    </a:cubicBezTo>
                    <a:cubicBezTo>
                      <a:pt x="7361" y="7875"/>
                      <a:pt x="7247" y="7989"/>
                      <a:pt x="7057" y="8103"/>
                    </a:cubicBezTo>
                    <a:cubicBezTo>
                      <a:pt x="6867" y="8237"/>
                      <a:pt x="6658" y="8332"/>
                      <a:pt x="6372" y="8389"/>
                    </a:cubicBezTo>
                    <a:cubicBezTo>
                      <a:pt x="6087" y="8465"/>
                      <a:pt x="5745" y="8522"/>
                      <a:pt x="5345" y="8541"/>
                    </a:cubicBezTo>
                    <a:lnTo>
                      <a:pt x="5326" y="8541"/>
                    </a:lnTo>
                    <a:lnTo>
                      <a:pt x="5326" y="6334"/>
                    </a:lnTo>
                    <a:cubicBezTo>
                      <a:pt x="5440" y="6334"/>
                      <a:pt x="5554" y="6334"/>
                      <a:pt x="5688" y="6296"/>
                    </a:cubicBezTo>
                    <a:cubicBezTo>
                      <a:pt x="5802" y="6277"/>
                      <a:pt x="5916" y="6277"/>
                      <a:pt x="6030" y="6277"/>
                    </a:cubicBezTo>
                    <a:close/>
                    <a:moveTo>
                      <a:pt x="4109" y="1"/>
                    </a:moveTo>
                    <a:lnTo>
                      <a:pt x="4109" y="1560"/>
                    </a:lnTo>
                    <a:cubicBezTo>
                      <a:pt x="3424" y="1598"/>
                      <a:pt x="2835" y="1693"/>
                      <a:pt x="2359" y="1846"/>
                    </a:cubicBezTo>
                    <a:cubicBezTo>
                      <a:pt x="1883" y="2017"/>
                      <a:pt x="1503" y="2226"/>
                      <a:pt x="1180" y="2473"/>
                    </a:cubicBezTo>
                    <a:cubicBezTo>
                      <a:pt x="894" y="2701"/>
                      <a:pt x="685" y="2987"/>
                      <a:pt x="552" y="3310"/>
                    </a:cubicBezTo>
                    <a:cubicBezTo>
                      <a:pt x="419" y="3614"/>
                      <a:pt x="362" y="3938"/>
                      <a:pt x="362" y="4261"/>
                    </a:cubicBezTo>
                    <a:cubicBezTo>
                      <a:pt x="362" y="4604"/>
                      <a:pt x="457" y="4946"/>
                      <a:pt x="590" y="5231"/>
                    </a:cubicBezTo>
                    <a:cubicBezTo>
                      <a:pt x="742" y="5517"/>
                      <a:pt x="951" y="5745"/>
                      <a:pt x="1218" y="5935"/>
                    </a:cubicBezTo>
                    <a:cubicBezTo>
                      <a:pt x="1446" y="6144"/>
                      <a:pt x="1750" y="6277"/>
                      <a:pt x="2093" y="6373"/>
                    </a:cubicBezTo>
                    <a:cubicBezTo>
                      <a:pt x="2416" y="6468"/>
                      <a:pt x="2777" y="6525"/>
                      <a:pt x="3139" y="6525"/>
                    </a:cubicBezTo>
                    <a:cubicBezTo>
                      <a:pt x="3310" y="6525"/>
                      <a:pt x="3443" y="6525"/>
                      <a:pt x="3614" y="6487"/>
                    </a:cubicBezTo>
                    <a:cubicBezTo>
                      <a:pt x="3748" y="6487"/>
                      <a:pt x="3938" y="6468"/>
                      <a:pt x="4109" y="6449"/>
                    </a:cubicBezTo>
                    <a:lnTo>
                      <a:pt x="4109" y="8484"/>
                    </a:lnTo>
                    <a:cubicBezTo>
                      <a:pt x="3805" y="8465"/>
                      <a:pt x="3500" y="8446"/>
                      <a:pt x="3215" y="8370"/>
                    </a:cubicBezTo>
                    <a:cubicBezTo>
                      <a:pt x="2930" y="8332"/>
                      <a:pt x="2644" y="8256"/>
                      <a:pt x="2378" y="8160"/>
                    </a:cubicBezTo>
                    <a:cubicBezTo>
                      <a:pt x="2112" y="8065"/>
                      <a:pt x="1845" y="7970"/>
                      <a:pt x="1598" y="7856"/>
                    </a:cubicBezTo>
                    <a:cubicBezTo>
                      <a:pt x="1332" y="7723"/>
                      <a:pt x="1085" y="7609"/>
                      <a:pt x="837" y="7476"/>
                    </a:cubicBezTo>
                    <a:lnTo>
                      <a:pt x="0" y="8769"/>
                    </a:lnTo>
                    <a:cubicBezTo>
                      <a:pt x="571" y="9073"/>
                      <a:pt x="1180" y="9340"/>
                      <a:pt x="1902" y="9549"/>
                    </a:cubicBezTo>
                    <a:cubicBezTo>
                      <a:pt x="2587" y="9777"/>
                      <a:pt x="3348" y="9891"/>
                      <a:pt x="4166" y="9929"/>
                    </a:cubicBezTo>
                    <a:lnTo>
                      <a:pt x="4166" y="11508"/>
                    </a:lnTo>
                    <a:lnTo>
                      <a:pt x="5402" y="11508"/>
                    </a:lnTo>
                    <a:lnTo>
                      <a:pt x="5402" y="9910"/>
                    </a:lnTo>
                    <a:cubicBezTo>
                      <a:pt x="6011" y="9891"/>
                      <a:pt x="6563" y="9777"/>
                      <a:pt x="7038" y="9625"/>
                    </a:cubicBezTo>
                    <a:cubicBezTo>
                      <a:pt x="7514" y="9454"/>
                      <a:pt x="7932" y="9264"/>
                      <a:pt x="8274" y="9016"/>
                    </a:cubicBezTo>
                    <a:cubicBezTo>
                      <a:pt x="8598" y="8750"/>
                      <a:pt x="8864" y="8465"/>
                      <a:pt x="9054" y="8103"/>
                    </a:cubicBezTo>
                    <a:cubicBezTo>
                      <a:pt x="9245" y="7780"/>
                      <a:pt x="9340" y="7362"/>
                      <a:pt x="9340" y="6943"/>
                    </a:cubicBezTo>
                    <a:cubicBezTo>
                      <a:pt x="9340" y="6582"/>
                      <a:pt x="9264" y="6277"/>
                      <a:pt x="9149" y="5992"/>
                    </a:cubicBezTo>
                    <a:cubicBezTo>
                      <a:pt x="9016" y="5726"/>
                      <a:pt x="8845" y="5460"/>
                      <a:pt x="8579" y="5269"/>
                    </a:cubicBezTo>
                    <a:cubicBezTo>
                      <a:pt x="8351" y="5079"/>
                      <a:pt x="8027" y="4946"/>
                      <a:pt x="7647" y="4832"/>
                    </a:cubicBezTo>
                    <a:cubicBezTo>
                      <a:pt x="7266" y="4699"/>
                      <a:pt x="6848" y="4661"/>
                      <a:pt x="6372" y="4661"/>
                    </a:cubicBezTo>
                    <a:cubicBezTo>
                      <a:pt x="6201" y="4661"/>
                      <a:pt x="6030" y="4661"/>
                      <a:pt x="5878" y="4680"/>
                    </a:cubicBezTo>
                    <a:cubicBezTo>
                      <a:pt x="5707" y="4699"/>
                      <a:pt x="5535" y="4699"/>
                      <a:pt x="5364" y="4737"/>
                    </a:cubicBezTo>
                    <a:lnTo>
                      <a:pt x="5364" y="3063"/>
                    </a:lnTo>
                    <a:cubicBezTo>
                      <a:pt x="5821" y="3139"/>
                      <a:pt x="6258" y="3215"/>
                      <a:pt x="6658" y="3329"/>
                    </a:cubicBezTo>
                    <a:cubicBezTo>
                      <a:pt x="7057" y="3443"/>
                      <a:pt x="7419" y="3595"/>
                      <a:pt x="7780" y="3729"/>
                    </a:cubicBezTo>
                    <a:lnTo>
                      <a:pt x="8484" y="2397"/>
                    </a:lnTo>
                    <a:cubicBezTo>
                      <a:pt x="8027" y="2207"/>
                      <a:pt x="7533" y="2036"/>
                      <a:pt x="7019" y="1903"/>
                    </a:cubicBezTo>
                    <a:cubicBezTo>
                      <a:pt x="6487" y="1750"/>
                      <a:pt x="5916" y="1655"/>
                      <a:pt x="5345" y="1617"/>
                    </a:cubicBezTo>
                    <a:lnTo>
                      <a:pt x="534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2" name="Google Shape;1732;p40"/>
            <p:cNvGrpSpPr/>
            <p:nvPr/>
          </p:nvGrpSpPr>
          <p:grpSpPr>
            <a:xfrm flipH="1">
              <a:off x="7025714" y="1287024"/>
              <a:ext cx="376456" cy="657790"/>
              <a:chOff x="983525" y="1693500"/>
              <a:chExt cx="321950" cy="562550"/>
            </a:xfrm>
          </p:grpSpPr>
          <p:sp>
            <p:nvSpPr>
              <p:cNvPr id="1733" name="Google Shape;1733;p40"/>
              <p:cNvSpPr/>
              <p:nvPr/>
            </p:nvSpPr>
            <p:spPr>
              <a:xfrm>
                <a:off x="983525" y="1693500"/>
                <a:ext cx="3219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2878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2878" y="1027"/>
                    </a:lnTo>
                    <a:lnTo>
                      <a:pt x="1287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40"/>
              <p:cNvSpPr/>
              <p:nvPr/>
            </p:nvSpPr>
            <p:spPr>
              <a:xfrm>
                <a:off x="984000" y="1761500"/>
                <a:ext cx="1816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7267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7266" y="1027"/>
                    </a:lnTo>
                    <a:lnTo>
                      <a:pt x="72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40"/>
              <p:cNvSpPr/>
              <p:nvPr/>
            </p:nvSpPr>
            <p:spPr>
              <a:xfrm>
                <a:off x="1207025" y="1761500"/>
                <a:ext cx="979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3919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3919" y="1027"/>
                    </a:lnTo>
                    <a:lnTo>
                      <a:pt x="39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40"/>
              <p:cNvSpPr/>
              <p:nvPr/>
            </p:nvSpPr>
            <p:spPr>
              <a:xfrm>
                <a:off x="1234125" y="1828550"/>
                <a:ext cx="70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283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2835" y="1027"/>
                    </a:lnTo>
                    <a:lnTo>
                      <a:pt x="283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40"/>
              <p:cNvSpPr/>
              <p:nvPr/>
            </p:nvSpPr>
            <p:spPr>
              <a:xfrm>
                <a:off x="984000" y="1828550"/>
                <a:ext cx="19592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7837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7837" y="1027"/>
                    </a:lnTo>
                    <a:lnTo>
                      <a:pt x="78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40"/>
              <p:cNvSpPr/>
              <p:nvPr/>
            </p:nvSpPr>
            <p:spPr>
              <a:xfrm>
                <a:off x="1096700" y="1897025"/>
                <a:ext cx="2087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8351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8351" y="1027"/>
                    </a:lnTo>
                    <a:lnTo>
                      <a:pt x="8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40"/>
              <p:cNvSpPr/>
              <p:nvPr/>
            </p:nvSpPr>
            <p:spPr>
              <a:xfrm>
                <a:off x="1137125" y="1968825"/>
                <a:ext cx="167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671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6715" y="1027"/>
                    </a:lnTo>
                    <a:lnTo>
                      <a:pt x="671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40"/>
              <p:cNvSpPr/>
              <p:nvPr/>
            </p:nvSpPr>
            <p:spPr>
              <a:xfrm>
                <a:off x="1060075" y="2111950"/>
                <a:ext cx="244925" cy="25225"/>
              </a:xfrm>
              <a:custGeom>
                <a:avLst/>
                <a:gdLst/>
                <a:ahLst/>
                <a:cxnLst/>
                <a:rect l="l" t="t" r="r" b="b"/>
                <a:pathLst>
                  <a:path w="9797" h="1009" extrusionOk="0">
                    <a:moveTo>
                      <a:pt x="1" y="0"/>
                    </a:moveTo>
                    <a:lnTo>
                      <a:pt x="1" y="1009"/>
                    </a:lnTo>
                    <a:lnTo>
                      <a:pt x="9797" y="1009"/>
                    </a:lnTo>
                    <a:lnTo>
                      <a:pt x="97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40"/>
              <p:cNvSpPr/>
              <p:nvPr/>
            </p:nvSpPr>
            <p:spPr>
              <a:xfrm>
                <a:off x="1060075" y="2170925"/>
                <a:ext cx="24492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9797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9797" y="1027"/>
                    </a:lnTo>
                    <a:lnTo>
                      <a:pt x="97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40"/>
              <p:cNvSpPr/>
              <p:nvPr/>
            </p:nvSpPr>
            <p:spPr>
              <a:xfrm>
                <a:off x="1137125" y="2230350"/>
                <a:ext cx="167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6715" h="1028" extrusionOk="0">
                    <a:moveTo>
                      <a:pt x="0" y="1"/>
                    </a:moveTo>
                    <a:lnTo>
                      <a:pt x="0" y="1028"/>
                    </a:lnTo>
                    <a:lnTo>
                      <a:pt x="6715" y="1028"/>
                    </a:lnTo>
                    <a:lnTo>
                      <a:pt x="671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3" name="Google Shape;1743;p40"/>
            <p:cNvGrpSpPr/>
            <p:nvPr/>
          </p:nvGrpSpPr>
          <p:grpSpPr>
            <a:xfrm>
              <a:off x="4689056" y="170858"/>
              <a:ext cx="2199587" cy="1906939"/>
              <a:chOff x="7383006" y="651608"/>
              <a:chExt cx="2199587" cy="1906939"/>
            </a:xfrm>
          </p:grpSpPr>
          <p:sp>
            <p:nvSpPr>
              <p:cNvPr id="1744" name="Google Shape;1744;p40"/>
              <p:cNvSpPr/>
              <p:nvPr/>
            </p:nvSpPr>
            <p:spPr>
              <a:xfrm>
                <a:off x="7383006" y="1647171"/>
                <a:ext cx="773168" cy="911376"/>
              </a:xfrm>
              <a:custGeom>
                <a:avLst/>
                <a:gdLst/>
                <a:ahLst/>
                <a:cxnLst/>
                <a:rect l="l" t="t" r="r" b="b"/>
                <a:pathLst>
                  <a:path w="27988" h="32991" extrusionOk="0">
                    <a:moveTo>
                      <a:pt x="2302" y="0"/>
                    </a:moveTo>
                    <a:cubicBezTo>
                      <a:pt x="1035" y="0"/>
                      <a:pt x="1" y="1068"/>
                      <a:pt x="1" y="2302"/>
                    </a:cubicBezTo>
                    <a:lnTo>
                      <a:pt x="1" y="30689"/>
                    </a:lnTo>
                    <a:cubicBezTo>
                      <a:pt x="1" y="31956"/>
                      <a:pt x="1035" y="32990"/>
                      <a:pt x="2302" y="32990"/>
                    </a:cubicBezTo>
                    <a:lnTo>
                      <a:pt x="25686" y="32990"/>
                    </a:lnTo>
                    <a:cubicBezTo>
                      <a:pt x="26953" y="32990"/>
                      <a:pt x="27987" y="31990"/>
                      <a:pt x="27987" y="30689"/>
                    </a:cubicBezTo>
                    <a:lnTo>
                      <a:pt x="27987" y="2302"/>
                    </a:lnTo>
                    <a:cubicBezTo>
                      <a:pt x="27987" y="1068"/>
                      <a:pt x="26953" y="0"/>
                      <a:pt x="2568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40"/>
              <p:cNvSpPr/>
              <p:nvPr/>
            </p:nvSpPr>
            <p:spPr>
              <a:xfrm>
                <a:off x="7441074" y="1595567"/>
                <a:ext cx="772229" cy="911376"/>
              </a:xfrm>
              <a:custGeom>
                <a:avLst/>
                <a:gdLst/>
                <a:ahLst/>
                <a:cxnLst/>
                <a:rect l="l" t="t" r="r" b="b"/>
                <a:pathLst>
                  <a:path w="27954" h="32991" extrusionOk="0">
                    <a:moveTo>
                      <a:pt x="2268" y="0"/>
                    </a:moveTo>
                    <a:cubicBezTo>
                      <a:pt x="1034" y="0"/>
                      <a:pt x="0" y="1034"/>
                      <a:pt x="0" y="2302"/>
                    </a:cubicBezTo>
                    <a:lnTo>
                      <a:pt x="0" y="30689"/>
                    </a:lnTo>
                    <a:cubicBezTo>
                      <a:pt x="0" y="31956"/>
                      <a:pt x="1034" y="32990"/>
                      <a:pt x="2268" y="32990"/>
                    </a:cubicBezTo>
                    <a:lnTo>
                      <a:pt x="25685" y="32990"/>
                    </a:lnTo>
                    <a:cubicBezTo>
                      <a:pt x="26919" y="32990"/>
                      <a:pt x="27953" y="31956"/>
                      <a:pt x="27953" y="30689"/>
                    </a:cubicBezTo>
                    <a:lnTo>
                      <a:pt x="27953" y="2302"/>
                    </a:lnTo>
                    <a:cubicBezTo>
                      <a:pt x="27953" y="1034"/>
                      <a:pt x="26919" y="0"/>
                      <a:pt x="256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40"/>
              <p:cNvSpPr/>
              <p:nvPr/>
            </p:nvSpPr>
            <p:spPr>
              <a:xfrm>
                <a:off x="7658541" y="1180884"/>
                <a:ext cx="998920" cy="957455"/>
              </a:xfrm>
              <a:custGeom>
                <a:avLst/>
                <a:gdLst/>
                <a:ahLst/>
                <a:cxnLst/>
                <a:rect l="l" t="t" r="r" b="b"/>
                <a:pathLst>
                  <a:path w="36160" h="34659" extrusionOk="0">
                    <a:moveTo>
                      <a:pt x="4003" y="0"/>
                    </a:moveTo>
                    <a:cubicBezTo>
                      <a:pt x="1802" y="0"/>
                      <a:pt x="0" y="1802"/>
                      <a:pt x="0" y="4003"/>
                    </a:cubicBezTo>
                    <a:lnTo>
                      <a:pt x="0" y="30656"/>
                    </a:lnTo>
                    <a:cubicBezTo>
                      <a:pt x="0" y="32857"/>
                      <a:pt x="1802" y="34659"/>
                      <a:pt x="4003" y="34659"/>
                    </a:cubicBezTo>
                    <a:lnTo>
                      <a:pt x="32157" y="34659"/>
                    </a:lnTo>
                    <a:cubicBezTo>
                      <a:pt x="34358" y="34659"/>
                      <a:pt x="36160" y="32857"/>
                      <a:pt x="36160" y="30656"/>
                    </a:cubicBezTo>
                    <a:lnTo>
                      <a:pt x="36160" y="4003"/>
                    </a:lnTo>
                    <a:cubicBezTo>
                      <a:pt x="36160" y="1802"/>
                      <a:pt x="34358" y="0"/>
                      <a:pt x="321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40"/>
              <p:cNvSpPr/>
              <p:nvPr/>
            </p:nvSpPr>
            <p:spPr>
              <a:xfrm>
                <a:off x="7713820" y="1129280"/>
                <a:ext cx="999859" cy="957455"/>
              </a:xfrm>
              <a:custGeom>
                <a:avLst/>
                <a:gdLst/>
                <a:ahLst/>
                <a:cxnLst/>
                <a:rect l="l" t="t" r="r" b="b"/>
                <a:pathLst>
                  <a:path w="36194" h="34659" extrusionOk="0">
                    <a:moveTo>
                      <a:pt x="4004" y="0"/>
                    </a:moveTo>
                    <a:cubicBezTo>
                      <a:pt x="1802" y="0"/>
                      <a:pt x="1" y="1802"/>
                      <a:pt x="1" y="4003"/>
                    </a:cubicBezTo>
                    <a:lnTo>
                      <a:pt x="1" y="30656"/>
                    </a:lnTo>
                    <a:cubicBezTo>
                      <a:pt x="1" y="32857"/>
                      <a:pt x="1802" y="34659"/>
                      <a:pt x="4004" y="34659"/>
                    </a:cubicBezTo>
                    <a:lnTo>
                      <a:pt x="32157" y="34659"/>
                    </a:lnTo>
                    <a:cubicBezTo>
                      <a:pt x="34392" y="34659"/>
                      <a:pt x="36193" y="32857"/>
                      <a:pt x="36160" y="30656"/>
                    </a:cubicBezTo>
                    <a:lnTo>
                      <a:pt x="36160" y="4003"/>
                    </a:lnTo>
                    <a:cubicBezTo>
                      <a:pt x="36160" y="1768"/>
                      <a:pt x="34359" y="0"/>
                      <a:pt x="321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40"/>
              <p:cNvSpPr/>
              <p:nvPr/>
            </p:nvSpPr>
            <p:spPr>
              <a:xfrm>
                <a:off x="7793989" y="1189172"/>
                <a:ext cx="838585" cy="838584"/>
              </a:xfrm>
              <a:custGeom>
                <a:avLst/>
                <a:gdLst/>
                <a:ahLst/>
                <a:cxnLst/>
                <a:rect l="l" t="t" r="r" b="b"/>
                <a:pathLst>
                  <a:path w="30356" h="30356" extrusionOk="0">
                    <a:moveTo>
                      <a:pt x="15178" y="4437"/>
                    </a:moveTo>
                    <a:cubicBezTo>
                      <a:pt x="21116" y="4437"/>
                      <a:pt x="25919" y="9241"/>
                      <a:pt x="25919" y="15178"/>
                    </a:cubicBezTo>
                    <a:cubicBezTo>
                      <a:pt x="25919" y="21082"/>
                      <a:pt x="21116" y="25886"/>
                      <a:pt x="15178" y="25886"/>
                    </a:cubicBezTo>
                    <a:cubicBezTo>
                      <a:pt x="9274" y="25886"/>
                      <a:pt x="4471" y="21082"/>
                      <a:pt x="4471" y="15178"/>
                    </a:cubicBezTo>
                    <a:cubicBezTo>
                      <a:pt x="4471" y="9241"/>
                      <a:pt x="9274" y="4437"/>
                      <a:pt x="15178" y="4437"/>
                    </a:cubicBezTo>
                    <a:close/>
                    <a:moveTo>
                      <a:pt x="15178" y="1"/>
                    </a:moveTo>
                    <a:cubicBezTo>
                      <a:pt x="6806" y="1"/>
                      <a:pt x="1" y="6805"/>
                      <a:pt x="1" y="15178"/>
                    </a:cubicBezTo>
                    <a:cubicBezTo>
                      <a:pt x="1" y="23551"/>
                      <a:pt x="6806" y="30356"/>
                      <a:pt x="15178" y="30356"/>
                    </a:cubicBezTo>
                    <a:cubicBezTo>
                      <a:pt x="23584" y="30356"/>
                      <a:pt x="30356" y="23551"/>
                      <a:pt x="30356" y="15178"/>
                    </a:cubicBezTo>
                    <a:cubicBezTo>
                      <a:pt x="30323" y="6805"/>
                      <a:pt x="23584" y="1"/>
                      <a:pt x="151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40"/>
              <p:cNvSpPr/>
              <p:nvPr/>
            </p:nvSpPr>
            <p:spPr>
              <a:xfrm>
                <a:off x="8234476" y="1189172"/>
                <a:ext cx="394430" cy="411005"/>
              </a:xfrm>
              <a:custGeom>
                <a:avLst/>
                <a:gdLst/>
                <a:ahLst/>
                <a:cxnLst/>
                <a:rect l="l" t="t" r="r" b="b"/>
                <a:pathLst>
                  <a:path w="14278" h="14878" extrusionOk="0">
                    <a:moveTo>
                      <a:pt x="1" y="1"/>
                    </a:moveTo>
                    <a:lnTo>
                      <a:pt x="1" y="4470"/>
                    </a:lnTo>
                    <a:cubicBezTo>
                      <a:pt x="5471" y="4837"/>
                      <a:pt x="9808" y="9341"/>
                      <a:pt x="9941" y="14878"/>
                    </a:cubicBezTo>
                    <a:lnTo>
                      <a:pt x="14277" y="13377"/>
                    </a:lnTo>
                    <a:cubicBezTo>
                      <a:pt x="13410" y="6072"/>
                      <a:pt x="7406" y="368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40"/>
              <p:cNvSpPr/>
              <p:nvPr/>
            </p:nvSpPr>
            <p:spPr>
              <a:xfrm>
                <a:off x="7844681" y="1189172"/>
                <a:ext cx="389816" cy="310560"/>
              </a:xfrm>
              <a:custGeom>
                <a:avLst/>
                <a:gdLst/>
                <a:ahLst/>
                <a:cxnLst/>
                <a:rect l="l" t="t" r="r" b="b"/>
                <a:pathLst>
                  <a:path w="14111" h="11242" extrusionOk="0">
                    <a:moveTo>
                      <a:pt x="13343" y="1"/>
                    </a:moveTo>
                    <a:cubicBezTo>
                      <a:pt x="7606" y="1"/>
                      <a:pt x="2602" y="3203"/>
                      <a:pt x="1" y="7906"/>
                    </a:cubicBezTo>
                    <a:lnTo>
                      <a:pt x="3336" y="11242"/>
                    </a:lnTo>
                    <a:cubicBezTo>
                      <a:pt x="4871" y="7239"/>
                      <a:pt x="8807" y="4404"/>
                      <a:pt x="13343" y="4404"/>
                    </a:cubicBezTo>
                    <a:cubicBezTo>
                      <a:pt x="13610" y="4404"/>
                      <a:pt x="13844" y="4404"/>
                      <a:pt x="14111" y="4470"/>
                    </a:cubicBezTo>
                    <a:lnTo>
                      <a:pt x="14111" y="34"/>
                    </a:lnTo>
                    <a:cubicBezTo>
                      <a:pt x="13844" y="34"/>
                      <a:pt x="13610" y="1"/>
                      <a:pt x="133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40"/>
              <p:cNvSpPr/>
              <p:nvPr/>
            </p:nvSpPr>
            <p:spPr>
              <a:xfrm>
                <a:off x="9034291" y="651608"/>
                <a:ext cx="548301" cy="548329"/>
              </a:xfrm>
              <a:custGeom>
                <a:avLst/>
                <a:gdLst/>
                <a:ahLst/>
                <a:cxnLst/>
                <a:rect l="l" t="t" r="r" b="b"/>
                <a:pathLst>
                  <a:path w="19848" h="19849" extrusionOk="0">
                    <a:moveTo>
                      <a:pt x="9640" y="935"/>
                    </a:moveTo>
                    <a:lnTo>
                      <a:pt x="9640" y="3803"/>
                    </a:lnTo>
                    <a:cubicBezTo>
                      <a:pt x="8907" y="3803"/>
                      <a:pt x="8173" y="3803"/>
                      <a:pt x="7506" y="3837"/>
                    </a:cubicBezTo>
                    <a:cubicBezTo>
                      <a:pt x="8306" y="2469"/>
                      <a:pt x="9140" y="1468"/>
                      <a:pt x="9640" y="935"/>
                    </a:cubicBezTo>
                    <a:close/>
                    <a:moveTo>
                      <a:pt x="10241" y="801"/>
                    </a:moveTo>
                    <a:cubicBezTo>
                      <a:pt x="10741" y="1302"/>
                      <a:pt x="11742" y="2436"/>
                      <a:pt x="12643" y="4004"/>
                    </a:cubicBezTo>
                    <a:cubicBezTo>
                      <a:pt x="11809" y="3937"/>
                      <a:pt x="11008" y="3837"/>
                      <a:pt x="10241" y="3837"/>
                    </a:cubicBezTo>
                    <a:lnTo>
                      <a:pt x="10241" y="801"/>
                    </a:lnTo>
                    <a:close/>
                    <a:moveTo>
                      <a:pt x="9073" y="768"/>
                    </a:moveTo>
                    <a:lnTo>
                      <a:pt x="9073" y="768"/>
                    </a:lnTo>
                    <a:cubicBezTo>
                      <a:pt x="8440" y="1435"/>
                      <a:pt x="7572" y="2503"/>
                      <a:pt x="6805" y="3937"/>
                    </a:cubicBezTo>
                    <a:cubicBezTo>
                      <a:pt x="5771" y="4004"/>
                      <a:pt x="4837" y="4170"/>
                      <a:pt x="4003" y="4337"/>
                    </a:cubicBezTo>
                    <a:cubicBezTo>
                      <a:pt x="5237" y="2636"/>
                      <a:pt x="6972" y="1402"/>
                      <a:pt x="9073" y="768"/>
                    </a:cubicBezTo>
                    <a:close/>
                    <a:moveTo>
                      <a:pt x="10975" y="768"/>
                    </a:moveTo>
                    <a:lnTo>
                      <a:pt x="10975" y="768"/>
                    </a:lnTo>
                    <a:cubicBezTo>
                      <a:pt x="13176" y="1402"/>
                      <a:pt x="15011" y="2803"/>
                      <a:pt x="16245" y="4637"/>
                    </a:cubicBezTo>
                    <a:cubicBezTo>
                      <a:pt x="15244" y="4437"/>
                      <a:pt x="14277" y="4237"/>
                      <a:pt x="13310" y="4104"/>
                    </a:cubicBezTo>
                    <a:cubicBezTo>
                      <a:pt x="12509" y="2603"/>
                      <a:pt x="11608" y="1468"/>
                      <a:pt x="10975" y="768"/>
                    </a:cubicBezTo>
                    <a:close/>
                    <a:moveTo>
                      <a:pt x="6805" y="1102"/>
                    </a:moveTo>
                    <a:lnTo>
                      <a:pt x="6805" y="1102"/>
                    </a:lnTo>
                    <a:cubicBezTo>
                      <a:pt x="5337" y="1935"/>
                      <a:pt x="4103" y="3103"/>
                      <a:pt x="3169" y="4571"/>
                    </a:cubicBezTo>
                    <a:cubicBezTo>
                      <a:pt x="2769" y="4671"/>
                      <a:pt x="2402" y="4771"/>
                      <a:pt x="2002" y="4871"/>
                    </a:cubicBezTo>
                    <a:cubicBezTo>
                      <a:pt x="3169" y="3136"/>
                      <a:pt x="4837" y="1802"/>
                      <a:pt x="6805" y="1102"/>
                    </a:cubicBezTo>
                    <a:close/>
                    <a:moveTo>
                      <a:pt x="13543" y="1302"/>
                    </a:moveTo>
                    <a:lnTo>
                      <a:pt x="13543" y="1302"/>
                    </a:lnTo>
                    <a:cubicBezTo>
                      <a:pt x="15411" y="2069"/>
                      <a:pt x="16946" y="3437"/>
                      <a:pt x="17980" y="5138"/>
                    </a:cubicBezTo>
                    <a:cubicBezTo>
                      <a:pt x="17646" y="5038"/>
                      <a:pt x="17346" y="4971"/>
                      <a:pt x="17012" y="4871"/>
                    </a:cubicBezTo>
                    <a:cubicBezTo>
                      <a:pt x="16178" y="3437"/>
                      <a:pt x="14978" y="2169"/>
                      <a:pt x="13543" y="1302"/>
                    </a:cubicBezTo>
                    <a:close/>
                    <a:moveTo>
                      <a:pt x="6505" y="4471"/>
                    </a:moveTo>
                    <a:lnTo>
                      <a:pt x="6505" y="4471"/>
                    </a:lnTo>
                    <a:cubicBezTo>
                      <a:pt x="5838" y="5838"/>
                      <a:pt x="5337" y="7506"/>
                      <a:pt x="5271" y="9341"/>
                    </a:cubicBezTo>
                    <a:lnTo>
                      <a:pt x="5271" y="9574"/>
                    </a:lnTo>
                    <a:lnTo>
                      <a:pt x="2268" y="9574"/>
                    </a:lnTo>
                    <a:cubicBezTo>
                      <a:pt x="2302" y="7906"/>
                      <a:pt x="2802" y="6339"/>
                      <a:pt x="3603" y="4971"/>
                    </a:cubicBezTo>
                    <a:cubicBezTo>
                      <a:pt x="4103" y="4871"/>
                      <a:pt x="4737" y="4771"/>
                      <a:pt x="5337" y="4637"/>
                    </a:cubicBezTo>
                    <a:cubicBezTo>
                      <a:pt x="5738" y="4604"/>
                      <a:pt x="6105" y="4504"/>
                      <a:pt x="6505" y="4471"/>
                    </a:cubicBezTo>
                    <a:close/>
                    <a:moveTo>
                      <a:pt x="2802" y="5238"/>
                    </a:moveTo>
                    <a:cubicBezTo>
                      <a:pt x="2135" y="6539"/>
                      <a:pt x="1735" y="8006"/>
                      <a:pt x="1668" y="9608"/>
                    </a:cubicBezTo>
                    <a:lnTo>
                      <a:pt x="567" y="9608"/>
                    </a:lnTo>
                    <a:cubicBezTo>
                      <a:pt x="601" y="8173"/>
                      <a:pt x="968" y="6806"/>
                      <a:pt x="1601" y="5638"/>
                    </a:cubicBezTo>
                    <a:cubicBezTo>
                      <a:pt x="1935" y="5505"/>
                      <a:pt x="2335" y="5405"/>
                      <a:pt x="2802" y="5238"/>
                    </a:cubicBezTo>
                    <a:close/>
                    <a:moveTo>
                      <a:pt x="8888" y="4376"/>
                    </a:moveTo>
                    <a:cubicBezTo>
                      <a:pt x="9135" y="4376"/>
                      <a:pt x="9386" y="4384"/>
                      <a:pt x="9640" y="4404"/>
                    </a:cubicBezTo>
                    <a:lnTo>
                      <a:pt x="9640" y="9608"/>
                    </a:lnTo>
                    <a:lnTo>
                      <a:pt x="5804" y="9608"/>
                    </a:lnTo>
                    <a:lnTo>
                      <a:pt x="5804" y="9441"/>
                    </a:lnTo>
                    <a:cubicBezTo>
                      <a:pt x="5904" y="7506"/>
                      <a:pt x="6471" y="5838"/>
                      <a:pt x="7172" y="4471"/>
                    </a:cubicBezTo>
                    <a:cubicBezTo>
                      <a:pt x="7714" y="4423"/>
                      <a:pt x="8290" y="4376"/>
                      <a:pt x="8888" y="4376"/>
                    </a:cubicBezTo>
                    <a:close/>
                    <a:moveTo>
                      <a:pt x="10241" y="4404"/>
                    </a:moveTo>
                    <a:cubicBezTo>
                      <a:pt x="11075" y="4437"/>
                      <a:pt x="11975" y="4504"/>
                      <a:pt x="12943" y="4637"/>
                    </a:cubicBezTo>
                    <a:cubicBezTo>
                      <a:pt x="13610" y="5972"/>
                      <a:pt x="14144" y="7606"/>
                      <a:pt x="14244" y="9441"/>
                    </a:cubicBezTo>
                    <a:lnTo>
                      <a:pt x="14244" y="9608"/>
                    </a:lnTo>
                    <a:lnTo>
                      <a:pt x="10241" y="9608"/>
                    </a:lnTo>
                    <a:lnTo>
                      <a:pt x="10241" y="4404"/>
                    </a:lnTo>
                    <a:close/>
                    <a:moveTo>
                      <a:pt x="13643" y="4737"/>
                    </a:moveTo>
                    <a:cubicBezTo>
                      <a:pt x="14611" y="4871"/>
                      <a:pt x="15611" y="5104"/>
                      <a:pt x="16679" y="5338"/>
                    </a:cubicBezTo>
                    <a:cubicBezTo>
                      <a:pt x="17313" y="6605"/>
                      <a:pt x="17746" y="8073"/>
                      <a:pt x="17813" y="9608"/>
                    </a:cubicBezTo>
                    <a:lnTo>
                      <a:pt x="14811" y="9608"/>
                    </a:lnTo>
                    <a:lnTo>
                      <a:pt x="14811" y="9407"/>
                    </a:lnTo>
                    <a:cubicBezTo>
                      <a:pt x="14744" y="7640"/>
                      <a:pt x="14277" y="6072"/>
                      <a:pt x="13643" y="4737"/>
                    </a:cubicBezTo>
                    <a:close/>
                    <a:moveTo>
                      <a:pt x="17346" y="5571"/>
                    </a:moveTo>
                    <a:lnTo>
                      <a:pt x="17346" y="5571"/>
                    </a:lnTo>
                    <a:cubicBezTo>
                      <a:pt x="17679" y="5638"/>
                      <a:pt x="18013" y="5772"/>
                      <a:pt x="18347" y="5838"/>
                    </a:cubicBezTo>
                    <a:cubicBezTo>
                      <a:pt x="18914" y="6972"/>
                      <a:pt x="19247" y="8273"/>
                      <a:pt x="19314" y="9608"/>
                    </a:cubicBezTo>
                    <a:lnTo>
                      <a:pt x="18347" y="9608"/>
                    </a:lnTo>
                    <a:cubicBezTo>
                      <a:pt x="18313" y="8140"/>
                      <a:pt x="17946" y="6806"/>
                      <a:pt x="17346" y="5571"/>
                    </a:cubicBezTo>
                    <a:close/>
                    <a:moveTo>
                      <a:pt x="1668" y="10108"/>
                    </a:moveTo>
                    <a:lnTo>
                      <a:pt x="1668" y="10141"/>
                    </a:lnTo>
                    <a:cubicBezTo>
                      <a:pt x="1735" y="11843"/>
                      <a:pt x="2168" y="13477"/>
                      <a:pt x="2969" y="14911"/>
                    </a:cubicBezTo>
                    <a:cubicBezTo>
                      <a:pt x="2602" y="14811"/>
                      <a:pt x="2235" y="14678"/>
                      <a:pt x="1801" y="14578"/>
                    </a:cubicBezTo>
                    <a:cubicBezTo>
                      <a:pt x="1068" y="13210"/>
                      <a:pt x="601" y="11742"/>
                      <a:pt x="567" y="10108"/>
                    </a:cubicBezTo>
                    <a:close/>
                    <a:moveTo>
                      <a:pt x="19314" y="10141"/>
                    </a:moveTo>
                    <a:cubicBezTo>
                      <a:pt x="19281" y="11843"/>
                      <a:pt x="18780" y="13444"/>
                      <a:pt x="17946" y="14811"/>
                    </a:cubicBezTo>
                    <a:cubicBezTo>
                      <a:pt x="17646" y="14911"/>
                      <a:pt x="17313" y="15012"/>
                      <a:pt x="16946" y="15112"/>
                    </a:cubicBezTo>
                    <a:cubicBezTo>
                      <a:pt x="17813" y="13677"/>
                      <a:pt x="18313" y="11976"/>
                      <a:pt x="18347" y="10141"/>
                    </a:cubicBezTo>
                    <a:close/>
                    <a:moveTo>
                      <a:pt x="5237" y="10141"/>
                    </a:moveTo>
                    <a:cubicBezTo>
                      <a:pt x="5271" y="12009"/>
                      <a:pt x="5771" y="13844"/>
                      <a:pt x="6738" y="15679"/>
                    </a:cubicBezTo>
                    <a:cubicBezTo>
                      <a:pt x="5771" y="15579"/>
                      <a:pt x="4770" y="15345"/>
                      <a:pt x="3736" y="15112"/>
                    </a:cubicBezTo>
                    <a:cubicBezTo>
                      <a:pt x="2802" y="13677"/>
                      <a:pt x="2268" y="11976"/>
                      <a:pt x="2235" y="10141"/>
                    </a:cubicBezTo>
                    <a:close/>
                    <a:moveTo>
                      <a:pt x="17813" y="10141"/>
                    </a:moveTo>
                    <a:cubicBezTo>
                      <a:pt x="17780" y="12076"/>
                      <a:pt x="17179" y="13844"/>
                      <a:pt x="16145" y="15345"/>
                    </a:cubicBezTo>
                    <a:cubicBezTo>
                      <a:pt x="15645" y="15479"/>
                      <a:pt x="15111" y="15612"/>
                      <a:pt x="14511" y="15679"/>
                    </a:cubicBezTo>
                    <a:cubicBezTo>
                      <a:pt x="14110" y="15779"/>
                      <a:pt x="13677" y="15812"/>
                      <a:pt x="13243" y="15845"/>
                    </a:cubicBezTo>
                    <a:cubicBezTo>
                      <a:pt x="14244" y="13977"/>
                      <a:pt x="14777" y="12109"/>
                      <a:pt x="14811" y="10141"/>
                    </a:cubicBezTo>
                    <a:close/>
                    <a:moveTo>
                      <a:pt x="9640" y="10141"/>
                    </a:moveTo>
                    <a:lnTo>
                      <a:pt x="9640" y="15946"/>
                    </a:lnTo>
                    <a:cubicBezTo>
                      <a:pt x="8940" y="15912"/>
                      <a:pt x="8173" y="15845"/>
                      <a:pt x="7439" y="15779"/>
                    </a:cubicBezTo>
                    <a:cubicBezTo>
                      <a:pt x="6405" y="13944"/>
                      <a:pt x="5838" y="12076"/>
                      <a:pt x="5804" y="10141"/>
                    </a:cubicBezTo>
                    <a:close/>
                    <a:moveTo>
                      <a:pt x="14244" y="10141"/>
                    </a:moveTo>
                    <a:cubicBezTo>
                      <a:pt x="14177" y="12109"/>
                      <a:pt x="13610" y="14011"/>
                      <a:pt x="12509" y="15912"/>
                    </a:cubicBezTo>
                    <a:cubicBezTo>
                      <a:pt x="11809" y="15979"/>
                      <a:pt x="11075" y="15979"/>
                      <a:pt x="10241" y="15979"/>
                    </a:cubicBezTo>
                    <a:lnTo>
                      <a:pt x="10241" y="10141"/>
                    </a:lnTo>
                    <a:close/>
                    <a:moveTo>
                      <a:pt x="17446" y="15612"/>
                    </a:moveTo>
                    <a:cubicBezTo>
                      <a:pt x="16445" y="16913"/>
                      <a:pt x="15111" y="17947"/>
                      <a:pt x="13577" y="18614"/>
                    </a:cubicBezTo>
                    <a:cubicBezTo>
                      <a:pt x="14744" y="17914"/>
                      <a:pt x="15745" y="16946"/>
                      <a:pt x="16512" y="15845"/>
                    </a:cubicBezTo>
                    <a:cubicBezTo>
                      <a:pt x="16846" y="15779"/>
                      <a:pt x="17146" y="15679"/>
                      <a:pt x="17446" y="15612"/>
                    </a:cubicBezTo>
                    <a:close/>
                    <a:moveTo>
                      <a:pt x="2268" y="15312"/>
                    </a:moveTo>
                    <a:lnTo>
                      <a:pt x="2268" y="15312"/>
                    </a:lnTo>
                    <a:cubicBezTo>
                      <a:pt x="2635" y="15445"/>
                      <a:pt x="3002" y="15512"/>
                      <a:pt x="3403" y="15612"/>
                    </a:cubicBezTo>
                    <a:cubicBezTo>
                      <a:pt x="4270" y="16913"/>
                      <a:pt x="5437" y="18014"/>
                      <a:pt x="6805" y="18781"/>
                    </a:cubicBezTo>
                    <a:cubicBezTo>
                      <a:pt x="4970" y="18147"/>
                      <a:pt x="3336" y="16913"/>
                      <a:pt x="2268" y="15312"/>
                    </a:cubicBezTo>
                    <a:close/>
                    <a:moveTo>
                      <a:pt x="7772" y="16413"/>
                    </a:moveTo>
                    <a:lnTo>
                      <a:pt x="7772" y="16413"/>
                    </a:lnTo>
                    <a:cubicBezTo>
                      <a:pt x="8440" y="16446"/>
                      <a:pt x="9073" y="16479"/>
                      <a:pt x="9640" y="16513"/>
                    </a:cubicBezTo>
                    <a:lnTo>
                      <a:pt x="9640" y="18914"/>
                    </a:lnTo>
                    <a:cubicBezTo>
                      <a:pt x="8940" y="18080"/>
                      <a:pt x="8306" y="17246"/>
                      <a:pt x="7772" y="16413"/>
                    </a:cubicBezTo>
                    <a:close/>
                    <a:moveTo>
                      <a:pt x="12176" y="16479"/>
                    </a:moveTo>
                    <a:lnTo>
                      <a:pt x="12176" y="16479"/>
                    </a:lnTo>
                    <a:cubicBezTo>
                      <a:pt x="11642" y="17347"/>
                      <a:pt x="10975" y="18247"/>
                      <a:pt x="10241" y="19081"/>
                    </a:cubicBezTo>
                    <a:lnTo>
                      <a:pt x="10241" y="16513"/>
                    </a:lnTo>
                    <a:lnTo>
                      <a:pt x="10608" y="16513"/>
                    </a:lnTo>
                    <a:cubicBezTo>
                      <a:pt x="11141" y="16513"/>
                      <a:pt x="11675" y="16513"/>
                      <a:pt x="12176" y="16479"/>
                    </a:cubicBezTo>
                    <a:close/>
                    <a:moveTo>
                      <a:pt x="4237" y="15812"/>
                    </a:moveTo>
                    <a:cubicBezTo>
                      <a:pt x="5237" y="16012"/>
                      <a:pt x="6171" y="16179"/>
                      <a:pt x="7105" y="16312"/>
                    </a:cubicBezTo>
                    <a:cubicBezTo>
                      <a:pt x="7639" y="17280"/>
                      <a:pt x="8339" y="18247"/>
                      <a:pt x="9140" y="19148"/>
                    </a:cubicBezTo>
                    <a:cubicBezTo>
                      <a:pt x="7139" y="18614"/>
                      <a:pt x="5437" y="17413"/>
                      <a:pt x="4237" y="15812"/>
                    </a:cubicBezTo>
                    <a:close/>
                    <a:moveTo>
                      <a:pt x="15645" y="16012"/>
                    </a:moveTo>
                    <a:lnTo>
                      <a:pt x="15645" y="16012"/>
                    </a:lnTo>
                    <a:cubicBezTo>
                      <a:pt x="14444" y="17480"/>
                      <a:pt x="12809" y="18614"/>
                      <a:pt x="10908" y="19148"/>
                    </a:cubicBezTo>
                    <a:cubicBezTo>
                      <a:pt x="11675" y="18247"/>
                      <a:pt x="12342" y="17347"/>
                      <a:pt x="12909" y="16446"/>
                    </a:cubicBezTo>
                    <a:cubicBezTo>
                      <a:pt x="13943" y="16346"/>
                      <a:pt x="14844" y="16179"/>
                      <a:pt x="15645" y="16012"/>
                    </a:cubicBezTo>
                    <a:close/>
                    <a:moveTo>
                      <a:pt x="9941" y="1"/>
                    </a:moveTo>
                    <a:cubicBezTo>
                      <a:pt x="4470" y="1"/>
                      <a:pt x="0" y="4471"/>
                      <a:pt x="0" y="9941"/>
                    </a:cubicBezTo>
                    <a:cubicBezTo>
                      <a:pt x="0" y="15412"/>
                      <a:pt x="4470" y="19848"/>
                      <a:pt x="9941" y="19848"/>
                    </a:cubicBezTo>
                    <a:lnTo>
                      <a:pt x="10174" y="19848"/>
                    </a:lnTo>
                    <a:cubicBezTo>
                      <a:pt x="15511" y="19782"/>
                      <a:pt x="19848" y="15345"/>
                      <a:pt x="19848" y="9941"/>
                    </a:cubicBezTo>
                    <a:cubicBezTo>
                      <a:pt x="19848" y="4504"/>
                      <a:pt x="15511" y="134"/>
                      <a:pt x="101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52" name="Google Shape;1752;p40"/>
          <p:cNvGrpSpPr/>
          <p:nvPr/>
        </p:nvGrpSpPr>
        <p:grpSpPr>
          <a:xfrm>
            <a:off x="330310" y="4274529"/>
            <a:ext cx="518269" cy="328105"/>
            <a:chOff x="783960" y="4261704"/>
            <a:chExt cx="518269" cy="328105"/>
          </a:xfrm>
        </p:grpSpPr>
        <p:sp>
          <p:nvSpPr>
            <p:cNvPr id="1753" name="Google Shape;1753;p40"/>
            <p:cNvSpPr/>
            <p:nvPr/>
          </p:nvSpPr>
          <p:spPr>
            <a:xfrm>
              <a:off x="1072397" y="4333585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54" name="Google Shape;1754;p40"/>
            <p:cNvGrpSpPr/>
            <p:nvPr/>
          </p:nvGrpSpPr>
          <p:grpSpPr>
            <a:xfrm>
              <a:off x="783960" y="4261704"/>
              <a:ext cx="518269" cy="328105"/>
              <a:chOff x="783960" y="4261704"/>
              <a:chExt cx="518269" cy="328105"/>
            </a:xfrm>
          </p:grpSpPr>
          <p:sp>
            <p:nvSpPr>
              <p:cNvPr id="1755" name="Google Shape;1755;p40"/>
              <p:cNvSpPr/>
              <p:nvPr/>
            </p:nvSpPr>
            <p:spPr>
              <a:xfrm>
                <a:off x="1216509" y="4325297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34" y="601"/>
                    </a:moveTo>
                    <a:cubicBezTo>
                      <a:pt x="2035" y="601"/>
                      <a:pt x="2502" y="1001"/>
                      <a:pt x="2502" y="1568"/>
                    </a:cubicBezTo>
                    <a:cubicBezTo>
                      <a:pt x="2502" y="2102"/>
                      <a:pt x="2102" y="2502"/>
                      <a:pt x="1534" y="2502"/>
                    </a:cubicBezTo>
                    <a:cubicBezTo>
                      <a:pt x="1001" y="2502"/>
                      <a:pt x="600" y="2102"/>
                      <a:pt x="600" y="1568"/>
                    </a:cubicBezTo>
                    <a:cubicBezTo>
                      <a:pt x="600" y="1001"/>
                      <a:pt x="1001" y="601"/>
                      <a:pt x="1534" y="601"/>
                    </a:cubicBezTo>
                    <a:close/>
                    <a:moveTo>
                      <a:pt x="1534" y="1"/>
                    </a:moveTo>
                    <a:cubicBezTo>
                      <a:pt x="701" y="1"/>
                      <a:pt x="0" y="734"/>
                      <a:pt x="0" y="1568"/>
                    </a:cubicBezTo>
                    <a:cubicBezTo>
                      <a:pt x="0" y="2402"/>
                      <a:pt x="701" y="3103"/>
                      <a:pt x="1534" y="3103"/>
                    </a:cubicBezTo>
                    <a:cubicBezTo>
                      <a:pt x="2368" y="3103"/>
                      <a:pt x="3036" y="2436"/>
                      <a:pt x="3102" y="1568"/>
                    </a:cubicBezTo>
                    <a:cubicBezTo>
                      <a:pt x="3102" y="734"/>
                      <a:pt x="2368" y="1"/>
                      <a:pt x="15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40"/>
              <p:cNvSpPr/>
              <p:nvPr/>
            </p:nvSpPr>
            <p:spPr>
              <a:xfrm>
                <a:off x="1057995" y="4504061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601"/>
                    </a:moveTo>
                    <a:cubicBezTo>
                      <a:pt x="2069" y="601"/>
                      <a:pt x="2536" y="1035"/>
                      <a:pt x="2502" y="1535"/>
                    </a:cubicBezTo>
                    <a:cubicBezTo>
                      <a:pt x="2502" y="2069"/>
                      <a:pt x="2069" y="2503"/>
                      <a:pt x="1535" y="2503"/>
                    </a:cubicBezTo>
                    <a:cubicBezTo>
                      <a:pt x="1001" y="2503"/>
                      <a:pt x="568" y="2069"/>
                      <a:pt x="568" y="1535"/>
                    </a:cubicBezTo>
                    <a:cubicBezTo>
                      <a:pt x="568" y="1002"/>
                      <a:pt x="1001" y="601"/>
                      <a:pt x="1535" y="601"/>
                    </a:cubicBezTo>
                    <a:close/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402" y="3103"/>
                      <a:pt x="3069" y="2369"/>
                      <a:pt x="3069" y="1535"/>
                    </a:cubicBezTo>
                    <a:cubicBezTo>
                      <a:pt x="3069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40"/>
              <p:cNvSpPr/>
              <p:nvPr/>
            </p:nvSpPr>
            <p:spPr>
              <a:xfrm>
                <a:off x="883495" y="4261704"/>
                <a:ext cx="15691" cy="213818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40" extrusionOk="0">
                    <a:moveTo>
                      <a:pt x="300" y="1"/>
                    </a:moveTo>
                    <a:cubicBezTo>
                      <a:pt x="133" y="1"/>
                      <a:pt x="0" y="134"/>
                      <a:pt x="0" y="301"/>
                    </a:cubicBezTo>
                    <a:lnTo>
                      <a:pt x="0" y="7440"/>
                    </a:lnTo>
                    <a:cubicBezTo>
                      <a:pt x="0" y="7606"/>
                      <a:pt x="133" y="7740"/>
                      <a:pt x="300" y="7740"/>
                    </a:cubicBezTo>
                    <a:cubicBezTo>
                      <a:pt x="400" y="7740"/>
                      <a:pt x="534" y="7606"/>
                      <a:pt x="567" y="7440"/>
                    </a:cubicBezTo>
                    <a:lnTo>
                      <a:pt x="567" y="301"/>
                    </a:lnTo>
                    <a:cubicBezTo>
                      <a:pt x="567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40"/>
              <p:cNvSpPr/>
              <p:nvPr/>
            </p:nvSpPr>
            <p:spPr>
              <a:xfrm>
                <a:off x="783960" y="4360326"/>
                <a:ext cx="213818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68" extrusionOk="0">
                    <a:moveTo>
                      <a:pt x="301" y="0"/>
                    </a:moveTo>
                    <a:cubicBezTo>
                      <a:pt x="134" y="0"/>
                      <a:pt x="0" y="134"/>
                      <a:pt x="0" y="300"/>
                    </a:cubicBezTo>
                    <a:cubicBezTo>
                      <a:pt x="0" y="467"/>
                      <a:pt x="134" y="567"/>
                      <a:pt x="301" y="567"/>
                    </a:cubicBezTo>
                    <a:lnTo>
                      <a:pt x="7439" y="567"/>
                    </a:lnTo>
                    <a:cubicBezTo>
                      <a:pt x="7606" y="567"/>
                      <a:pt x="7739" y="467"/>
                      <a:pt x="7739" y="300"/>
                    </a:cubicBezTo>
                    <a:cubicBezTo>
                      <a:pt x="7739" y="100"/>
                      <a:pt x="7606" y="0"/>
                      <a:pt x="7439" y="0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59" name="Google Shape;1759;p40"/>
          <p:cNvGrpSpPr/>
          <p:nvPr/>
        </p:nvGrpSpPr>
        <p:grpSpPr>
          <a:xfrm>
            <a:off x="1476312" y="221824"/>
            <a:ext cx="609540" cy="583574"/>
            <a:chOff x="3105300" y="593625"/>
            <a:chExt cx="256800" cy="245850"/>
          </a:xfrm>
        </p:grpSpPr>
        <p:sp>
          <p:nvSpPr>
            <p:cNvPr id="1760" name="Google Shape;1760;p40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0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0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0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43"/>
          <p:cNvSpPr/>
          <p:nvPr/>
        </p:nvSpPr>
        <p:spPr>
          <a:xfrm>
            <a:off x="1403963" y="1172331"/>
            <a:ext cx="2783400" cy="2578500"/>
          </a:xfrm>
          <a:prstGeom prst="roundRect">
            <a:avLst>
              <a:gd name="adj" fmla="val 8047"/>
            </a:avLst>
          </a:prstGeom>
          <a:solidFill>
            <a:schemeClr val="dk2"/>
          </a:solidFill>
          <a:ln>
            <a:noFill/>
          </a:ln>
          <a:effectLst>
            <a:outerShdw dist="161925" dir="786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3" name="Google Shape;1813;p43"/>
          <p:cNvPicPr preferRelativeResize="0"/>
          <p:nvPr/>
        </p:nvPicPr>
        <p:blipFill rotWithShape="1">
          <a:blip r:embed="rId3">
            <a:alphaModFix/>
          </a:blip>
          <a:srcRect l="11471" r="28091"/>
          <a:stretch/>
        </p:blipFill>
        <p:spPr>
          <a:xfrm flipH="1">
            <a:off x="1403963" y="1172331"/>
            <a:ext cx="2770500" cy="2578500"/>
          </a:xfrm>
          <a:prstGeom prst="roundRect">
            <a:avLst>
              <a:gd name="adj" fmla="val 7898"/>
            </a:avLst>
          </a:prstGeom>
          <a:noFill/>
          <a:ln>
            <a:noFill/>
          </a:ln>
        </p:spPr>
      </p:pic>
      <p:sp>
        <p:nvSpPr>
          <p:cNvPr id="1814" name="Google Shape;1814;p43"/>
          <p:cNvSpPr txBox="1">
            <a:spLocks noGrp="1"/>
          </p:cNvSpPr>
          <p:nvPr>
            <p:ph type="title"/>
          </p:nvPr>
        </p:nvSpPr>
        <p:spPr>
          <a:xfrm>
            <a:off x="4684963" y="782293"/>
            <a:ext cx="3833090" cy="5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Documentação:</a:t>
            </a:r>
            <a:endParaRPr dirty="0"/>
          </a:p>
        </p:txBody>
      </p:sp>
      <p:sp>
        <p:nvSpPr>
          <p:cNvPr id="1815" name="Google Shape;1815;p43"/>
          <p:cNvSpPr txBox="1">
            <a:spLocks noGrp="1"/>
          </p:cNvSpPr>
          <p:nvPr>
            <p:ph type="subTitle" idx="1"/>
          </p:nvPr>
        </p:nvSpPr>
        <p:spPr>
          <a:xfrm>
            <a:off x="4534302" y="2046441"/>
            <a:ext cx="4134413" cy="21607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BR" kern="1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Os testes são a melhor documentação que você pode ter;</a:t>
            </a:r>
          </a:p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pt-BR" kern="1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Os testes apresentam cenários, documentando as expectativas em relação ao código;</a:t>
            </a:r>
          </a:p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pt-BR" kern="100" dirty="0">
              <a:solidFill>
                <a:schemeClr val="tx1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pt-BR" kern="1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Eles te dizem o que funciona, como funciona, quais dependências, fluxo de erro, </a:t>
            </a:r>
            <a:r>
              <a:rPr lang="pt-BR" kern="100" dirty="0" err="1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etc</a:t>
            </a:r>
            <a:r>
              <a:rPr lang="pt-BR" kern="1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pt-BR" kern="100" dirty="0">
              <a:solidFill>
                <a:schemeClr val="tx1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BR" kern="1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Ao implementar o TDD, os testes permanecerão atualizados.</a:t>
            </a: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pt-BR" kern="100" dirty="0">
              <a:solidFill>
                <a:schemeClr val="tx1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16" name="Google Shape;1816;p43"/>
          <p:cNvSpPr/>
          <p:nvPr/>
        </p:nvSpPr>
        <p:spPr>
          <a:xfrm>
            <a:off x="2262507" y="1934407"/>
            <a:ext cx="462359" cy="462382"/>
          </a:xfrm>
          <a:custGeom>
            <a:avLst/>
            <a:gdLst/>
            <a:ahLst/>
            <a:cxnLst/>
            <a:rect l="l" t="t" r="r" b="b"/>
            <a:pathLst>
              <a:path w="19848" h="19849" extrusionOk="0">
                <a:moveTo>
                  <a:pt x="9640" y="935"/>
                </a:moveTo>
                <a:lnTo>
                  <a:pt x="9640" y="3803"/>
                </a:lnTo>
                <a:cubicBezTo>
                  <a:pt x="8907" y="3803"/>
                  <a:pt x="8173" y="3803"/>
                  <a:pt x="7506" y="3837"/>
                </a:cubicBezTo>
                <a:cubicBezTo>
                  <a:pt x="8306" y="2469"/>
                  <a:pt x="9140" y="1468"/>
                  <a:pt x="9640" y="935"/>
                </a:cubicBezTo>
                <a:close/>
                <a:moveTo>
                  <a:pt x="10241" y="801"/>
                </a:moveTo>
                <a:cubicBezTo>
                  <a:pt x="10741" y="1302"/>
                  <a:pt x="11742" y="2436"/>
                  <a:pt x="12643" y="4004"/>
                </a:cubicBezTo>
                <a:cubicBezTo>
                  <a:pt x="11809" y="3937"/>
                  <a:pt x="11008" y="3837"/>
                  <a:pt x="10241" y="3837"/>
                </a:cubicBezTo>
                <a:lnTo>
                  <a:pt x="10241" y="801"/>
                </a:lnTo>
                <a:close/>
                <a:moveTo>
                  <a:pt x="9073" y="768"/>
                </a:moveTo>
                <a:lnTo>
                  <a:pt x="9073" y="768"/>
                </a:lnTo>
                <a:cubicBezTo>
                  <a:pt x="8440" y="1435"/>
                  <a:pt x="7572" y="2503"/>
                  <a:pt x="6805" y="3937"/>
                </a:cubicBezTo>
                <a:cubicBezTo>
                  <a:pt x="5771" y="4004"/>
                  <a:pt x="4837" y="4170"/>
                  <a:pt x="4003" y="4337"/>
                </a:cubicBezTo>
                <a:cubicBezTo>
                  <a:pt x="5237" y="2636"/>
                  <a:pt x="6972" y="1402"/>
                  <a:pt x="9073" y="768"/>
                </a:cubicBezTo>
                <a:close/>
                <a:moveTo>
                  <a:pt x="10975" y="768"/>
                </a:moveTo>
                <a:lnTo>
                  <a:pt x="10975" y="768"/>
                </a:lnTo>
                <a:cubicBezTo>
                  <a:pt x="13176" y="1402"/>
                  <a:pt x="15011" y="2803"/>
                  <a:pt x="16245" y="4637"/>
                </a:cubicBezTo>
                <a:cubicBezTo>
                  <a:pt x="15244" y="4437"/>
                  <a:pt x="14277" y="4237"/>
                  <a:pt x="13310" y="4104"/>
                </a:cubicBezTo>
                <a:cubicBezTo>
                  <a:pt x="12509" y="2603"/>
                  <a:pt x="11608" y="1468"/>
                  <a:pt x="10975" y="768"/>
                </a:cubicBezTo>
                <a:close/>
                <a:moveTo>
                  <a:pt x="6805" y="1102"/>
                </a:moveTo>
                <a:lnTo>
                  <a:pt x="6805" y="1102"/>
                </a:lnTo>
                <a:cubicBezTo>
                  <a:pt x="5337" y="1935"/>
                  <a:pt x="4103" y="3103"/>
                  <a:pt x="3169" y="4571"/>
                </a:cubicBezTo>
                <a:cubicBezTo>
                  <a:pt x="2769" y="4671"/>
                  <a:pt x="2402" y="4771"/>
                  <a:pt x="2002" y="4871"/>
                </a:cubicBezTo>
                <a:cubicBezTo>
                  <a:pt x="3169" y="3136"/>
                  <a:pt x="4837" y="1802"/>
                  <a:pt x="6805" y="1102"/>
                </a:cubicBezTo>
                <a:close/>
                <a:moveTo>
                  <a:pt x="13543" y="1302"/>
                </a:moveTo>
                <a:lnTo>
                  <a:pt x="13543" y="1302"/>
                </a:lnTo>
                <a:cubicBezTo>
                  <a:pt x="15411" y="2069"/>
                  <a:pt x="16946" y="3437"/>
                  <a:pt x="17980" y="5138"/>
                </a:cubicBezTo>
                <a:cubicBezTo>
                  <a:pt x="17646" y="5038"/>
                  <a:pt x="17346" y="4971"/>
                  <a:pt x="17012" y="4871"/>
                </a:cubicBezTo>
                <a:cubicBezTo>
                  <a:pt x="16178" y="3437"/>
                  <a:pt x="14978" y="2169"/>
                  <a:pt x="13543" y="1302"/>
                </a:cubicBezTo>
                <a:close/>
                <a:moveTo>
                  <a:pt x="6505" y="4471"/>
                </a:moveTo>
                <a:lnTo>
                  <a:pt x="6505" y="4471"/>
                </a:lnTo>
                <a:cubicBezTo>
                  <a:pt x="5838" y="5838"/>
                  <a:pt x="5337" y="7506"/>
                  <a:pt x="5271" y="9341"/>
                </a:cubicBezTo>
                <a:lnTo>
                  <a:pt x="5271" y="9574"/>
                </a:lnTo>
                <a:lnTo>
                  <a:pt x="2268" y="9574"/>
                </a:lnTo>
                <a:cubicBezTo>
                  <a:pt x="2302" y="7906"/>
                  <a:pt x="2802" y="6339"/>
                  <a:pt x="3603" y="4971"/>
                </a:cubicBezTo>
                <a:cubicBezTo>
                  <a:pt x="4103" y="4871"/>
                  <a:pt x="4737" y="4771"/>
                  <a:pt x="5337" y="4637"/>
                </a:cubicBezTo>
                <a:cubicBezTo>
                  <a:pt x="5738" y="4604"/>
                  <a:pt x="6105" y="4504"/>
                  <a:pt x="6505" y="4471"/>
                </a:cubicBezTo>
                <a:close/>
                <a:moveTo>
                  <a:pt x="2802" y="5238"/>
                </a:moveTo>
                <a:cubicBezTo>
                  <a:pt x="2135" y="6539"/>
                  <a:pt x="1735" y="8006"/>
                  <a:pt x="1668" y="9608"/>
                </a:cubicBezTo>
                <a:lnTo>
                  <a:pt x="567" y="9608"/>
                </a:lnTo>
                <a:cubicBezTo>
                  <a:pt x="601" y="8173"/>
                  <a:pt x="968" y="6806"/>
                  <a:pt x="1601" y="5638"/>
                </a:cubicBezTo>
                <a:cubicBezTo>
                  <a:pt x="1935" y="5505"/>
                  <a:pt x="2335" y="5405"/>
                  <a:pt x="2802" y="5238"/>
                </a:cubicBezTo>
                <a:close/>
                <a:moveTo>
                  <a:pt x="8888" y="4376"/>
                </a:moveTo>
                <a:cubicBezTo>
                  <a:pt x="9135" y="4376"/>
                  <a:pt x="9386" y="4384"/>
                  <a:pt x="9640" y="4404"/>
                </a:cubicBezTo>
                <a:lnTo>
                  <a:pt x="9640" y="9608"/>
                </a:lnTo>
                <a:lnTo>
                  <a:pt x="5804" y="9608"/>
                </a:lnTo>
                <a:lnTo>
                  <a:pt x="5804" y="9441"/>
                </a:lnTo>
                <a:cubicBezTo>
                  <a:pt x="5904" y="7506"/>
                  <a:pt x="6471" y="5838"/>
                  <a:pt x="7172" y="4471"/>
                </a:cubicBezTo>
                <a:cubicBezTo>
                  <a:pt x="7714" y="4423"/>
                  <a:pt x="8290" y="4376"/>
                  <a:pt x="8888" y="4376"/>
                </a:cubicBezTo>
                <a:close/>
                <a:moveTo>
                  <a:pt x="10241" y="4404"/>
                </a:moveTo>
                <a:cubicBezTo>
                  <a:pt x="11075" y="4437"/>
                  <a:pt x="11975" y="4504"/>
                  <a:pt x="12943" y="4637"/>
                </a:cubicBezTo>
                <a:cubicBezTo>
                  <a:pt x="13610" y="5972"/>
                  <a:pt x="14144" y="7606"/>
                  <a:pt x="14244" y="9441"/>
                </a:cubicBezTo>
                <a:lnTo>
                  <a:pt x="14244" y="9608"/>
                </a:lnTo>
                <a:lnTo>
                  <a:pt x="10241" y="9608"/>
                </a:lnTo>
                <a:lnTo>
                  <a:pt x="10241" y="4404"/>
                </a:lnTo>
                <a:close/>
                <a:moveTo>
                  <a:pt x="13643" y="4737"/>
                </a:moveTo>
                <a:cubicBezTo>
                  <a:pt x="14611" y="4871"/>
                  <a:pt x="15611" y="5104"/>
                  <a:pt x="16679" y="5338"/>
                </a:cubicBezTo>
                <a:cubicBezTo>
                  <a:pt x="17313" y="6605"/>
                  <a:pt x="17746" y="8073"/>
                  <a:pt x="17813" y="9608"/>
                </a:cubicBezTo>
                <a:lnTo>
                  <a:pt x="14811" y="9608"/>
                </a:lnTo>
                <a:lnTo>
                  <a:pt x="14811" y="9407"/>
                </a:lnTo>
                <a:cubicBezTo>
                  <a:pt x="14744" y="7640"/>
                  <a:pt x="14277" y="6072"/>
                  <a:pt x="13643" y="4737"/>
                </a:cubicBezTo>
                <a:close/>
                <a:moveTo>
                  <a:pt x="17346" y="5571"/>
                </a:moveTo>
                <a:lnTo>
                  <a:pt x="17346" y="5571"/>
                </a:lnTo>
                <a:cubicBezTo>
                  <a:pt x="17679" y="5638"/>
                  <a:pt x="18013" y="5772"/>
                  <a:pt x="18347" y="5838"/>
                </a:cubicBezTo>
                <a:cubicBezTo>
                  <a:pt x="18914" y="6972"/>
                  <a:pt x="19247" y="8273"/>
                  <a:pt x="19314" y="9608"/>
                </a:cubicBezTo>
                <a:lnTo>
                  <a:pt x="18347" y="9608"/>
                </a:lnTo>
                <a:cubicBezTo>
                  <a:pt x="18313" y="8140"/>
                  <a:pt x="17946" y="6806"/>
                  <a:pt x="17346" y="5571"/>
                </a:cubicBezTo>
                <a:close/>
                <a:moveTo>
                  <a:pt x="1668" y="10108"/>
                </a:moveTo>
                <a:lnTo>
                  <a:pt x="1668" y="10141"/>
                </a:lnTo>
                <a:cubicBezTo>
                  <a:pt x="1735" y="11843"/>
                  <a:pt x="2168" y="13477"/>
                  <a:pt x="2969" y="14911"/>
                </a:cubicBezTo>
                <a:cubicBezTo>
                  <a:pt x="2602" y="14811"/>
                  <a:pt x="2235" y="14678"/>
                  <a:pt x="1801" y="14578"/>
                </a:cubicBezTo>
                <a:cubicBezTo>
                  <a:pt x="1068" y="13210"/>
                  <a:pt x="601" y="11742"/>
                  <a:pt x="567" y="10108"/>
                </a:cubicBezTo>
                <a:close/>
                <a:moveTo>
                  <a:pt x="19314" y="10141"/>
                </a:moveTo>
                <a:cubicBezTo>
                  <a:pt x="19281" y="11843"/>
                  <a:pt x="18780" y="13444"/>
                  <a:pt x="17946" y="14811"/>
                </a:cubicBezTo>
                <a:cubicBezTo>
                  <a:pt x="17646" y="14911"/>
                  <a:pt x="17313" y="15012"/>
                  <a:pt x="16946" y="15112"/>
                </a:cubicBezTo>
                <a:cubicBezTo>
                  <a:pt x="17813" y="13677"/>
                  <a:pt x="18313" y="11976"/>
                  <a:pt x="18347" y="10141"/>
                </a:cubicBezTo>
                <a:close/>
                <a:moveTo>
                  <a:pt x="5237" y="10141"/>
                </a:moveTo>
                <a:cubicBezTo>
                  <a:pt x="5271" y="12009"/>
                  <a:pt x="5771" y="13844"/>
                  <a:pt x="6738" y="15679"/>
                </a:cubicBezTo>
                <a:cubicBezTo>
                  <a:pt x="5771" y="15579"/>
                  <a:pt x="4770" y="15345"/>
                  <a:pt x="3736" y="15112"/>
                </a:cubicBezTo>
                <a:cubicBezTo>
                  <a:pt x="2802" y="13677"/>
                  <a:pt x="2268" y="11976"/>
                  <a:pt x="2235" y="10141"/>
                </a:cubicBezTo>
                <a:close/>
                <a:moveTo>
                  <a:pt x="17813" y="10141"/>
                </a:moveTo>
                <a:cubicBezTo>
                  <a:pt x="17780" y="12076"/>
                  <a:pt x="17179" y="13844"/>
                  <a:pt x="16145" y="15345"/>
                </a:cubicBezTo>
                <a:cubicBezTo>
                  <a:pt x="15645" y="15479"/>
                  <a:pt x="15111" y="15612"/>
                  <a:pt x="14511" y="15679"/>
                </a:cubicBezTo>
                <a:cubicBezTo>
                  <a:pt x="14110" y="15779"/>
                  <a:pt x="13677" y="15812"/>
                  <a:pt x="13243" y="15845"/>
                </a:cubicBezTo>
                <a:cubicBezTo>
                  <a:pt x="14244" y="13977"/>
                  <a:pt x="14777" y="12109"/>
                  <a:pt x="14811" y="10141"/>
                </a:cubicBezTo>
                <a:close/>
                <a:moveTo>
                  <a:pt x="9640" y="10141"/>
                </a:moveTo>
                <a:lnTo>
                  <a:pt x="9640" y="15946"/>
                </a:lnTo>
                <a:cubicBezTo>
                  <a:pt x="8940" y="15912"/>
                  <a:pt x="8173" y="15845"/>
                  <a:pt x="7439" y="15779"/>
                </a:cubicBezTo>
                <a:cubicBezTo>
                  <a:pt x="6405" y="13944"/>
                  <a:pt x="5838" y="12076"/>
                  <a:pt x="5804" y="10141"/>
                </a:cubicBezTo>
                <a:close/>
                <a:moveTo>
                  <a:pt x="14244" y="10141"/>
                </a:moveTo>
                <a:cubicBezTo>
                  <a:pt x="14177" y="12109"/>
                  <a:pt x="13610" y="14011"/>
                  <a:pt x="12509" y="15912"/>
                </a:cubicBezTo>
                <a:cubicBezTo>
                  <a:pt x="11809" y="15979"/>
                  <a:pt x="11075" y="15979"/>
                  <a:pt x="10241" y="15979"/>
                </a:cubicBezTo>
                <a:lnTo>
                  <a:pt x="10241" y="10141"/>
                </a:lnTo>
                <a:close/>
                <a:moveTo>
                  <a:pt x="17446" y="15612"/>
                </a:moveTo>
                <a:cubicBezTo>
                  <a:pt x="16445" y="16913"/>
                  <a:pt x="15111" y="17947"/>
                  <a:pt x="13577" y="18614"/>
                </a:cubicBezTo>
                <a:cubicBezTo>
                  <a:pt x="14744" y="17914"/>
                  <a:pt x="15745" y="16946"/>
                  <a:pt x="16512" y="15845"/>
                </a:cubicBezTo>
                <a:cubicBezTo>
                  <a:pt x="16846" y="15779"/>
                  <a:pt x="17146" y="15679"/>
                  <a:pt x="17446" y="15612"/>
                </a:cubicBezTo>
                <a:close/>
                <a:moveTo>
                  <a:pt x="2268" y="15312"/>
                </a:moveTo>
                <a:lnTo>
                  <a:pt x="2268" y="15312"/>
                </a:lnTo>
                <a:cubicBezTo>
                  <a:pt x="2635" y="15445"/>
                  <a:pt x="3002" y="15512"/>
                  <a:pt x="3403" y="15612"/>
                </a:cubicBezTo>
                <a:cubicBezTo>
                  <a:pt x="4270" y="16913"/>
                  <a:pt x="5437" y="18014"/>
                  <a:pt x="6805" y="18781"/>
                </a:cubicBezTo>
                <a:cubicBezTo>
                  <a:pt x="4970" y="18147"/>
                  <a:pt x="3336" y="16913"/>
                  <a:pt x="2268" y="15312"/>
                </a:cubicBezTo>
                <a:close/>
                <a:moveTo>
                  <a:pt x="7772" y="16413"/>
                </a:moveTo>
                <a:lnTo>
                  <a:pt x="7772" y="16413"/>
                </a:lnTo>
                <a:cubicBezTo>
                  <a:pt x="8440" y="16446"/>
                  <a:pt x="9073" y="16479"/>
                  <a:pt x="9640" y="16513"/>
                </a:cubicBezTo>
                <a:lnTo>
                  <a:pt x="9640" y="18914"/>
                </a:lnTo>
                <a:cubicBezTo>
                  <a:pt x="8940" y="18080"/>
                  <a:pt x="8306" y="17246"/>
                  <a:pt x="7772" y="16413"/>
                </a:cubicBezTo>
                <a:close/>
                <a:moveTo>
                  <a:pt x="12176" y="16479"/>
                </a:moveTo>
                <a:lnTo>
                  <a:pt x="12176" y="16479"/>
                </a:lnTo>
                <a:cubicBezTo>
                  <a:pt x="11642" y="17347"/>
                  <a:pt x="10975" y="18247"/>
                  <a:pt x="10241" y="19081"/>
                </a:cubicBezTo>
                <a:lnTo>
                  <a:pt x="10241" y="16513"/>
                </a:lnTo>
                <a:lnTo>
                  <a:pt x="10608" y="16513"/>
                </a:lnTo>
                <a:cubicBezTo>
                  <a:pt x="11141" y="16513"/>
                  <a:pt x="11675" y="16513"/>
                  <a:pt x="12176" y="16479"/>
                </a:cubicBezTo>
                <a:close/>
                <a:moveTo>
                  <a:pt x="4237" y="15812"/>
                </a:moveTo>
                <a:cubicBezTo>
                  <a:pt x="5237" y="16012"/>
                  <a:pt x="6171" y="16179"/>
                  <a:pt x="7105" y="16312"/>
                </a:cubicBezTo>
                <a:cubicBezTo>
                  <a:pt x="7639" y="17280"/>
                  <a:pt x="8339" y="18247"/>
                  <a:pt x="9140" y="19148"/>
                </a:cubicBezTo>
                <a:cubicBezTo>
                  <a:pt x="7139" y="18614"/>
                  <a:pt x="5437" y="17413"/>
                  <a:pt x="4237" y="15812"/>
                </a:cubicBezTo>
                <a:close/>
                <a:moveTo>
                  <a:pt x="15645" y="16012"/>
                </a:moveTo>
                <a:lnTo>
                  <a:pt x="15645" y="16012"/>
                </a:lnTo>
                <a:cubicBezTo>
                  <a:pt x="14444" y="17480"/>
                  <a:pt x="12809" y="18614"/>
                  <a:pt x="10908" y="19148"/>
                </a:cubicBezTo>
                <a:cubicBezTo>
                  <a:pt x="11675" y="18247"/>
                  <a:pt x="12342" y="17347"/>
                  <a:pt x="12909" y="16446"/>
                </a:cubicBezTo>
                <a:cubicBezTo>
                  <a:pt x="13943" y="16346"/>
                  <a:pt x="14844" y="16179"/>
                  <a:pt x="15645" y="16012"/>
                </a:cubicBezTo>
                <a:close/>
                <a:moveTo>
                  <a:pt x="9941" y="1"/>
                </a:moveTo>
                <a:cubicBezTo>
                  <a:pt x="4470" y="1"/>
                  <a:pt x="0" y="4471"/>
                  <a:pt x="0" y="9941"/>
                </a:cubicBezTo>
                <a:cubicBezTo>
                  <a:pt x="0" y="15412"/>
                  <a:pt x="4470" y="19848"/>
                  <a:pt x="9941" y="19848"/>
                </a:cubicBezTo>
                <a:lnTo>
                  <a:pt x="10174" y="19848"/>
                </a:lnTo>
                <a:cubicBezTo>
                  <a:pt x="15511" y="19782"/>
                  <a:pt x="19848" y="15345"/>
                  <a:pt x="19848" y="9941"/>
                </a:cubicBezTo>
                <a:cubicBezTo>
                  <a:pt x="19848" y="4504"/>
                  <a:pt x="15511" y="134"/>
                  <a:pt x="10141" y="1"/>
                </a:cubicBezTo>
                <a:close/>
              </a:path>
            </a:pathLst>
          </a:custGeom>
          <a:solidFill>
            <a:srgbClr val="92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7" name="Google Shape;1817;p43"/>
          <p:cNvGrpSpPr/>
          <p:nvPr/>
        </p:nvGrpSpPr>
        <p:grpSpPr>
          <a:xfrm>
            <a:off x="1614225" y="1289593"/>
            <a:ext cx="609540" cy="583574"/>
            <a:chOff x="3105300" y="593625"/>
            <a:chExt cx="256800" cy="245850"/>
          </a:xfrm>
        </p:grpSpPr>
        <p:sp>
          <p:nvSpPr>
            <p:cNvPr id="1818" name="Google Shape;1818;p43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3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3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3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8" name="Google Shape;1828;p44"/>
          <p:cNvGrpSpPr/>
          <p:nvPr/>
        </p:nvGrpSpPr>
        <p:grpSpPr>
          <a:xfrm flipH="1">
            <a:off x="4960770" y="622090"/>
            <a:ext cx="4023614" cy="3946795"/>
            <a:chOff x="574956" y="-253549"/>
            <a:chExt cx="3441045" cy="3375349"/>
          </a:xfrm>
        </p:grpSpPr>
        <p:sp>
          <p:nvSpPr>
            <p:cNvPr id="1829" name="Google Shape;1829;p44"/>
            <p:cNvSpPr/>
            <p:nvPr/>
          </p:nvSpPr>
          <p:spPr>
            <a:xfrm>
              <a:off x="1092425" y="2833800"/>
              <a:ext cx="1967250" cy="210675"/>
            </a:xfrm>
            <a:custGeom>
              <a:avLst/>
              <a:gdLst/>
              <a:ahLst/>
              <a:cxnLst/>
              <a:rect l="l" t="t" r="r" b="b"/>
              <a:pathLst>
                <a:path w="78690" h="8427" extrusionOk="0">
                  <a:moveTo>
                    <a:pt x="39335" y="0"/>
                  </a:moveTo>
                  <a:cubicBezTo>
                    <a:pt x="17613" y="0"/>
                    <a:pt x="0" y="1883"/>
                    <a:pt x="0" y="4204"/>
                  </a:cubicBezTo>
                  <a:cubicBezTo>
                    <a:pt x="0" y="6524"/>
                    <a:pt x="17613" y="8426"/>
                    <a:pt x="39335" y="8426"/>
                  </a:cubicBezTo>
                  <a:cubicBezTo>
                    <a:pt x="61076" y="8426"/>
                    <a:pt x="78689" y="6524"/>
                    <a:pt x="78689" y="4204"/>
                  </a:cubicBezTo>
                  <a:cubicBezTo>
                    <a:pt x="78689" y="1883"/>
                    <a:pt x="61076" y="0"/>
                    <a:pt x="393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4"/>
            <p:cNvSpPr/>
            <p:nvPr/>
          </p:nvSpPr>
          <p:spPr>
            <a:xfrm>
              <a:off x="1144725" y="2839500"/>
              <a:ext cx="1862650" cy="198775"/>
            </a:xfrm>
            <a:custGeom>
              <a:avLst/>
              <a:gdLst/>
              <a:ahLst/>
              <a:cxnLst/>
              <a:rect l="l" t="t" r="r" b="b"/>
              <a:pathLst>
                <a:path w="74506" h="7951" extrusionOk="0">
                  <a:moveTo>
                    <a:pt x="37243" y="0"/>
                  </a:moveTo>
                  <a:cubicBezTo>
                    <a:pt x="16663" y="0"/>
                    <a:pt x="0" y="1788"/>
                    <a:pt x="0" y="3976"/>
                  </a:cubicBezTo>
                  <a:cubicBezTo>
                    <a:pt x="0" y="6182"/>
                    <a:pt x="16663" y="7951"/>
                    <a:pt x="37243" y="7951"/>
                  </a:cubicBezTo>
                  <a:cubicBezTo>
                    <a:pt x="57824" y="7951"/>
                    <a:pt x="74505" y="6182"/>
                    <a:pt x="74505" y="3976"/>
                  </a:cubicBezTo>
                  <a:cubicBezTo>
                    <a:pt x="74505" y="1788"/>
                    <a:pt x="57824" y="0"/>
                    <a:pt x="372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4"/>
            <p:cNvSpPr/>
            <p:nvPr/>
          </p:nvSpPr>
          <p:spPr>
            <a:xfrm>
              <a:off x="1266450" y="2852800"/>
              <a:ext cx="1619175" cy="149825"/>
            </a:xfrm>
            <a:custGeom>
              <a:avLst/>
              <a:gdLst/>
              <a:ahLst/>
              <a:cxnLst/>
              <a:rect l="l" t="t" r="r" b="b"/>
              <a:pathLst>
                <a:path w="64767" h="5993" extrusionOk="0">
                  <a:moveTo>
                    <a:pt x="32374" y="1"/>
                  </a:moveTo>
                  <a:cubicBezTo>
                    <a:pt x="14495" y="1"/>
                    <a:pt x="1" y="1351"/>
                    <a:pt x="1" y="2987"/>
                  </a:cubicBezTo>
                  <a:cubicBezTo>
                    <a:pt x="1" y="4642"/>
                    <a:pt x="14495" y="5992"/>
                    <a:pt x="32374" y="5992"/>
                  </a:cubicBezTo>
                  <a:cubicBezTo>
                    <a:pt x="50273" y="5992"/>
                    <a:pt x="64767" y="4642"/>
                    <a:pt x="64767" y="2987"/>
                  </a:cubicBezTo>
                  <a:cubicBezTo>
                    <a:pt x="64767" y="1351"/>
                    <a:pt x="50273" y="1"/>
                    <a:pt x="323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4"/>
            <p:cNvSpPr/>
            <p:nvPr/>
          </p:nvSpPr>
          <p:spPr>
            <a:xfrm>
              <a:off x="3217525" y="1429375"/>
              <a:ext cx="531175" cy="534700"/>
            </a:xfrm>
            <a:custGeom>
              <a:avLst/>
              <a:gdLst/>
              <a:ahLst/>
              <a:cxnLst/>
              <a:rect l="l" t="t" r="r" b="b"/>
              <a:pathLst>
                <a:path w="21247" h="21388" extrusionOk="0">
                  <a:moveTo>
                    <a:pt x="15186" y="0"/>
                  </a:moveTo>
                  <a:cubicBezTo>
                    <a:pt x="14942" y="0"/>
                    <a:pt x="14696" y="71"/>
                    <a:pt x="14475" y="218"/>
                  </a:cubicBezTo>
                  <a:cubicBezTo>
                    <a:pt x="11356" y="2234"/>
                    <a:pt x="8712" y="4897"/>
                    <a:pt x="6715" y="8035"/>
                  </a:cubicBezTo>
                  <a:cubicBezTo>
                    <a:pt x="6543" y="6685"/>
                    <a:pt x="6696" y="5296"/>
                    <a:pt x="7076" y="3984"/>
                  </a:cubicBezTo>
                  <a:cubicBezTo>
                    <a:pt x="7266" y="3280"/>
                    <a:pt x="6924" y="2538"/>
                    <a:pt x="6258" y="2253"/>
                  </a:cubicBezTo>
                  <a:lnTo>
                    <a:pt x="6239" y="2253"/>
                  </a:lnTo>
                  <a:cubicBezTo>
                    <a:pt x="6053" y="2165"/>
                    <a:pt x="5855" y="2124"/>
                    <a:pt x="5659" y="2124"/>
                  </a:cubicBezTo>
                  <a:cubicBezTo>
                    <a:pt x="5134" y="2124"/>
                    <a:pt x="4619" y="2420"/>
                    <a:pt x="4356" y="2919"/>
                  </a:cubicBezTo>
                  <a:cubicBezTo>
                    <a:pt x="2701" y="6171"/>
                    <a:pt x="2245" y="10033"/>
                    <a:pt x="3158" y="13570"/>
                  </a:cubicBezTo>
                  <a:lnTo>
                    <a:pt x="0" y="16861"/>
                  </a:lnTo>
                  <a:cubicBezTo>
                    <a:pt x="1845" y="18345"/>
                    <a:pt x="3671" y="19866"/>
                    <a:pt x="5497" y="21388"/>
                  </a:cubicBezTo>
                  <a:lnTo>
                    <a:pt x="7704" y="17679"/>
                  </a:lnTo>
                  <a:cubicBezTo>
                    <a:pt x="10443" y="17299"/>
                    <a:pt x="13011" y="15777"/>
                    <a:pt x="14684" y="13570"/>
                  </a:cubicBezTo>
                  <a:cubicBezTo>
                    <a:pt x="16434" y="13019"/>
                    <a:pt x="18222" y="12543"/>
                    <a:pt x="19972" y="12030"/>
                  </a:cubicBezTo>
                  <a:cubicBezTo>
                    <a:pt x="20448" y="11878"/>
                    <a:pt x="20695" y="11383"/>
                    <a:pt x="20543" y="10927"/>
                  </a:cubicBezTo>
                  <a:lnTo>
                    <a:pt x="20543" y="10908"/>
                  </a:lnTo>
                  <a:cubicBezTo>
                    <a:pt x="20429" y="10549"/>
                    <a:pt x="20092" y="10317"/>
                    <a:pt x="19735" y="10317"/>
                  </a:cubicBezTo>
                  <a:cubicBezTo>
                    <a:pt x="19675" y="10317"/>
                    <a:pt x="19614" y="10323"/>
                    <a:pt x="19554" y="10337"/>
                  </a:cubicBezTo>
                  <a:cubicBezTo>
                    <a:pt x="18127" y="10641"/>
                    <a:pt x="16548" y="11003"/>
                    <a:pt x="15179" y="11307"/>
                  </a:cubicBezTo>
                  <a:cubicBezTo>
                    <a:pt x="16777" y="10489"/>
                    <a:pt x="18489" y="9690"/>
                    <a:pt x="20219" y="9158"/>
                  </a:cubicBezTo>
                  <a:cubicBezTo>
                    <a:pt x="20866" y="8929"/>
                    <a:pt x="21247" y="8245"/>
                    <a:pt x="21056" y="7579"/>
                  </a:cubicBezTo>
                  <a:lnTo>
                    <a:pt x="21056" y="7560"/>
                  </a:lnTo>
                  <a:cubicBezTo>
                    <a:pt x="20897" y="7002"/>
                    <a:pt x="20403" y="6644"/>
                    <a:pt x="19855" y="6644"/>
                  </a:cubicBezTo>
                  <a:cubicBezTo>
                    <a:pt x="19750" y="6644"/>
                    <a:pt x="19642" y="6657"/>
                    <a:pt x="19535" y="6685"/>
                  </a:cubicBezTo>
                  <a:cubicBezTo>
                    <a:pt x="17633" y="7160"/>
                    <a:pt x="15769" y="7826"/>
                    <a:pt x="14057" y="8720"/>
                  </a:cubicBezTo>
                  <a:cubicBezTo>
                    <a:pt x="15731" y="7408"/>
                    <a:pt x="17633" y="6362"/>
                    <a:pt x="19630" y="5601"/>
                  </a:cubicBezTo>
                  <a:cubicBezTo>
                    <a:pt x="20391" y="5296"/>
                    <a:pt x="20733" y="4459"/>
                    <a:pt x="20429" y="3737"/>
                  </a:cubicBezTo>
                  <a:lnTo>
                    <a:pt x="20429" y="3699"/>
                  </a:lnTo>
                  <a:cubicBezTo>
                    <a:pt x="20208" y="3169"/>
                    <a:pt x="19679" y="2855"/>
                    <a:pt x="19125" y="2855"/>
                  </a:cubicBezTo>
                  <a:cubicBezTo>
                    <a:pt x="18964" y="2855"/>
                    <a:pt x="18800" y="2882"/>
                    <a:pt x="18641" y="2938"/>
                  </a:cubicBezTo>
                  <a:cubicBezTo>
                    <a:pt x="16149" y="3889"/>
                    <a:pt x="13771" y="5220"/>
                    <a:pt x="11679" y="6894"/>
                  </a:cubicBezTo>
                  <a:cubicBezTo>
                    <a:pt x="12896" y="5201"/>
                    <a:pt x="14361" y="3661"/>
                    <a:pt x="16016" y="2329"/>
                  </a:cubicBezTo>
                  <a:cubicBezTo>
                    <a:pt x="16548" y="1873"/>
                    <a:pt x="16644" y="1093"/>
                    <a:pt x="16225" y="522"/>
                  </a:cubicBezTo>
                  <a:cubicBezTo>
                    <a:pt x="16206" y="522"/>
                    <a:pt x="16206" y="503"/>
                    <a:pt x="16206" y="503"/>
                  </a:cubicBezTo>
                  <a:cubicBezTo>
                    <a:pt x="15950" y="177"/>
                    <a:pt x="15572" y="0"/>
                    <a:pt x="15186" y="0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4"/>
            <p:cNvSpPr/>
            <p:nvPr/>
          </p:nvSpPr>
          <p:spPr>
            <a:xfrm>
              <a:off x="3385375" y="1630725"/>
              <a:ext cx="114150" cy="166925"/>
            </a:xfrm>
            <a:custGeom>
              <a:avLst/>
              <a:gdLst/>
              <a:ahLst/>
              <a:cxnLst/>
              <a:rect l="l" t="t" r="r" b="b"/>
              <a:pathLst>
                <a:path w="4566" h="6677" extrusionOk="0">
                  <a:moveTo>
                    <a:pt x="1" y="0"/>
                  </a:moveTo>
                  <a:lnTo>
                    <a:pt x="1" y="0"/>
                  </a:lnTo>
                  <a:cubicBezTo>
                    <a:pt x="2721" y="2302"/>
                    <a:pt x="1294" y="5897"/>
                    <a:pt x="438" y="6677"/>
                  </a:cubicBezTo>
                  <a:cubicBezTo>
                    <a:pt x="4566" y="4014"/>
                    <a:pt x="1865" y="76"/>
                    <a:pt x="1" y="0"/>
                  </a:cubicBez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4"/>
            <p:cNvSpPr/>
            <p:nvPr/>
          </p:nvSpPr>
          <p:spPr>
            <a:xfrm>
              <a:off x="1429075" y="1653850"/>
              <a:ext cx="2023375" cy="1467950"/>
            </a:xfrm>
            <a:custGeom>
              <a:avLst/>
              <a:gdLst/>
              <a:ahLst/>
              <a:cxnLst/>
              <a:rect l="l" t="t" r="r" b="b"/>
              <a:pathLst>
                <a:path w="80935" h="58718" extrusionOk="0">
                  <a:moveTo>
                    <a:pt x="35578" y="1"/>
                  </a:moveTo>
                  <a:cubicBezTo>
                    <a:pt x="34955" y="1"/>
                    <a:pt x="34330" y="47"/>
                    <a:pt x="33706" y="141"/>
                  </a:cubicBezTo>
                  <a:lnTo>
                    <a:pt x="25375" y="1415"/>
                  </a:lnTo>
                  <a:lnTo>
                    <a:pt x="15256" y="1567"/>
                  </a:lnTo>
                  <a:lnTo>
                    <a:pt x="6544" y="103"/>
                  </a:lnTo>
                  <a:lnTo>
                    <a:pt x="1" y="32628"/>
                  </a:lnTo>
                  <a:lnTo>
                    <a:pt x="2911" y="58572"/>
                  </a:lnTo>
                  <a:cubicBezTo>
                    <a:pt x="7905" y="56799"/>
                    <a:pt x="12098" y="56203"/>
                    <a:pt x="15775" y="56203"/>
                  </a:cubicBezTo>
                  <a:cubicBezTo>
                    <a:pt x="23327" y="56203"/>
                    <a:pt x="28702" y="58718"/>
                    <a:pt x="34363" y="58718"/>
                  </a:cubicBezTo>
                  <a:cubicBezTo>
                    <a:pt x="38336" y="58718"/>
                    <a:pt x="42449" y="57480"/>
                    <a:pt x="47553" y="53266"/>
                  </a:cubicBezTo>
                  <a:lnTo>
                    <a:pt x="42018" y="34321"/>
                  </a:lnTo>
                  <a:lnTo>
                    <a:pt x="41124" y="19523"/>
                  </a:lnTo>
                  <a:lnTo>
                    <a:pt x="52080" y="28653"/>
                  </a:lnTo>
                  <a:cubicBezTo>
                    <a:pt x="53759" y="30061"/>
                    <a:pt x="55821" y="30765"/>
                    <a:pt x="57882" y="30765"/>
                  </a:cubicBezTo>
                  <a:cubicBezTo>
                    <a:pt x="60025" y="30765"/>
                    <a:pt x="62166" y="30004"/>
                    <a:pt x="63873" y="28482"/>
                  </a:cubicBezTo>
                  <a:lnTo>
                    <a:pt x="80935" y="13360"/>
                  </a:lnTo>
                  <a:lnTo>
                    <a:pt x="73516" y="4763"/>
                  </a:lnTo>
                  <a:lnTo>
                    <a:pt x="58851" y="16974"/>
                  </a:lnTo>
                  <a:lnTo>
                    <a:pt x="44205" y="3374"/>
                  </a:lnTo>
                  <a:cubicBezTo>
                    <a:pt x="41836" y="1196"/>
                    <a:pt x="38749" y="1"/>
                    <a:pt x="35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4"/>
            <p:cNvSpPr/>
            <p:nvPr/>
          </p:nvSpPr>
          <p:spPr>
            <a:xfrm>
              <a:off x="2438150" y="1823300"/>
              <a:ext cx="69450" cy="337175"/>
            </a:xfrm>
            <a:custGeom>
              <a:avLst/>
              <a:gdLst/>
              <a:ahLst/>
              <a:cxnLst/>
              <a:rect l="l" t="t" r="r" b="b"/>
              <a:pathLst>
                <a:path w="2778" h="13487" extrusionOk="0">
                  <a:moveTo>
                    <a:pt x="0" y="1"/>
                  </a:moveTo>
                  <a:lnTo>
                    <a:pt x="780" y="12726"/>
                  </a:lnTo>
                  <a:lnTo>
                    <a:pt x="1674" y="13487"/>
                  </a:lnTo>
                  <a:cubicBezTo>
                    <a:pt x="2777" y="9378"/>
                    <a:pt x="2378" y="5022"/>
                    <a:pt x="533" y="116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D092A">
                <a:alpha val="19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4"/>
            <p:cNvSpPr/>
            <p:nvPr/>
          </p:nvSpPr>
          <p:spPr>
            <a:xfrm>
              <a:off x="2759125" y="2061050"/>
              <a:ext cx="141725" cy="135575"/>
            </a:xfrm>
            <a:custGeom>
              <a:avLst/>
              <a:gdLst/>
              <a:ahLst/>
              <a:cxnLst/>
              <a:rect l="l" t="t" r="r" b="b"/>
              <a:pathLst>
                <a:path w="5669" h="5423" extrusionOk="0">
                  <a:moveTo>
                    <a:pt x="4879" y="0"/>
                  </a:moveTo>
                  <a:cubicBezTo>
                    <a:pt x="2842" y="0"/>
                    <a:pt x="1077" y="1341"/>
                    <a:pt x="571" y="3292"/>
                  </a:cubicBezTo>
                  <a:lnTo>
                    <a:pt x="0" y="5422"/>
                  </a:lnTo>
                  <a:lnTo>
                    <a:pt x="5668" y="686"/>
                  </a:lnTo>
                  <a:lnTo>
                    <a:pt x="4965" y="1"/>
                  </a:lnTo>
                  <a:cubicBezTo>
                    <a:pt x="4936" y="1"/>
                    <a:pt x="4908" y="0"/>
                    <a:pt x="4879" y="0"/>
                  </a:cubicBezTo>
                  <a:close/>
                </a:path>
              </a:pathLst>
            </a:custGeom>
            <a:solidFill>
              <a:srgbClr val="0D092A">
                <a:alpha val="19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4"/>
            <p:cNvSpPr/>
            <p:nvPr/>
          </p:nvSpPr>
          <p:spPr>
            <a:xfrm>
              <a:off x="1451900" y="2036350"/>
              <a:ext cx="1019550" cy="357600"/>
            </a:xfrm>
            <a:custGeom>
              <a:avLst/>
              <a:gdLst/>
              <a:ahLst/>
              <a:cxnLst/>
              <a:rect l="l" t="t" r="r" b="b"/>
              <a:pathLst>
                <a:path w="40782" h="14304" extrusionOk="0">
                  <a:moveTo>
                    <a:pt x="4167" y="0"/>
                  </a:moveTo>
                  <a:lnTo>
                    <a:pt x="2169" y="2130"/>
                  </a:lnTo>
                  <a:lnTo>
                    <a:pt x="1" y="12991"/>
                  </a:lnTo>
                  <a:lnTo>
                    <a:pt x="4167" y="8521"/>
                  </a:lnTo>
                  <a:lnTo>
                    <a:pt x="9530" y="14304"/>
                  </a:lnTo>
                  <a:lnTo>
                    <a:pt x="14913" y="8521"/>
                  </a:lnTo>
                  <a:lnTo>
                    <a:pt x="20277" y="14304"/>
                  </a:lnTo>
                  <a:lnTo>
                    <a:pt x="25660" y="8521"/>
                  </a:lnTo>
                  <a:lnTo>
                    <a:pt x="31024" y="14304"/>
                  </a:lnTo>
                  <a:lnTo>
                    <a:pt x="36407" y="8521"/>
                  </a:lnTo>
                  <a:lnTo>
                    <a:pt x="40782" y="13239"/>
                  </a:lnTo>
                  <a:lnTo>
                    <a:pt x="40230" y="4204"/>
                  </a:lnTo>
                  <a:lnTo>
                    <a:pt x="40553" y="4508"/>
                  </a:lnTo>
                  <a:lnTo>
                    <a:pt x="36407" y="0"/>
                  </a:lnTo>
                  <a:lnTo>
                    <a:pt x="31024" y="5801"/>
                  </a:lnTo>
                  <a:lnTo>
                    <a:pt x="25660" y="0"/>
                  </a:lnTo>
                  <a:lnTo>
                    <a:pt x="20277" y="5801"/>
                  </a:lnTo>
                  <a:lnTo>
                    <a:pt x="14913" y="0"/>
                  </a:lnTo>
                  <a:lnTo>
                    <a:pt x="9530" y="5801"/>
                  </a:lnTo>
                  <a:lnTo>
                    <a:pt x="4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4"/>
            <p:cNvSpPr/>
            <p:nvPr/>
          </p:nvSpPr>
          <p:spPr>
            <a:xfrm>
              <a:off x="1810450" y="1462400"/>
              <a:ext cx="253000" cy="375675"/>
            </a:xfrm>
            <a:custGeom>
              <a:avLst/>
              <a:gdLst/>
              <a:ahLst/>
              <a:cxnLst/>
              <a:rect l="l" t="t" r="r" b="b"/>
              <a:pathLst>
                <a:path w="10120" h="15027" extrusionOk="0">
                  <a:moveTo>
                    <a:pt x="1" y="0"/>
                  </a:moveTo>
                  <a:lnTo>
                    <a:pt x="1" y="9967"/>
                  </a:lnTo>
                  <a:cubicBezTo>
                    <a:pt x="1" y="12782"/>
                    <a:pt x="2245" y="15026"/>
                    <a:pt x="5060" y="15026"/>
                  </a:cubicBezTo>
                  <a:cubicBezTo>
                    <a:pt x="7856" y="15026"/>
                    <a:pt x="10120" y="12782"/>
                    <a:pt x="10120" y="9967"/>
                  </a:cubicBezTo>
                  <a:lnTo>
                    <a:pt x="10120" y="38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4"/>
            <p:cNvSpPr/>
            <p:nvPr/>
          </p:nvSpPr>
          <p:spPr>
            <a:xfrm>
              <a:off x="1810450" y="1462400"/>
              <a:ext cx="253000" cy="206750"/>
            </a:xfrm>
            <a:custGeom>
              <a:avLst/>
              <a:gdLst/>
              <a:ahLst/>
              <a:cxnLst/>
              <a:rect l="l" t="t" r="r" b="b"/>
              <a:pathLst>
                <a:path w="10120" h="8270" extrusionOk="0">
                  <a:moveTo>
                    <a:pt x="1" y="0"/>
                  </a:moveTo>
                  <a:lnTo>
                    <a:pt x="1" y="266"/>
                  </a:lnTo>
                  <a:cubicBezTo>
                    <a:pt x="343" y="1560"/>
                    <a:pt x="857" y="2815"/>
                    <a:pt x="1560" y="3937"/>
                  </a:cubicBezTo>
                  <a:cubicBezTo>
                    <a:pt x="2626" y="5592"/>
                    <a:pt x="4147" y="7000"/>
                    <a:pt x="6011" y="7742"/>
                  </a:cubicBezTo>
                  <a:cubicBezTo>
                    <a:pt x="6897" y="8088"/>
                    <a:pt x="7843" y="8270"/>
                    <a:pt x="8779" y="8270"/>
                  </a:cubicBezTo>
                  <a:cubicBezTo>
                    <a:pt x="9231" y="8270"/>
                    <a:pt x="9680" y="8228"/>
                    <a:pt x="10120" y="8141"/>
                  </a:cubicBezTo>
                  <a:lnTo>
                    <a:pt x="10120" y="38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1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4"/>
            <p:cNvSpPr/>
            <p:nvPr/>
          </p:nvSpPr>
          <p:spPr>
            <a:xfrm>
              <a:off x="1760525" y="944550"/>
              <a:ext cx="535925" cy="662900"/>
            </a:xfrm>
            <a:custGeom>
              <a:avLst/>
              <a:gdLst/>
              <a:ahLst/>
              <a:cxnLst/>
              <a:rect l="l" t="t" r="r" b="b"/>
              <a:pathLst>
                <a:path w="21437" h="26516" extrusionOk="0">
                  <a:moveTo>
                    <a:pt x="10709" y="0"/>
                  </a:moveTo>
                  <a:cubicBezTo>
                    <a:pt x="4794" y="0"/>
                    <a:pt x="0" y="4813"/>
                    <a:pt x="0" y="10728"/>
                  </a:cubicBezTo>
                  <a:lnTo>
                    <a:pt x="0" y="15807"/>
                  </a:lnTo>
                  <a:cubicBezTo>
                    <a:pt x="0" y="21722"/>
                    <a:pt x="4794" y="26515"/>
                    <a:pt x="10709" y="26515"/>
                  </a:cubicBezTo>
                  <a:cubicBezTo>
                    <a:pt x="16644" y="26515"/>
                    <a:pt x="21437" y="21722"/>
                    <a:pt x="21437" y="15807"/>
                  </a:cubicBezTo>
                  <a:lnTo>
                    <a:pt x="21437" y="10728"/>
                  </a:lnTo>
                  <a:cubicBezTo>
                    <a:pt x="21437" y="4813"/>
                    <a:pt x="16644" y="0"/>
                    <a:pt x="10709" y="0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4"/>
            <p:cNvSpPr/>
            <p:nvPr/>
          </p:nvSpPr>
          <p:spPr>
            <a:xfrm>
              <a:off x="1628800" y="794825"/>
              <a:ext cx="731850" cy="578675"/>
            </a:xfrm>
            <a:custGeom>
              <a:avLst/>
              <a:gdLst/>
              <a:ahLst/>
              <a:cxnLst/>
              <a:rect l="l" t="t" r="r" b="b"/>
              <a:pathLst>
                <a:path w="29274" h="23147" extrusionOk="0">
                  <a:moveTo>
                    <a:pt x="14813" y="0"/>
                  </a:moveTo>
                  <a:cubicBezTo>
                    <a:pt x="14466" y="0"/>
                    <a:pt x="14117" y="27"/>
                    <a:pt x="13772" y="74"/>
                  </a:cubicBezTo>
                  <a:cubicBezTo>
                    <a:pt x="11318" y="435"/>
                    <a:pt x="9036" y="1881"/>
                    <a:pt x="7685" y="3954"/>
                  </a:cubicBezTo>
                  <a:cubicBezTo>
                    <a:pt x="6791" y="3498"/>
                    <a:pt x="5802" y="2870"/>
                    <a:pt x="4813" y="2718"/>
                  </a:cubicBezTo>
                  <a:cubicBezTo>
                    <a:pt x="4634" y="2694"/>
                    <a:pt x="4453" y="2682"/>
                    <a:pt x="4271" y="2682"/>
                  </a:cubicBezTo>
                  <a:cubicBezTo>
                    <a:pt x="3432" y="2682"/>
                    <a:pt x="2599" y="2945"/>
                    <a:pt x="2036" y="3555"/>
                  </a:cubicBezTo>
                  <a:cubicBezTo>
                    <a:pt x="1313" y="4335"/>
                    <a:pt x="1237" y="5571"/>
                    <a:pt x="1656" y="6541"/>
                  </a:cubicBezTo>
                  <a:cubicBezTo>
                    <a:pt x="2055" y="7549"/>
                    <a:pt x="2835" y="8329"/>
                    <a:pt x="3691" y="8957"/>
                  </a:cubicBezTo>
                  <a:cubicBezTo>
                    <a:pt x="2645" y="9204"/>
                    <a:pt x="1656" y="9832"/>
                    <a:pt x="990" y="10688"/>
                  </a:cubicBezTo>
                  <a:cubicBezTo>
                    <a:pt x="324" y="11543"/>
                    <a:pt x="1" y="12704"/>
                    <a:pt x="286" y="13750"/>
                  </a:cubicBezTo>
                  <a:cubicBezTo>
                    <a:pt x="571" y="14796"/>
                    <a:pt x="1522" y="15652"/>
                    <a:pt x="2607" y="15747"/>
                  </a:cubicBezTo>
                  <a:lnTo>
                    <a:pt x="2607" y="21929"/>
                  </a:lnTo>
                  <a:lnTo>
                    <a:pt x="5954" y="23146"/>
                  </a:lnTo>
                  <a:cubicBezTo>
                    <a:pt x="8313" y="21434"/>
                    <a:pt x="9663" y="18429"/>
                    <a:pt x="9378" y="15538"/>
                  </a:cubicBezTo>
                  <a:cubicBezTo>
                    <a:pt x="10082" y="15176"/>
                    <a:pt x="10786" y="14606"/>
                    <a:pt x="11109" y="13864"/>
                  </a:cubicBezTo>
                  <a:cubicBezTo>
                    <a:pt x="11451" y="13141"/>
                    <a:pt x="11508" y="12304"/>
                    <a:pt x="11299" y="11543"/>
                  </a:cubicBezTo>
                  <a:lnTo>
                    <a:pt x="11299" y="11543"/>
                  </a:lnTo>
                  <a:cubicBezTo>
                    <a:pt x="11756" y="12000"/>
                    <a:pt x="12497" y="12495"/>
                    <a:pt x="13068" y="12799"/>
                  </a:cubicBezTo>
                  <a:cubicBezTo>
                    <a:pt x="13496" y="13013"/>
                    <a:pt x="13977" y="13152"/>
                    <a:pt x="14456" y="13152"/>
                  </a:cubicBezTo>
                  <a:cubicBezTo>
                    <a:pt x="14616" y="13152"/>
                    <a:pt x="14775" y="13136"/>
                    <a:pt x="14932" y="13103"/>
                  </a:cubicBezTo>
                  <a:cubicBezTo>
                    <a:pt x="15579" y="12989"/>
                    <a:pt x="16168" y="12571"/>
                    <a:pt x="16511" y="12000"/>
                  </a:cubicBezTo>
                  <a:cubicBezTo>
                    <a:pt x="16834" y="11429"/>
                    <a:pt x="16910" y="10707"/>
                    <a:pt x="16701" y="10098"/>
                  </a:cubicBezTo>
                  <a:lnTo>
                    <a:pt x="16701" y="10098"/>
                  </a:lnTo>
                  <a:cubicBezTo>
                    <a:pt x="18817" y="12214"/>
                    <a:pt x="21810" y="13465"/>
                    <a:pt x="24805" y="13465"/>
                  </a:cubicBezTo>
                  <a:cubicBezTo>
                    <a:pt x="25365" y="13465"/>
                    <a:pt x="25924" y="13421"/>
                    <a:pt x="26478" y="13331"/>
                  </a:cubicBezTo>
                  <a:cubicBezTo>
                    <a:pt x="27258" y="13179"/>
                    <a:pt x="28056" y="12951"/>
                    <a:pt x="28608" y="12380"/>
                  </a:cubicBezTo>
                  <a:cubicBezTo>
                    <a:pt x="29084" y="11867"/>
                    <a:pt x="29274" y="11144"/>
                    <a:pt x="29255" y="10440"/>
                  </a:cubicBezTo>
                  <a:cubicBezTo>
                    <a:pt x="29236" y="9756"/>
                    <a:pt x="29007" y="9090"/>
                    <a:pt x="28703" y="8443"/>
                  </a:cubicBezTo>
                  <a:cubicBezTo>
                    <a:pt x="27847" y="6617"/>
                    <a:pt x="26402" y="5095"/>
                    <a:pt x="24614" y="4163"/>
                  </a:cubicBezTo>
                  <a:cubicBezTo>
                    <a:pt x="23282" y="3484"/>
                    <a:pt x="21782" y="3120"/>
                    <a:pt x="20294" y="3120"/>
                  </a:cubicBezTo>
                  <a:cubicBezTo>
                    <a:pt x="19784" y="3120"/>
                    <a:pt x="19275" y="3163"/>
                    <a:pt x="18774" y="3250"/>
                  </a:cubicBezTo>
                  <a:cubicBezTo>
                    <a:pt x="18717" y="2128"/>
                    <a:pt x="18051" y="987"/>
                    <a:pt x="17062" y="492"/>
                  </a:cubicBezTo>
                  <a:cubicBezTo>
                    <a:pt x="16364" y="137"/>
                    <a:pt x="15594" y="0"/>
                    <a:pt x="148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4"/>
            <p:cNvSpPr/>
            <p:nvPr/>
          </p:nvSpPr>
          <p:spPr>
            <a:xfrm>
              <a:off x="1640700" y="794600"/>
              <a:ext cx="680000" cy="319750"/>
            </a:xfrm>
            <a:custGeom>
              <a:avLst/>
              <a:gdLst/>
              <a:ahLst/>
              <a:cxnLst/>
              <a:rect l="l" t="t" r="r" b="b"/>
              <a:pathLst>
                <a:path w="27200" h="12790" extrusionOk="0">
                  <a:moveTo>
                    <a:pt x="14296" y="0"/>
                  </a:moveTo>
                  <a:cubicBezTo>
                    <a:pt x="13944" y="0"/>
                    <a:pt x="13589" y="29"/>
                    <a:pt x="13239" y="83"/>
                  </a:cubicBezTo>
                  <a:cubicBezTo>
                    <a:pt x="10804" y="444"/>
                    <a:pt x="8522" y="1890"/>
                    <a:pt x="7171" y="3963"/>
                  </a:cubicBezTo>
                  <a:cubicBezTo>
                    <a:pt x="6258" y="3507"/>
                    <a:pt x="5288" y="2860"/>
                    <a:pt x="4280" y="2727"/>
                  </a:cubicBezTo>
                  <a:cubicBezTo>
                    <a:pt x="4096" y="2698"/>
                    <a:pt x="3907" y="2684"/>
                    <a:pt x="3717" y="2684"/>
                  </a:cubicBezTo>
                  <a:cubicBezTo>
                    <a:pt x="2888" y="2684"/>
                    <a:pt x="2045" y="2960"/>
                    <a:pt x="1503" y="3564"/>
                  </a:cubicBezTo>
                  <a:cubicBezTo>
                    <a:pt x="799" y="4344"/>
                    <a:pt x="723" y="5561"/>
                    <a:pt x="1122" y="6550"/>
                  </a:cubicBezTo>
                  <a:cubicBezTo>
                    <a:pt x="1522" y="7520"/>
                    <a:pt x="2321" y="8319"/>
                    <a:pt x="3177" y="8947"/>
                  </a:cubicBezTo>
                  <a:cubicBezTo>
                    <a:pt x="2112" y="9213"/>
                    <a:pt x="1122" y="9841"/>
                    <a:pt x="457" y="10697"/>
                  </a:cubicBezTo>
                  <a:cubicBezTo>
                    <a:pt x="286" y="10906"/>
                    <a:pt x="114" y="11172"/>
                    <a:pt x="0" y="11438"/>
                  </a:cubicBezTo>
                  <a:cubicBezTo>
                    <a:pt x="76" y="11552"/>
                    <a:pt x="114" y="11667"/>
                    <a:pt x="209" y="11762"/>
                  </a:cubicBezTo>
                  <a:cubicBezTo>
                    <a:pt x="742" y="12408"/>
                    <a:pt x="1541" y="12732"/>
                    <a:pt x="2378" y="12789"/>
                  </a:cubicBezTo>
                  <a:cubicBezTo>
                    <a:pt x="2406" y="12789"/>
                    <a:pt x="2434" y="12790"/>
                    <a:pt x="2462" y="12790"/>
                  </a:cubicBezTo>
                  <a:cubicBezTo>
                    <a:pt x="3268" y="12790"/>
                    <a:pt x="4038" y="12528"/>
                    <a:pt x="4736" y="12142"/>
                  </a:cubicBezTo>
                  <a:cubicBezTo>
                    <a:pt x="5859" y="11495"/>
                    <a:pt x="6962" y="10392"/>
                    <a:pt x="7418" y="9175"/>
                  </a:cubicBezTo>
                  <a:cubicBezTo>
                    <a:pt x="7815" y="9450"/>
                    <a:pt x="8301" y="9592"/>
                    <a:pt x="8788" y="9592"/>
                  </a:cubicBezTo>
                  <a:cubicBezTo>
                    <a:pt x="9141" y="9592"/>
                    <a:pt x="9495" y="9517"/>
                    <a:pt x="9815" y="9365"/>
                  </a:cubicBezTo>
                  <a:cubicBezTo>
                    <a:pt x="10576" y="9004"/>
                    <a:pt x="11127" y="8224"/>
                    <a:pt x="11203" y="7387"/>
                  </a:cubicBezTo>
                  <a:cubicBezTo>
                    <a:pt x="11720" y="7942"/>
                    <a:pt x="12472" y="8234"/>
                    <a:pt x="13223" y="8234"/>
                  </a:cubicBezTo>
                  <a:cubicBezTo>
                    <a:pt x="13579" y="8234"/>
                    <a:pt x="13935" y="8168"/>
                    <a:pt x="14266" y="8034"/>
                  </a:cubicBezTo>
                  <a:cubicBezTo>
                    <a:pt x="15293" y="7596"/>
                    <a:pt x="15807" y="6493"/>
                    <a:pt x="15749" y="5371"/>
                  </a:cubicBezTo>
                  <a:lnTo>
                    <a:pt x="15749" y="5371"/>
                  </a:lnTo>
                  <a:cubicBezTo>
                    <a:pt x="17633" y="7292"/>
                    <a:pt x="20105" y="8604"/>
                    <a:pt x="22730" y="9061"/>
                  </a:cubicBezTo>
                  <a:cubicBezTo>
                    <a:pt x="23142" y="9133"/>
                    <a:pt x="23567" y="9180"/>
                    <a:pt x="23987" y="9180"/>
                  </a:cubicBezTo>
                  <a:cubicBezTo>
                    <a:pt x="24674" y="9180"/>
                    <a:pt x="25347" y="9053"/>
                    <a:pt x="25926" y="8699"/>
                  </a:cubicBezTo>
                  <a:cubicBezTo>
                    <a:pt x="26610" y="8300"/>
                    <a:pt x="27086" y="7577"/>
                    <a:pt x="27200" y="6816"/>
                  </a:cubicBezTo>
                  <a:cubicBezTo>
                    <a:pt x="26363" y="5713"/>
                    <a:pt x="25298" y="4819"/>
                    <a:pt x="24081" y="4172"/>
                  </a:cubicBezTo>
                  <a:cubicBezTo>
                    <a:pt x="22766" y="3465"/>
                    <a:pt x="21272" y="3116"/>
                    <a:pt x="19779" y="3116"/>
                  </a:cubicBezTo>
                  <a:cubicBezTo>
                    <a:pt x="19264" y="3116"/>
                    <a:pt x="18749" y="3157"/>
                    <a:pt x="18241" y="3240"/>
                  </a:cubicBezTo>
                  <a:cubicBezTo>
                    <a:pt x="18165" y="2137"/>
                    <a:pt x="17518" y="996"/>
                    <a:pt x="16529" y="482"/>
                  </a:cubicBezTo>
                  <a:cubicBezTo>
                    <a:pt x="15836" y="142"/>
                    <a:pt x="15071" y="0"/>
                    <a:pt x="142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4"/>
            <p:cNvSpPr/>
            <p:nvPr/>
          </p:nvSpPr>
          <p:spPr>
            <a:xfrm>
              <a:off x="1984975" y="1155200"/>
              <a:ext cx="437500" cy="242550"/>
            </a:xfrm>
            <a:custGeom>
              <a:avLst/>
              <a:gdLst/>
              <a:ahLst/>
              <a:cxnLst/>
              <a:rect l="l" t="t" r="r" b="b"/>
              <a:pathLst>
                <a:path w="17500" h="9702" extrusionOk="0">
                  <a:moveTo>
                    <a:pt x="3633" y="1"/>
                  </a:moveTo>
                  <a:cubicBezTo>
                    <a:pt x="1636" y="1"/>
                    <a:pt x="19" y="1617"/>
                    <a:pt x="19" y="3615"/>
                  </a:cubicBezTo>
                  <a:lnTo>
                    <a:pt x="19" y="6087"/>
                  </a:lnTo>
                  <a:cubicBezTo>
                    <a:pt x="0" y="8065"/>
                    <a:pt x="1617" y="9701"/>
                    <a:pt x="3633" y="9701"/>
                  </a:cubicBezTo>
                  <a:lnTo>
                    <a:pt x="13886" y="9701"/>
                  </a:lnTo>
                  <a:cubicBezTo>
                    <a:pt x="15883" y="9701"/>
                    <a:pt x="17499" y="8084"/>
                    <a:pt x="17499" y="6087"/>
                  </a:cubicBezTo>
                  <a:lnTo>
                    <a:pt x="17499" y="3615"/>
                  </a:lnTo>
                  <a:cubicBezTo>
                    <a:pt x="17499" y="1617"/>
                    <a:pt x="15883" y="1"/>
                    <a:pt x="13886" y="1"/>
                  </a:cubicBezTo>
                  <a:close/>
                </a:path>
              </a:pathLst>
            </a:custGeom>
            <a:solidFill>
              <a:srgbClr val="797C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4"/>
            <p:cNvSpPr/>
            <p:nvPr/>
          </p:nvSpPr>
          <p:spPr>
            <a:xfrm>
              <a:off x="2003525" y="1172325"/>
              <a:ext cx="401350" cy="206875"/>
            </a:xfrm>
            <a:custGeom>
              <a:avLst/>
              <a:gdLst/>
              <a:ahLst/>
              <a:cxnLst/>
              <a:rect l="l" t="t" r="r" b="b"/>
              <a:pathLst>
                <a:path w="16054" h="8275" extrusionOk="0">
                  <a:moveTo>
                    <a:pt x="2891" y="0"/>
                  </a:moveTo>
                  <a:cubicBezTo>
                    <a:pt x="1313" y="0"/>
                    <a:pt x="0" y="1313"/>
                    <a:pt x="0" y="2911"/>
                  </a:cubicBezTo>
                  <a:lnTo>
                    <a:pt x="0" y="5383"/>
                  </a:lnTo>
                  <a:cubicBezTo>
                    <a:pt x="0" y="6981"/>
                    <a:pt x="1313" y="8274"/>
                    <a:pt x="2891" y="8274"/>
                  </a:cubicBezTo>
                  <a:lnTo>
                    <a:pt x="13144" y="8274"/>
                  </a:lnTo>
                  <a:cubicBezTo>
                    <a:pt x="14741" y="8274"/>
                    <a:pt x="16054" y="7000"/>
                    <a:pt x="16054" y="5383"/>
                  </a:cubicBezTo>
                  <a:lnTo>
                    <a:pt x="16054" y="2911"/>
                  </a:lnTo>
                  <a:cubicBezTo>
                    <a:pt x="16054" y="1313"/>
                    <a:pt x="14741" y="0"/>
                    <a:pt x="13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4"/>
            <p:cNvSpPr/>
            <p:nvPr/>
          </p:nvSpPr>
          <p:spPr>
            <a:xfrm>
              <a:off x="1868475" y="1154725"/>
              <a:ext cx="206875" cy="242550"/>
            </a:xfrm>
            <a:custGeom>
              <a:avLst/>
              <a:gdLst/>
              <a:ahLst/>
              <a:cxnLst/>
              <a:rect l="l" t="t" r="r" b="b"/>
              <a:pathLst>
                <a:path w="8275" h="9702" extrusionOk="0">
                  <a:moveTo>
                    <a:pt x="3614" y="1"/>
                  </a:moveTo>
                  <a:cubicBezTo>
                    <a:pt x="1617" y="1"/>
                    <a:pt x="0" y="1617"/>
                    <a:pt x="0" y="3615"/>
                  </a:cubicBezTo>
                  <a:lnTo>
                    <a:pt x="0" y="6087"/>
                  </a:lnTo>
                  <a:cubicBezTo>
                    <a:pt x="0" y="8084"/>
                    <a:pt x="1617" y="9701"/>
                    <a:pt x="3614" y="9701"/>
                  </a:cubicBezTo>
                  <a:lnTo>
                    <a:pt x="8274" y="9701"/>
                  </a:lnTo>
                  <a:cubicBezTo>
                    <a:pt x="6277" y="9701"/>
                    <a:pt x="4660" y="8084"/>
                    <a:pt x="4660" y="6087"/>
                  </a:cubicBezTo>
                  <a:lnTo>
                    <a:pt x="4660" y="3615"/>
                  </a:lnTo>
                  <a:cubicBezTo>
                    <a:pt x="4660" y="1617"/>
                    <a:pt x="6277" y="1"/>
                    <a:pt x="82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4"/>
            <p:cNvSpPr/>
            <p:nvPr/>
          </p:nvSpPr>
          <p:spPr>
            <a:xfrm>
              <a:off x="1681100" y="1230325"/>
              <a:ext cx="237800" cy="75175"/>
            </a:xfrm>
            <a:custGeom>
              <a:avLst/>
              <a:gdLst/>
              <a:ahLst/>
              <a:cxnLst/>
              <a:rect l="l" t="t" r="r" b="b"/>
              <a:pathLst>
                <a:path w="9512" h="3007" extrusionOk="0">
                  <a:moveTo>
                    <a:pt x="1" y="1"/>
                  </a:moveTo>
                  <a:lnTo>
                    <a:pt x="1" y="3006"/>
                  </a:lnTo>
                  <a:lnTo>
                    <a:pt x="9511" y="3006"/>
                  </a:lnTo>
                  <a:lnTo>
                    <a:pt x="95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4"/>
            <p:cNvSpPr/>
            <p:nvPr/>
          </p:nvSpPr>
          <p:spPr>
            <a:xfrm>
              <a:off x="1647350" y="1268225"/>
              <a:ext cx="164550" cy="176300"/>
            </a:xfrm>
            <a:custGeom>
              <a:avLst/>
              <a:gdLst/>
              <a:ahLst/>
              <a:cxnLst/>
              <a:rect l="l" t="t" r="r" b="b"/>
              <a:pathLst>
                <a:path w="6582" h="7052" extrusionOk="0">
                  <a:moveTo>
                    <a:pt x="2747" y="1"/>
                  </a:moveTo>
                  <a:cubicBezTo>
                    <a:pt x="2422" y="1"/>
                    <a:pt x="2097" y="52"/>
                    <a:pt x="1788" y="159"/>
                  </a:cubicBezTo>
                  <a:cubicBezTo>
                    <a:pt x="761" y="539"/>
                    <a:pt x="1" y="1585"/>
                    <a:pt x="20" y="2689"/>
                  </a:cubicBezTo>
                  <a:cubicBezTo>
                    <a:pt x="58" y="3449"/>
                    <a:pt x="400" y="4134"/>
                    <a:pt x="837" y="4781"/>
                  </a:cubicBezTo>
                  <a:cubicBezTo>
                    <a:pt x="1332" y="5561"/>
                    <a:pt x="1979" y="6283"/>
                    <a:pt x="2778" y="6702"/>
                  </a:cubicBezTo>
                  <a:cubicBezTo>
                    <a:pt x="3224" y="6940"/>
                    <a:pt x="3680" y="7051"/>
                    <a:pt x="4113" y="7051"/>
                  </a:cubicBezTo>
                  <a:cubicBezTo>
                    <a:pt x="5339" y="7051"/>
                    <a:pt x="6384" y="6158"/>
                    <a:pt x="6525" y="4724"/>
                  </a:cubicBezTo>
                  <a:cubicBezTo>
                    <a:pt x="6582" y="4039"/>
                    <a:pt x="6258" y="3449"/>
                    <a:pt x="5992" y="2822"/>
                  </a:cubicBezTo>
                  <a:cubicBezTo>
                    <a:pt x="5631" y="1966"/>
                    <a:pt x="5383" y="1148"/>
                    <a:pt x="4566" y="577"/>
                  </a:cubicBezTo>
                  <a:cubicBezTo>
                    <a:pt x="4057" y="208"/>
                    <a:pt x="3403" y="1"/>
                    <a:pt x="2747" y="1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4"/>
            <p:cNvSpPr/>
            <p:nvPr/>
          </p:nvSpPr>
          <p:spPr>
            <a:xfrm>
              <a:off x="1686825" y="1308700"/>
              <a:ext cx="85600" cy="91850"/>
            </a:xfrm>
            <a:custGeom>
              <a:avLst/>
              <a:gdLst/>
              <a:ahLst/>
              <a:cxnLst/>
              <a:rect l="l" t="t" r="r" b="b"/>
              <a:pathLst>
                <a:path w="3424" h="3674" extrusionOk="0">
                  <a:moveTo>
                    <a:pt x="1357" y="1"/>
                  </a:moveTo>
                  <a:cubicBezTo>
                    <a:pt x="821" y="1"/>
                    <a:pt x="285" y="263"/>
                    <a:pt x="0" y="708"/>
                  </a:cubicBezTo>
                  <a:cubicBezTo>
                    <a:pt x="223" y="502"/>
                    <a:pt x="617" y="420"/>
                    <a:pt x="972" y="420"/>
                  </a:cubicBezTo>
                  <a:cubicBezTo>
                    <a:pt x="1010" y="420"/>
                    <a:pt x="1047" y="421"/>
                    <a:pt x="1084" y="423"/>
                  </a:cubicBezTo>
                  <a:cubicBezTo>
                    <a:pt x="1446" y="423"/>
                    <a:pt x="1864" y="575"/>
                    <a:pt x="2150" y="803"/>
                  </a:cubicBezTo>
                  <a:cubicBezTo>
                    <a:pt x="1769" y="1012"/>
                    <a:pt x="1484" y="1374"/>
                    <a:pt x="1370" y="1792"/>
                  </a:cubicBezTo>
                  <a:cubicBezTo>
                    <a:pt x="1256" y="2211"/>
                    <a:pt x="1294" y="2686"/>
                    <a:pt x="1522" y="3067"/>
                  </a:cubicBezTo>
                  <a:cubicBezTo>
                    <a:pt x="1705" y="3399"/>
                    <a:pt x="2048" y="3674"/>
                    <a:pt x="2424" y="3674"/>
                  </a:cubicBezTo>
                  <a:cubicBezTo>
                    <a:pt x="2478" y="3674"/>
                    <a:pt x="2532" y="3668"/>
                    <a:pt x="2587" y="3656"/>
                  </a:cubicBezTo>
                  <a:cubicBezTo>
                    <a:pt x="2853" y="3618"/>
                    <a:pt x="3063" y="3428"/>
                    <a:pt x="3196" y="3181"/>
                  </a:cubicBezTo>
                  <a:cubicBezTo>
                    <a:pt x="3329" y="2953"/>
                    <a:pt x="3367" y="2686"/>
                    <a:pt x="3386" y="2420"/>
                  </a:cubicBezTo>
                  <a:cubicBezTo>
                    <a:pt x="3424" y="1849"/>
                    <a:pt x="3253" y="1260"/>
                    <a:pt x="2910" y="803"/>
                  </a:cubicBezTo>
                  <a:cubicBezTo>
                    <a:pt x="2587" y="347"/>
                    <a:pt x="2035" y="23"/>
                    <a:pt x="1465" y="4"/>
                  </a:cubicBezTo>
                  <a:cubicBezTo>
                    <a:pt x="1429" y="2"/>
                    <a:pt x="1393" y="1"/>
                    <a:pt x="1357" y="1"/>
                  </a:cubicBez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4"/>
            <p:cNvSpPr/>
            <p:nvPr/>
          </p:nvSpPr>
          <p:spPr>
            <a:xfrm>
              <a:off x="1931700" y="1432425"/>
              <a:ext cx="214500" cy="95575"/>
            </a:xfrm>
            <a:custGeom>
              <a:avLst/>
              <a:gdLst/>
              <a:ahLst/>
              <a:cxnLst/>
              <a:rect l="l" t="t" r="r" b="b"/>
              <a:pathLst>
                <a:path w="8580" h="3823" extrusionOk="0">
                  <a:moveTo>
                    <a:pt x="1" y="1"/>
                  </a:moveTo>
                  <a:lnTo>
                    <a:pt x="1" y="1"/>
                  </a:lnTo>
                  <a:cubicBezTo>
                    <a:pt x="400" y="1275"/>
                    <a:pt x="1332" y="2797"/>
                    <a:pt x="2569" y="3424"/>
                  </a:cubicBezTo>
                  <a:cubicBezTo>
                    <a:pt x="3094" y="3696"/>
                    <a:pt x="3679" y="3822"/>
                    <a:pt x="4265" y="3822"/>
                  </a:cubicBezTo>
                  <a:cubicBezTo>
                    <a:pt x="4954" y="3822"/>
                    <a:pt x="5644" y="3648"/>
                    <a:pt x="6240" y="3329"/>
                  </a:cubicBezTo>
                  <a:cubicBezTo>
                    <a:pt x="7362" y="2702"/>
                    <a:pt x="8142" y="1579"/>
                    <a:pt x="8579" y="381"/>
                  </a:cubicBezTo>
                  <a:cubicBezTo>
                    <a:pt x="5707" y="248"/>
                    <a:pt x="2854" y="11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4"/>
            <p:cNvSpPr/>
            <p:nvPr/>
          </p:nvSpPr>
          <p:spPr>
            <a:xfrm>
              <a:off x="2309750" y="1269325"/>
              <a:ext cx="52325" cy="80400"/>
            </a:xfrm>
            <a:custGeom>
              <a:avLst/>
              <a:gdLst/>
              <a:ahLst/>
              <a:cxnLst/>
              <a:rect l="l" t="t" r="r" b="b"/>
              <a:pathLst>
                <a:path w="2093" h="3216" extrusionOk="0">
                  <a:moveTo>
                    <a:pt x="1047" y="1"/>
                  </a:moveTo>
                  <a:cubicBezTo>
                    <a:pt x="476" y="1"/>
                    <a:pt x="1" y="476"/>
                    <a:pt x="1" y="1047"/>
                  </a:cubicBezTo>
                  <a:lnTo>
                    <a:pt x="1" y="2188"/>
                  </a:lnTo>
                  <a:cubicBezTo>
                    <a:pt x="20" y="2759"/>
                    <a:pt x="476" y="3215"/>
                    <a:pt x="1047" y="3215"/>
                  </a:cubicBezTo>
                  <a:cubicBezTo>
                    <a:pt x="1617" y="3215"/>
                    <a:pt x="2093" y="2740"/>
                    <a:pt x="2093" y="2169"/>
                  </a:cubicBezTo>
                  <a:lnTo>
                    <a:pt x="2093" y="1047"/>
                  </a:lnTo>
                  <a:cubicBezTo>
                    <a:pt x="2093" y="476"/>
                    <a:pt x="1617" y="1"/>
                    <a:pt x="10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4"/>
            <p:cNvSpPr/>
            <p:nvPr/>
          </p:nvSpPr>
          <p:spPr>
            <a:xfrm>
              <a:off x="2313550" y="1206550"/>
              <a:ext cx="45200" cy="45200"/>
            </a:xfrm>
            <a:custGeom>
              <a:avLst/>
              <a:gdLst/>
              <a:ahLst/>
              <a:cxnLst/>
              <a:rect l="l" t="t" r="r" b="b"/>
              <a:pathLst>
                <a:path w="1808" h="1808" extrusionOk="0">
                  <a:moveTo>
                    <a:pt x="914" y="1"/>
                  </a:moveTo>
                  <a:cubicBezTo>
                    <a:pt x="419" y="1"/>
                    <a:pt x="1" y="400"/>
                    <a:pt x="1" y="895"/>
                  </a:cubicBezTo>
                  <a:cubicBezTo>
                    <a:pt x="1" y="1389"/>
                    <a:pt x="419" y="1808"/>
                    <a:pt x="914" y="1808"/>
                  </a:cubicBezTo>
                  <a:cubicBezTo>
                    <a:pt x="1408" y="1808"/>
                    <a:pt x="1808" y="1389"/>
                    <a:pt x="1808" y="895"/>
                  </a:cubicBezTo>
                  <a:cubicBezTo>
                    <a:pt x="1808" y="400"/>
                    <a:pt x="1408" y="1"/>
                    <a:pt x="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4"/>
            <p:cNvSpPr/>
            <p:nvPr/>
          </p:nvSpPr>
          <p:spPr>
            <a:xfrm>
              <a:off x="1508075" y="2170450"/>
              <a:ext cx="220625" cy="262400"/>
            </a:xfrm>
            <a:custGeom>
              <a:avLst/>
              <a:gdLst/>
              <a:ahLst/>
              <a:cxnLst/>
              <a:rect l="l" t="t" r="r" b="b"/>
              <a:pathLst>
                <a:path w="8825" h="10496" extrusionOk="0">
                  <a:moveTo>
                    <a:pt x="2871" y="0"/>
                  </a:moveTo>
                  <a:lnTo>
                    <a:pt x="2871" y="0"/>
                  </a:lnTo>
                  <a:cubicBezTo>
                    <a:pt x="1" y="2724"/>
                    <a:pt x="149" y="10496"/>
                    <a:pt x="5352" y="10496"/>
                  </a:cubicBezTo>
                  <a:cubicBezTo>
                    <a:pt x="5597" y="10496"/>
                    <a:pt x="5855" y="10478"/>
                    <a:pt x="6123" y="10442"/>
                  </a:cubicBezTo>
                  <a:cubicBezTo>
                    <a:pt x="6123" y="10442"/>
                    <a:pt x="8824" y="1160"/>
                    <a:pt x="2871" y="0"/>
                  </a:cubicBezTo>
                  <a:close/>
                </a:path>
              </a:pathLst>
            </a:custGeom>
            <a:solidFill>
              <a:srgbClr val="807F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4"/>
            <p:cNvSpPr/>
            <p:nvPr/>
          </p:nvSpPr>
          <p:spPr>
            <a:xfrm>
              <a:off x="1819025" y="2160925"/>
              <a:ext cx="251075" cy="94700"/>
            </a:xfrm>
            <a:custGeom>
              <a:avLst/>
              <a:gdLst/>
              <a:ahLst/>
              <a:cxnLst/>
              <a:rect l="l" t="t" r="r" b="b"/>
              <a:pathLst>
                <a:path w="10043" h="3788" extrusionOk="0">
                  <a:moveTo>
                    <a:pt x="4166" y="1"/>
                  </a:moveTo>
                  <a:lnTo>
                    <a:pt x="0" y="153"/>
                  </a:lnTo>
                  <a:lnTo>
                    <a:pt x="2092" y="3215"/>
                  </a:lnTo>
                  <a:lnTo>
                    <a:pt x="8540" y="3786"/>
                  </a:lnTo>
                  <a:cubicBezTo>
                    <a:pt x="8565" y="3787"/>
                    <a:pt x="8590" y="3788"/>
                    <a:pt x="8614" y="3788"/>
                  </a:cubicBezTo>
                  <a:cubicBezTo>
                    <a:pt x="9270" y="3788"/>
                    <a:pt x="9856" y="3304"/>
                    <a:pt x="9948" y="2644"/>
                  </a:cubicBezTo>
                  <a:cubicBezTo>
                    <a:pt x="10043" y="1979"/>
                    <a:pt x="9606" y="1351"/>
                    <a:pt x="8978" y="1199"/>
                  </a:cubicBezTo>
                  <a:lnTo>
                    <a:pt x="4166" y="1"/>
                  </a:ln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4"/>
            <p:cNvSpPr/>
            <p:nvPr/>
          </p:nvSpPr>
          <p:spPr>
            <a:xfrm>
              <a:off x="1521325" y="2022550"/>
              <a:ext cx="519775" cy="361650"/>
            </a:xfrm>
            <a:custGeom>
              <a:avLst/>
              <a:gdLst/>
              <a:ahLst/>
              <a:cxnLst/>
              <a:rect l="l" t="t" r="r" b="b"/>
              <a:pathLst>
                <a:path w="20791" h="14466" extrusionOk="0">
                  <a:moveTo>
                    <a:pt x="11984" y="1"/>
                  </a:moveTo>
                  <a:cubicBezTo>
                    <a:pt x="11413" y="1"/>
                    <a:pt x="10862" y="191"/>
                    <a:pt x="10424" y="552"/>
                  </a:cubicBezTo>
                  <a:lnTo>
                    <a:pt x="3501" y="5973"/>
                  </a:lnTo>
                  <a:lnTo>
                    <a:pt x="1" y="8389"/>
                  </a:lnTo>
                  <a:lnTo>
                    <a:pt x="1865" y="12859"/>
                  </a:lnTo>
                  <a:lnTo>
                    <a:pt x="3406" y="11641"/>
                  </a:lnTo>
                  <a:cubicBezTo>
                    <a:pt x="3643" y="11692"/>
                    <a:pt x="3888" y="11715"/>
                    <a:pt x="4137" y="11715"/>
                  </a:cubicBezTo>
                  <a:cubicBezTo>
                    <a:pt x="5922" y="11715"/>
                    <a:pt x="7857" y="10557"/>
                    <a:pt x="7857" y="10557"/>
                  </a:cubicBezTo>
                  <a:lnTo>
                    <a:pt x="10063" y="13981"/>
                  </a:lnTo>
                  <a:cubicBezTo>
                    <a:pt x="10260" y="14291"/>
                    <a:pt x="10604" y="14465"/>
                    <a:pt x="10962" y="14465"/>
                  </a:cubicBezTo>
                  <a:cubicBezTo>
                    <a:pt x="11087" y="14465"/>
                    <a:pt x="11214" y="14444"/>
                    <a:pt x="11337" y="14399"/>
                  </a:cubicBezTo>
                  <a:cubicBezTo>
                    <a:pt x="11946" y="14190"/>
                    <a:pt x="12193" y="13505"/>
                    <a:pt x="11908" y="12935"/>
                  </a:cubicBezTo>
                  <a:lnTo>
                    <a:pt x="9397" y="7818"/>
                  </a:lnTo>
                  <a:lnTo>
                    <a:pt x="13905" y="13144"/>
                  </a:lnTo>
                  <a:cubicBezTo>
                    <a:pt x="14167" y="13438"/>
                    <a:pt x="14546" y="13601"/>
                    <a:pt x="14923" y="13601"/>
                  </a:cubicBezTo>
                  <a:cubicBezTo>
                    <a:pt x="15205" y="13601"/>
                    <a:pt x="15485" y="13510"/>
                    <a:pt x="15712" y="13315"/>
                  </a:cubicBezTo>
                  <a:cubicBezTo>
                    <a:pt x="16245" y="12878"/>
                    <a:pt x="16359" y="12155"/>
                    <a:pt x="15978" y="11565"/>
                  </a:cubicBezTo>
                  <a:lnTo>
                    <a:pt x="11946" y="5631"/>
                  </a:lnTo>
                  <a:lnTo>
                    <a:pt x="16340" y="10082"/>
                  </a:lnTo>
                  <a:cubicBezTo>
                    <a:pt x="16616" y="10357"/>
                    <a:pt x="16967" y="10491"/>
                    <a:pt x="17319" y="10491"/>
                  </a:cubicBezTo>
                  <a:cubicBezTo>
                    <a:pt x="17695" y="10491"/>
                    <a:pt x="18071" y="10338"/>
                    <a:pt x="18356" y="10044"/>
                  </a:cubicBezTo>
                  <a:cubicBezTo>
                    <a:pt x="18851" y="9530"/>
                    <a:pt x="18889" y="8693"/>
                    <a:pt x="18413" y="8141"/>
                  </a:cubicBezTo>
                  <a:lnTo>
                    <a:pt x="13658" y="2759"/>
                  </a:lnTo>
                  <a:lnTo>
                    <a:pt x="15560" y="2701"/>
                  </a:lnTo>
                  <a:lnTo>
                    <a:pt x="18356" y="5536"/>
                  </a:lnTo>
                  <a:cubicBezTo>
                    <a:pt x="18622" y="5792"/>
                    <a:pt x="18970" y="5921"/>
                    <a:pt x="19314" y="5921"/>
                  </a:cubicBezTo>
                  <a:cubicBezTo>
                    <a:pt x="19659" y="5921"/>
                    <a:pt x="20001" y="5792"/>
                    <a:pt x="20258" y="5536"/>
                  </a:cubicBezTo>
                  <a:cubicBezTo>
                    <a:pt x="20791" y="5060"/>
                    <a:pt x="20791" y="4204"/>
                    <a:pt x="20258" y="3691"/>
                  </a:cubicBezTo>
                  <a:lnTo>
                    <a:pt x="17386" y="761"/>
                  </a:lnTo>
                  <a:cubicBezTo>
                    <a:pt x="16911" y="286"/>
                    <a:pt x="16264" y="1"/>
                    <a:pt x="15579" y="1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4"/>
            <p:cNvSpPr/>
            <p:nvPr/>
          </p:nvSpPr>
          <p:spPr>
            <a:xfrm>
              <a:off x="990175" y="1653175"/>
              <a:ext cx="733750" cy="1102025"/>
            </a:xfrm>
            <a:custGeom>
              <a:avLst/>
              <a:gdLst/>
              <a:ahLst/>
              <a:cxnLst/>
              <a:rect l="l" t="t" r="r" b="b"/>
              <a:pathLst>
                <a:path w="29350" h="44081" extrusionOk="0">
                  <a:moveTo>
                    <a:pt x="22853" y="0"/>
                  </a:moveTo>
                  <a:cubicBezTo>
                    <a:pt x="20149" y="0"/>
                    <a:pt x="17622" y="1499"/>
                    <a:pt x="16321" y="3953"/>
                  </a:cubicBezTo>
                  <a:lnTo>
                    <a:pt x="1865" y="31267"/>
                  </a:lnTo>
                  <a:cubicBezTo>
                    <a:pt x="1" y="34842"/>
                    <a:pt x="800" y="39236"/>
                    <a:pt x="3824" y="41899"/>
                  </a:cubicBezTo>
                  <a:cubicBezTo>
                    <a:pt x="5473" y="43353"/>
                    <a:pt x="7533" y="44080"/>
                    <a:pt x="9590" y="44080"/>
                  </a:cubicBezTo>
                  <a:cubicBezTo>
                    <a:pt x="11732" y="44080"/>
                    <a:pt x="13872" y="43291"/>
                    <a:pt x="15541" y="41709"/>
                  </a:cubicBezTo>
                  <a:lnTo>
                    <a:pt x="26839" y="31133"/>
                  </a:lnTo>
                  <a:cubicBezTo>
                    <a:pt x="21818" y="28356"/>
                    <a:pt x="22122" y="22688"/>
                    <a:pt x="23587" y="20691"/>
                  </a:cubicBezTo>
                  <a:lnTo>
                    <a:pt x="23587" y="20691"/>
                  </a:lnTo>
                  <a:lnTo>
                    <a:pt x="19877" y="23126"/>
                  </a:lnTo>
                  <a:lnTo>
                    <a:pt x="28114" y="8480"/>
                  </a:lnTo>
                  <a:cubicBezTo>
                    <a:pt x="29350" y="6254"/>
                    <a:pt x="29007" y="3534"/>
                    <a:pt x="27220" y="1727"/>
                  </a:cubicBezTo>
                  <a:cubicBezTo>
                    <a:pt x="26383" y="871"/>
                    <a:pt x="25298" y="301"/>
                    <a:pt x="24119" y="111"/>
                  </a:cubicBezTo>
                  <a:cubicBezTo>
                    <a:pt x="23695" y="36"/>
                    <a:pt x="23272" y="0"/>
                    <a:pt x="22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4"/>
            <p:cNvSpPr/>
            <p:nvPr/>
          </p:nvSpPr>
          <p:spPr>
            <a:xfrm>
              <a:off x="1117150" y="2198975"/>
              <a:ext cx="387575" cy="273925"/>
            </a:xfrm>
            <a:custGeom>
              <a:avLst/>
              <a:gdLst/>
              <a:ahLst/>
              <a:cxnLst/>
              <a:rect l="l" t="t" r="r" b="b"/>
              <a:pathLst>
                <a:path w="15503" h="10957" extrusionOk="0">
                  <a:moveTo>
                    <a:pt x="15502" y="0"/>
                  </a:moveTo>
                  <a:lnTo>
                    <a:pt x="15502" y="0"/>
                  </a:lnTo>
                  <a:cubicBezTo>
                    <a:pt x="11223" y="267"/>
                    <a:pt x="7247" y="2283"/>
                    <a:pt x="4489" y="5573"/>
                  </a:cubicBezTo>
                  <a:lnTo>
                    <a:pt x="0" y="10956"/>
                  </a:lnTo>
                  <a:lnTo>
                    <a:pt x="0" y="10956"/>
                  </a:lnTo>
                  <a:lnTo>
                    <a:pt x="14798" y="1294"/>
                  </a:lnTo>
                  <a:lnTo>
                    <a:pt x="15502" y="0"/>
                  </a:lnTo>
                  <a:close/>
                </a:path>
              </a:pathLst>
            </a:custGeom>
            <a:solidFill>
              <a:srgbClr val="0D092A">
                <a:alpha val="19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4"/>
            <p:cNvSpPr/>
            <p:nvPr/>
          </p:nvSpPr>
          <p:spPr>
            <a:xfrm>
              <a:off x="1052475" y="2390125"/>
              <a:ext cx="608700" cy="364075"/>
            </a:xfrm>
            <a:custGeom>
              <a:avLst/>
              <a:gdLst/>
              <a:ahLst/>
              <a:cxnLst/>
              <a:rect l="l" t="t" r="r" b="b"/>
              <a:pathLst>
                <a:path w="24348" h="14563" extrusionOk="0">
                  <a:moveTo>
                    <a:pt x="22255" y="1"/>
                  </a:moveTo>
                  <a:lnTo>
                    <a:pt x="10937" y="10614"/>
                  </a:lnTo>
                  <a:cubicBezTo>
                    <a:pt x="9339" y="12114"/>
                    <a:pt x="7317" y="12851"/>
                    <a:pt x="5302" y="12851"/>
                  </a:cubicBezTo>
                  <a:cubicBezTo>
                    <a:pt x="3408" y="12851"/>
                    <a:pt x="1521" y="12200"/>
                    <a:pt x="0" y="10919"/>
                  </a:cubicBezTo>
                  <a:lnTo>
                    <a:pt x="0" y="10919"/>
                  </a:lnTo>
                  <a:cubicBezTo>
                    <a:pt x="381" y="11451"/>
                    <a:pt x="837" y="11946"/>
                    <a:pt x="1332" y="12402"/>
                  </a:cubicBezTo>
                  <a:cubicBezTo>
                    <a:pt x="2978" y="13844"/>
                    <a:pt x="5033" y="14562"/>
                    <a:pt x="7086" y="14562"/>
                  </a:cubicBezTo>
                  <a:cubicBezTo>
                    <a:pt x="9233" y="14562"/>
                    <a:pt x="11377" y="13777"/>
                    <a:pt x="13049" y="12212"/>
                  </a:cubicBezTo>
                  <a:lnTo>
                    <a:pt x="24347" y="1617"/>
                  </a:lnTo>
                  <a:cubicBezTo>
                    <a:pt x="23510" y="1180"/>
                    <a:pt x="22825" y="609"/>
                    <a:pt x="22255" y="1"/>
                  </a:cubicBezTo>
                  <a:close/>
                </a:path>
              </a:pathLst>
            </a:custGeom>
            <a:solidFill>
              <a:srgbClr val="0D092A">
                <a:alpha val="19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4"/>
            <p:cNvSpPr/>
            <p:nvPr/>
          </p:nvSpPr>
          <p:spPr>
            <a:xfrm>
              <a:off x="2667350" y="941925"/>
              <a:ext cx="1247300" cy="1136400"/>
            </a:xfrm>
            <a:custGeom>
              <a:avLst/>
              <a:gdLst/>
              <a:ahLst/>
              <a:cxnLst/>
              <a:rect l="l" t="t" r="r" b="b"/>
              <a:pathLst>
                <a:path w="49892" h="45456" extrusionOk="0">
                  <a:moveTo>
                    <a:pt x="24944" y="1"/>
                  </a:moveTo>
                  <a:cubicBezTo>
                    <a:pt x="19126" y="1"/>
                    <a:pt x="13305" y="2217"/>
                    <a:pt x="8864" y="6649"/>
                  </a:cubicBezTo>
                  <a:cubicBezTo>
                    <a:pt x="0" y="15531"/>
                    <a:pt x="0" y="29930"/>
                    <a:pt x="8864" y="38794"/>
                  </a:cubicBezTo>
                  <a:cubicBezTo>
                    <a:pt x="13305" y="43235"/>
                    <a:pt x="19126" y="45456"/>
                    <a:pt x="24944" y="45456"/>
                  </a:cubicBezTo>
                  <a:cubicBezTo>
                    <a:pt x="30762" y="45456"/>
                    <a:pt x="36577" y="43235"/>
                    <a:pt x="41009" y="38794"/>
                  </a:cubicBezTo>
                  <a:cubicBezTo>
                    <a:pt x="49892" y="29930"/>
                    <a:pt x="49892" y="15531"/>
                    <a:pt x="41009" y="6649"/>
                  </a:cubicBezTo>
                  <a:cubicBezTo>
                    <a:pt x="36577" y="2217"/>
                    <a:pt x="30762" y="1"/>
                    <a:pt x="24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4"/>
            <p:cNvSpPr/>
            <p:nvPr/>
          </p:nvSpPr>
          <p:spPr>
            <a:xfrm>
              <a:off x="2978800" y="1003025"/>
              <a:ext cx="864525" cy="377600"/>
            </a:xfrm>
            <a:custGeom>
              <a:avLst/>
              <a:gdLst/>
              <a:ahLst/>
              <a:cxnLst/>
              <a:rect l="l" t="t" r="r" b="b"/>
              <a:pathLst>
                <a:path w="34581" h="15104" extrusionOk="0">
                  <a:moveTo>
                    <a:pt x="2188" y="1"/>
                  </a:moveTo>
                  <a:cubicBezTo>
                    <a:pt x="1446" y="400"/>
                    <a:pt x="724" y="819"/>
                    <a:pt x="1" y="1294"/>
                  </a:cubicBezTo>
                  <a:cubicBezTo>
                    <a:pt x="3406" y="1561"/>
                    <a:pt x="6772" y="2721"/>
                    <a:pt x="9873" y="4186"/>
                  </a:cubicBezTo>
                  <a:cubicBezTo>
                    <a:pt x="14837" y="6563"/>
                    <a:pt x="19383" y="9816"/>
                    <a:pt x="24328" y="12174"/>
                  </a:cubicBezTo>
                  <a:cubicBezTo>
                    <a:pt x="27543" y="13715"/>
                    <a:pt x="31062" y="14856"/>
                    <a:pt x="34581" y="15103"/>
                  </a:cubicBezTo>
                  <a:cubicBezTo>
                    <a:pt x="34410" y="14362"/>
                    <a:pt x="34200" y="13620"/>
                    <a:pt x="33953" y="12916"/>
                  </a:cubicBezTo>
                  <a:cubicBezTo>
                    <a:pt x="31594" y="12840"/>
                    <a:pt x="29293" y="12384"/>
                    <a:pt x="27087" y="11604"/>
                  </a:cubicBezTo>
                  <a:cubicBezTo>
                    <a:pt x="26630" y="11471"/>
                    <a:pt x="26174" y="11280"/>
                    <a:pt x="25850" y="10919"/>
                  </a:cubicBezTo>
                  <a:cubicBezTo>
                    <a:pt x="25546" y="10558"/>
                    <a:pt x="25375" y="10006"/>
                    <a:pt x="25603" y="9587"/>
                  </a:cubicBezTo>
                  <a:cubicBezTo>
                    <a:pt x="25793" y="9226"/>
                    <a:pt x="26231" y="9055"/>
                    <a:pt x="26630" y="9055"/>
                  </a:cubicBezTo>
                  <a:cubicBezTo>
                    <a:pt x="26653" y="9054"/>
                    <a:pt x="26676" y="9053"/>
                    <a:pt x="26699" y="9053"/>
                  </a:cubicBezTo>
                  <a:cubicBezTo>
                    <a:pt x="27073" y="9053"/>
                    <a:pt x="27432" y="9194"/>
                    <a:pt x="27790" y="9283"/>
                  </a:cubicBezTo>
                  <a:cubicBezTo>
                    <a:pt x="29085" y="9626"/>
                    <a:pt x="30419" y="9803"/>
                    <a:pt x="31748" y="9803"/>
                  </a:cubicBezTo>
                  <a:cubicBezTo>
                    <a:pt x="32040" y="9803"/>
                    <a:pt x="32331" y="9795"/>
                    <a:pt x="32622" y="9778"/>
                  </a:cubicBezTo>
                  <a:cubicBezTo>
                    <a:pt x="32317" y="9188"/>
                    <a:pt x="31975" y="8617"/>
                    <a:pt x="31632" y="8047"/>
                  </a:cubicBezTo>
                  <a:cubicBezTo>
                    <a:pt x="31228" y="8072"/>
                    <a:pt x="30820" y="8084"/>
                    <a:pt x="30411" y="8084"/>
                  </a:cubicBezTo>
                  <a:cubicBezTo>
                    <a:pt x="28324" y="8084"/>
                    <a:pt x="26203" y="7767"/>
                    <a:pt x="24214" y="7210"/>
                  </a:cubicBezTo>
                  <a:cubicBezTo>
                    <a:pt x="19402" y="5878"/>
                    <a:pt x="14989" y="3444"/>
                    <a:pt x="10253" y="1865"/>
                  </a:cubicBezTo>
                  <a:cubicBezTo>
                    <a:pt x="7628" y="971"/>
                    <a:pt x="4927" y="362"/>
                    <a:pt x="21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4"/>
            <p:cNvSpPr/>
            <p:nvPr/>
          </p:nvSpPr>
          <p:spPr>
            <a:xfrm>
              <a:off x="2736300" y="1149075"/>
              <a:ext cx="1122250" cy="500200"/>
            </a:xfrm>
            <a:custGeom>
              <a:avLst/>
              <a:gdLst/>
              <a:ahLst/>
              <a:cxnLst/>
              <a:rect l="l" t="t" r="r" b="b"/>
              <a:pathLst>
                <a:path w="44890" h="20008" extrusionOk="0">
                  <a:moveTo>
                    <a:pt x="24263" y="12210"/>
                  </a:moveTo>
                  <a:cubicBezTo>
                    <a:pt x="25054" y="12210"/>
                    <a:pt x="25901" y="12474"/>
                    <a:pt x="26534" y="12723"/>
                  </a:cubicBezTo>
                  <a:cubicBezTo>
                    <a:pt x="28817" y="13655"/>
                    <a:pt x="31099" y="14587"/>
                    <a:pt x="33382" y="15481"/>
                  </a:cubicBezTo>
                  <a:cubicBezTo>
                    <a:pt x="33724" y="15633"/>
                    <a:pt x="34124" y="15843"/>
                    <a:pt x="34143" y="16204"/>
                  </a:cubicBezTo>
                  <a:cubicBezTo>
                    <a:pt x="34200" y="16699"/>
                    <a:pt x="33534" y="16946"/>
                    <a:pt x="33001" y="16965"/>
                  </a:cubicBezTo>
                  <a:cubicBezTo>
                    <a:pt x="32431" y="17003"/>
                    <a:pt x="31859" y="17022"/>
                    <a:pt x="31289" y="17022"/>
                  </a:cubicBezTo>
                  <a:cubicBezTo>
                    <a:pt x="29005" y="17022"/>
                    <a:pt x="26732" y="16718"/>
                    <a:pt x="24556" y="16109"/>
                  </a:cubicBezTo>
                  <a:cubicBezTo>
                    <a:pt x="23396" y="15805"/>
                    <a:pt x="21551" y="14701"/>
                    <a:pt x="22350" y="13237"/>
                  </a:cubicBezTo>
                  <a:cubicBezTo>
                    <a:pt x="22764" y="12464"/>
                    <a:pt x="23487" y="12210"/>
                    <a:pt x="24263" y="12210"/>
                  </a:cubicBezTo>
                  <a:close/>
                  <a:moveTo>
                    <a:pt x="7443" y="0"/>
                  </a:moveTo>
                  <a:cubicBezTo>
                    <a:pt x="6444" y="0"/>
                    <a:pt x="5445" y="57"/>
                    <a:pt x="4451" y="170"/>
                  </a:cubicBezTo>
                  <a:cubicBezTo>
                    <a:pt x="3919" y="816"/>
                    <a:pt x="3443" y="1482"/>
                    <a:pt x="3025" y="2167"/>
                  </a:cubicBezTo>
                  <a:cubicBezTo>
                    <a:pt x="4003" y="1995"/>
                    <a:pt x="4997" y="1911"/>
                    <a:pt x="5992" y="1911"/>
                  </a:cubicBezTo>
                  <a:cubicBezTo>
                    <a:pt x="10296" y="1911"/>
                    <a:pt x="14617" y="3488"/>
                    <a:pt x="17785" y="6408"/>
                  </a:cubicBezTo>
                  <a:cubicBezTo>
                    <a:pt x="19211" y="7721"/>
                    <a:pt x="20505" y="9566"/>
                    <a:pt x="20048" y="11468"/>
                  </a:cubicBezTo>
                  <a:cubicBezTo>
                    <a:pt x="19668" y="13085"/>
                    <a:pt x="18051" y="14207"/>
                    <a:pt x="16377" y="14473"/>
                  </a:cubicBezTo>
                  <a:cubicBezTo>
                    <a:pt x="16055" y="14521"/>
                    <a:pt x="15732" y="14544"/>
                    <a:pt x="15409" y="14544"/>
                  </a:cubicBezTo>
                  <a:cubicBezTo>
                    <a:pt x="14075" y="14544"/>
                    <a:pt x="12745" y="14164"/>
                    <a:pt x="11489" y="13674"/>
                  </a:cubicBezTo>
                  <a:cubicBezTo>
                    <a:pt x="7456" y="12210"/>
                    <a:pt x="3785" y="9927"/>
                    <a:pt x="666" y="6998"/>
                  </a:cubicBezTo>
                  <a:cubicBezTo>
                    <a:pt x="400" y="7759"/>
                    <a:pt x="171" y="8539"/>
                    <a:pt x="0" y="9357"/>
                  </a:cubicBezTo>
                  <a:cubicBezTo>
                    <a:pt x="5954" y="15253"/>
                    <a:pt x="14247" y="18525"/>
                    <a:pt x="22597" y="19571"/>
                  </a:cubicBezTo>
                  <a:cubicBezTo>
                    <a:pt x="24977" y="19874"/>
                    <a:pt x="27361" y="20008"/>
                    <a:pt x="29743" y="20008"/>
                  </a:cubicBezTo>
                  <a:cubicBezTo>
                    <a:pt x="34692" y="20008"/>
                    <a:pt x="39636" y="19429"/>
                    <a:pt x="44528" y="18582"/>
                  </a:cubicBezTo>
                  <a:cubicBezTo>
                    <a:pt x="44623" y="18087"/>
                    <a:pt x="44699" y="17574"/>
                    <a:pt x="44756" y="17079"/>
                  </a:cubicBezTo>
                  <a:lnTo>
                    <a:pt x="44756" y="17079"/>
                  </a:lnTo>
                  <a:cubicBezTo>
                    <a:pt x="43497" y="17225"/>
                    <a:pt x="42232" y="17298"/>
                    <a:pt x="40964" y="17298"/>
                  </a:cubicBezTo>
                  <a:cubicBezTo>
                    <a:pt x="40086" y="17298"/>
                    <a:pt x="39206" y="17263"/>
                    <a:pt x="38327" y="17193"/>
                  </a:cubicBezTo>
                  <a:cubicBezTo>
                    <a:pt x="37833" y="17155"/>
                    <a:pt x="37243" y="17041"/>
                    <a:pt x="37053" y="16584"/>
                  </a:cubicBezTo>
                  <a:cubicBezTo>
                    <a:pt x="36882" y="16147"/>
                    <a:pt x="37167" y="15652"/>
                    <a:pt x="37566" y="15462"/>
                  </a:cubicBezTo>
                  <a:cubicBezTo>
                    <a:pt x="37966" y="15253"/>
                    <a:pt x="38441" y="15253"/>
                    <a:pt x="38898" y="15253"/>
                  </a:cubicBezTo>
                  <a:cubicBezTo>
                    <a:pt x="40895" y="15272"/>
                    <a:pt x="42873" y="15291"/>
                    <a:pt x="44870" y="15329"/>
                  </a:cubicBezTo>
                  <a:cubicBezTo>
                    <a:pt x="44870" y="15044"/>
                    <a:pt x="44889" y="14720"/>
                    <a:pt x="44889" y="14435"/>
                  </a:cubicBezTo>
                  <a:cubicBezTo>
                    <a:pt x="44889" y="14207"/>
                    <a:pt x="44889" y="13960"/>
                    <a:pt x="44870" y="13731"/>
                  </a:cubicBezTo>
                  <a:cubicBezTo>
                    <a:pt x="44448" y="13757"/>
                    <a:pt x="44025" y="13769"/>
                    <a:pt x="43602" y="13769"/>
                  </a:cubicBezTo>
                  <a:cubicBezTo>
                    <a:pt x="41142" y="13769"/>
                    <a:pt x="38667" y="13350"/>
                    <a:pt x="36330" y="12571"/>
                  </a:cubicBezTo>
                  <a:cubicBezTo>
                    <a:pt x="29444" y="10213"/>
                    <a:pt x="24043" y="4716"/>
                    <a:pt x="17309" y="1938"/>
                  </a:cubicBezTo>
                  <a:cubicBezTo>
                    <a:pt x="14196" y="646"/>
                    <a:pt x="10823" y="0"/>
                    <a:pt x="7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4"/>
            <p:cNvSpPr/>
            <p:nvPr/>
          </p:nvSpPr>
          <p:spPr>
            <a:xfrm>
              <a:off x="2722975" y="1433850"/>
              <a:ext cx="272500" cy="196725"/>
            </a:xfrm>
            <a:custGeom>
              <a:avLst/>
              <a:gdLst/>
              <a:ahLst/>
              <a:cxnLst/>
              <a:rect l="l" t="t" r="r" b="b"/>
              <a:pathLst>
                <a:path w="10900" h="7869" extrusionOk="0">
                  <a:moveTo>
                    <a:pt x="229" y="1"/>
                  </a:moveTo>
                  <a:cubicBezTo>
                    <a:pt x="77" y="1009"/>
                    <a:pt x="1" y="2036"/>
                    <a:pt x="1" y="3044"/>
                  </a:cubicBezTo>
                  <a:cubicBezTo>
                    <a:pt x="1" y="3691"/>
                    <a:pt x="58" y="4357"/>
                    <a:pt x="96" y="5003"/>
                  </a:cubicBezTo>
                  <a:cubicBezTo>
                    <a:pt x="2552" y="6837"/>
                    <a:pt x="5591" y="7868"/>
                    <a:pt x="8639" y="7868"/>
                  </a:cubicBezTo>
                  <a:cubicBezTo>
                    <a:pt x="8942" y="7868"/>
                    <a:pt x="9246" y="7858"/>
                    <a:pt x="9549" y="7837"/>
                  </a:cubicBezTo>
                  <a:cubicBezTo>
                    <a:pt x="9930" y="7780"/>
                    <a:pt x="10348" y="7742"/>
                    <a:pt x="10595" y="7419"/>
                  </a:cubicBezTo>
                  <a:cubicBezTo>
                    <a:pt x="10900" y="7019"/>
                    <a:pt x="10728" y="6411"/>
                    <a:pt x="10348" y="6068"/>
                  </a:cubicBezTo>
                  <a:cubicBezTo>
                    <a:pt x="9968" y="5745"/>
                    <a:pt x="9454" y="5612"/>
                    <a:pt x="8978" y="5479"/>
                  </a:cubicBezTo>
                  <a:cubicBezTo>
                    <a:pt x="5631" y="4528"/>
                    <a:pt x="2549" y="2607"/>
                    <a:pt x="2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4"/>
            <p:cNvSpPr/>
            <p:nvPr/>
          </p:nvSpPr>
          <p:spPr>
            <a:xfrm>
              <a:off x="2818550" y="1799800"/>
              <a:ext cx="925400" cy="185675"/>
            </a:xfrm>
            <a:custGeom>
              <a:avLst/>
              <a:gdLst/>
              <a:ahLst/>
              <a:cxnLst/>
              <a:rect l="l" t="t" r="r" b="b"/>
              <a:pathLst>
                <a:path w="37016" h="7427" extrusionOk="0">
                  <a:moveTo>
                    <a:pt x="24652" y="0"/>
                  </a:moveTo>
                  <a:cubicBezTo>
                    <a:pt x="24462" y="0"/>
                    <a:pt x="24272" y="3"/>
                    <a:pt x="24081" y="9"/>
                  </a:cubicBezTo>
                  <a:cubicBezTo>
                    <a:pt x="20125" y="142"/>
                    <a:pt x="16321" y="1511"/>
                    <a:pt x="12402" y="2063"/>
                  </a:cubicBezTo>
                  <a:cubicBezTo>
                    <a:pt x="11098" y="2249"/>
                    <a:pt x="9781" y="2341"/>
                    <a:pt x="8462" y="2341"/>
                  </a:cubicBezTo>
                  <a:cubicBezTo>
                    <a:pt x="5607" y="2341"/>
                    <a:pt x="2746" y="1913"/>
                    <a:pt x="1" y="1093"/>
                  </a:cubicBezTo>
                  <a:lnTo>
                    <a:pt x="1" y="1093"/>
                  </a:lnTo>
                  <a:cubicBezTo>
                    <a:pt x="590" y="1968"/>
                    <a:pt x="1237" y="2805"/>
                    <a:pt x="1941" y="3585"/>
                  </a:cubicBezTo>
                  <a:cubicBezTo>
                    <a:pt x="3837" y="3974"/>
                    <a:pt x="5764" y="4168"/>
                    <a:pt x="7689" y="4168"/>
                  </a:cubicBezTo>
                  <a:cubicBezTo>
                    <a:pt x="10186" y="4168"/>
                    <a:pt x="12678" y="3841"/>
                    <a:pt x="15084" y="3185"/>
                  </a:cubicBezTo>
                  <a:cubicBezTo>
                    <a:pt x="16407" y="2812"/>
                    <a:pt x="17767" y="2350"/>
                    <a:pt x="19114" y="2350"/>
                  </a:cubicBezTo>
                  <a:cubicBezTo>
                    <a:pt x="19414" y="2350"/>
                    <a:pt x="19713" y="2372"/>
                    <a:pt x="20011" y="2424"/>
                  </a:cubicBezTo>
                  <a:cubicBezTo>
                    <a:pt x="21818" y="2729"/>
                    <a:pt x="23263" y="3984"/>
                    <a:pt x="24823" y="4935"/>
                  </a:cubicBezTo>
                  <a:cubicBezTo>
                    <a:pt x="26820" y="6153"/>
                    <a:pt x="29046" y="6856"/>
                    <a:pt x="31328" y="7427"/>
                  </a:cubicBezTo>
                  <a:cubicBezTo>
                    <a:pt x="32203" y="6856"/>
                    <a:pt x="33059" y="6229"/>
                    <a:pt x="33858" y="5525"/>
                  </a:cubicBezTo>
                  <a:cubicBezTo>
                    <a:pt x="31328" y="4669"/>
                    <a:pt x="28741" y="4079"/>
                    <a:pt x="26097" y="3756"/>
                  </a:cubicBezTo>
                  <a:cubicBezTo>
                    <a:pt x="25717" y="3699"/>
                    <a:pt x="25318" y="3661"/>
                    <a:pt x="24975" y="3490"/>
                  </a:cubicBezTo>
                  <a:cubicBezTo>
                    <a:pt x="24633" y="3299"/>
                    <a:pt x="24347" y="2957"/>
                    <a:pt x="24347" y="2577"/>
                  </a:cubicBezTo>
                  <a:cubicBezTo>
                    <a:pt x="24347" y="2101"/>
                    <a:pt x="24766" y="1721"/>
                    <a:pt x="25241" y="1607"/>
                  </a:cubicBezTo>
                  <a:cubicBezTo>
                    <a:pt x="25378" y="1573"/>
                    <a:pt x="25515" y="1559"/>
                    <a:pt x="25654" y="1559"/>
                  </a:cubicBezTo>
                  <a:cubicBezTo>
                    <a:pt x="25982" y="1559"/>
                    <a:pt x="26315" y="1635"/>
                    <a:pt x="26649" y="1702"/>
                  </a:cubicBezTo>
                  <a:cubicBezTo>
                    <a:pt x="29654" y="2367"/>
                    <a:pt x="32679" y="3052"/>
                    <a:pt x="35703" y="3718"/>
                  </a:cubicBezTo>
                  <a:cubicBezTo>
                    <a:pt x="36159" y="3223"/>
                    <a:pt x="36616" y="2710"/>
                    <a:pt x="37015" y="2158"/>
                  </a:cubicBezTo>
                  <a:cubicBezTo>
                    <a:pt x="35798" y="1873"/>
                    <a:pt x="34562" y="1607"/>
                    <a:pt x="33344" y="1321"/>
                  </a:cubicBezTo>
                  <a:cubicBezTo>
                    <a:pt x="30470" y="661"/>
                    <a:pt x="27562" y="0"/>
                    <a:pt x="24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4"/>
            <p:cNvSpPr/>
            <p:nvPr/>
          </p:nvSpPr>
          <p:spPr>
            <a:xfrm>
              <a:off x="2733925" y="1623125"/>
              <a:ext cx="1100375" cy="165400"/>
            </a:xfrm>
            <a:custGeom>
              <a:avLst/>
              <a:gdLst/>
              <a:ahLst/>
              <a:cxnLst/>
              <a:rect l="l" t="t" r="r" b="b"/>
              <a:pathLst>
                <a:path w="44015" h="6616" extrusionOk="0">
                  <a:moveTo>
                    <a:pt x="0" y="0"/>
                  </a:moveTo>
                  <a:cubicBezTo>
                    <a:pt x="362" y="1826"/>
                    <a:pt x="951" y="3595"/>
                    <a:pt x="1731" y="5231"/>
                  </a:cubicBezTo>
                  <a:cubicBezTo>
                    <a:pt x="3743" y="6224"/>
                    <a:pt x="6078" y="6615"/>
                    <a:pt x="8422" y="6615"/>
                  </a:cubicBezTo>
                  <a:cubicBezTo>
                    <a:pt x="9490" y="6615"/>
                    <a:pt x="10561" y="6534"/>
                    <a:pt x="11603" y="6391"/>
                  </a:cubicBezTo>
                  <a:cubicBezTo>
                    <a:pt x="15806" y="5820"/>
                    <a:pt x="19896" y="4432"/>
                    <a:pt x="24138" y="4223"/>
                  </a:cubicBezTo>
                  <a:cubicBezTo>
                    <a:pt x="24574" y="4200"/>
                    <a:pt x="25010" y="4189"/>
                    <a:pt x="25445" y="4189"/>
                  </a:cubicBezTo>
                  <a:cubicBezTo>
                    <a:pt x="28612" y="4189"/>
                    <a:pt x="31743" y="4744"/>
                    <a:pt x="34903" y="5079"/>
                  </a:cubicBezTo>
                  <a:cubicBezTo>
                    <a:pt x="36219" y="5220"/>
                    <a:pt x="37552" y="5314"/>
                    <a:pt x="38879" y="5314"/>
                  </a:cubicBezTo>
                  <a:cubicBezTo>
                    <a:pt x="40239" y="5314"/>
                    <a:pt x="41592" y="5215"/>
                    <a:pt x="42911" y="4965"/>
                  </a:cubicBezTo>
                  <a:cubicBezTo>
                    <a:pt x="43349" y="4071"/>
                    <a:pt x="43710" y="3119"/>
                    <a:pt x="44014" y="2130"/>
                  </a:cubicBezTo>
                  <a:lnTo>
                    <a:pt x="44014" y="2130"/>
                  </a:lnTo>
                  <a:cubicBezTo>
                    <a:pt x="40258" y="3066"/>
                    <a:pt x="36402" y="3534"/>
                    <a:pt x="32540" y="3534"/>
                  </a:cubicBezTo>
                  <a:cubicBezTo>
                    <a:pt x="31063" y="3534"/>
                    <a:pt x="29586" y="3466"/>
                    <a:pt x="28113" y="3329"/>
                  </a:cubicBezTo>
                  <a:cubicBezTo>
                    <a:pt x="24784" y="3024"/>
                    <a:pt x="21475" y="2321"/>
                    <a:pt x="18146" y="2264"/>
                  </a:cubicBezTo>
                  <a:cubicBezTo>
                    <a:pt x="17923" y="2259"/>
                    <a:pt x="17700" y="2257"/>
                    <a:pt x="17477" y="2257"/>
                  </a:cubicBezTo>
                  <a:cubicBezTo>
                    <a:pt x="14815" y="2257"/>
                    <a:pt x="12154" y="2573"/>
                    <a:pt x="9492" y="2573"/>
                  </a:cubicBezTo>
                  <a:cubicBezTo>
                    <a:pt x="8858" y="2573"/>
                    <a:pt x="8224" y="2555"/>
                    <a:pt x="7589" y="2511"/>
                  </a:cubicBezTo>
                  <a:cubicBezTo>
                    <a:pt x="4907" y="2359"/>
                    <a:pt x="2111" y="1598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4"/>
            <p:cNvSpPr/>
            <p:nvPr/>
          </p:nvSpPr>
          <p:spPr>
            <a:xfrm>
              <a:off x="2965025" y="1921300"/>
              <a:ext cx="527850" cy="146925"/>
            </a:xfrm>
            <a:custGeom>
              <a:avLst/>
              <a:gdLst/>
              <a:ahLst/>
              <a:cxnLst/>
              <a:rect l="l" t="t" r="r" b="b"/>
              <a:pathLst>
                <a:path w="21114" h="5877" extrusionOk="0">
                  <a:moveTo>
                    <a:pt x="11392" y="1"/>
                  </a:moveTo>
                  <a:cubicBezTo>
                    <a:pt x="10169" y="1"/>
                    <a:pt x="8936" y="275"/>
                    <a:pt x="7761" y="627"/>
                  </a:cubicBezTo>
                  <a:cubicBezTo>
                    <a:pt x="6125" y="1121"/>
                    <a:pt x="4508" y="1787"/>
                    <a:pt x="2796" y="2091"/>
                  </a:cubicBezTo>
                  <a:cubicBezTo>
                    <a:pt x="2194" y="2207"/>
                    <a:pt x="1565" y="2270"/>
                    <a:pt x="928" y="2270"/>
                  </a:cubicBezTo>
                  <a:cubicBezTo>
                    <a:pt x="620" y="2270"/>
                    <a:pt x="310" y="2256"/>
                    <a:pt x="0" y="2225"/>
                  </a:cubicBezTo>
                  <a:lnTo>
                    <a:pt x="0" y="2225"/>
                  </a:lnTo>
                  <a:cubicBezTo>
                    <a:pt x="799" y="2757"/>
                    <a:pt x="1598" y="3271"/>
                    <a:pt x="2454" y="3708"/>
                  </a:cubicBezTo>
                  <a:cubicBezTo>
                    <a:pt x="4432" y="3080"/>
                    <a:pt x="6429" y="2548"/>
                    <a:pt x="8445" y="2148"/>
                  </a:cubicBezTo>
                  <a:cubicBezTo>
                    <a:pt x="9316" y="1976"/>
                    <a:pt x="10212" y="1817"/>
                    <a:pt x="11090" y="1817"/>
                  </a:cubicBezTo>
                  <a:cubicBezTo>
                    <a:pt x="11765" y="1817"/>
                    <a:pt x="12431" y="1911"/>
                    <a:pt x="13068" y="2167"/>
                  </a:cubicBezTo>
                  <a:cubicBezTo>
                    <a:pt x="14798" y="2852"/>
                    <a:pt x="15921" y="4602"/>
                    <a:pt x="17271" y="5877"/>
                  </a:cubicBezTo>
                  <a:cubicBezTo>
                    <a:pt x="18603" y="5610"/>
                    <a:pt x="19877" y="5268"/>
                    <a:pt x="21113" y="4792"/>
                  </a:cubicBezTo>
                  <a:cubicBezTo>
                    <a:pt x="19972" y="4355"/>
                    <a:pt x="18926" y="3670"/>
                    <a:pt x="17937" y="2947"/>
                  </a:cubicBezTo>
                  <a:cubicBezTo>
                    <a:pt x="16358" y="1806"/>
                    <a:pt x="14779" y="570"/>
                    <a:pt x="12877" y="151"/>
                  </a:cubicBezTo>
                  <a:cubicBezTo>
                    <a:pt x="12387" y="47"/>
                    <a:pt x="11890" y="1"/>
                    <a:pt x="1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4"/>
            <p:cNvSpPr/>
            <p:nvPr/>
          </p:nvSpPr>
          <p:spPr>
            <a:xfrm>
              <a:off x="2838125" y="1266700"/>
              <a:ext cx="278600" cy="152375"/>
            </a:xfrm>
            <a:custGeom>
              <a:avLst/>
              <a:gdLst/>
              <a:ahLst/>
              <a:cxnLst/>
              <a:rect l="l" t="t" r="r" b="b"/>
              <a:pathLst>
                <a:path w="11144" h="6095" extrusionOk="0">
                  <a:moveTo>
                    <a:pt x="2457" y="0"/>
                  </a:moveTo>
                  <a:cubicBezTo>
                    <a:pt x="65" y="0"/>
                    <a:pt x="0" y="1879"/>
                    <a:pt x="1843" y="3320"/>
                  </a:cubicBezTo>
                  <a:cubicBezTo>
                    <a:pt x="3821" y="4785"/>
                    <a:pt x="6198" y="5736"/>
                    <a:pt x="8652" y="6059"/>
                  </a:cubicBezTo>
                  <a:cubicBezTo>
                    <a:pt x="8834" y="6081"/>
                    <a:pt x="9027" y="6095"/>
                    <a:pt x="9222" y="6095"/>
                  </a:cubicBezTo>
                  <a:cubicBezTo>
                    <a:pt x="9880" y="6095"/>
                    <a:pt x="10555" y="5937"/>
                    <a:pt x="10878" y="5393"/>
                  </a:cubicBezTo>
                  <a:cubicBezTo>
                    <a:pt x="11144" y="4937"/>
                    <a:pt x="11068" y="4366"/>
                    <a:pt x="10840" y="3910"/>
                  </a:cubicBezTo>
                  <a:cubicBezTo>
                    <a:pt x="10592" y="3491"/>
                    <a:pt x="10193" y="3130"/>
                    <a:pt x="9793" y="2826"/>
                  </a:cubicBezTo>
                  <a:cubicBezTo>
                    <a:pt x="7834" y="1323"/>
                    <a:pt x="5266" y="163"/>
                    <a:pt x="2775" y="11"/>
                  </a:cubicBezTo>
                  <a:cubicBezTo>
                    <a:pt x="2664" y="4"/>
                    <a:pt x="2558" y="0"/>
                    <a:pt x="2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4"/>
            <p:cNvSpPr/>
            <p:nvPr/>
          </p:nvSpPr>
          <p:spPr>
            <a:xfrm>
              <a:off x="2497100" y="797575"/>
              <a:ext cx="535475" cy="488950"/>
            </a:xfrm>
            <a:custGeom>
              <a:avLst/>
              <a:gdLst/>
              <a:ahLst/>
              <a:cxnLst/>
              <a:rect l="l" t="t" r="r" b="b"/>
              <a:pathLst>
                <a:path w="21419" h="19558" extrusionOk="0">
                  <a:moveTo>
                    <a:pt x="10702" y="0"/>
                  </a:moveTo>
                  <a:cubicBezTo>
                    <a:pt x="10008" y="0"/>
                    <a:pt x="9303" y="75"/>
                    <a:pt x="8598" y="230"/>
                  </a:cubicBezTo>
                  <a:cubicBezTo>
                    <a:pt x="3329" y="1391"/>
                    <a:pt x="1" y="6602"/>
                    <a:pt x="1161" y="11890"/>
                  </a:cubicBezTo>
                  <a:cubicBezTo>
                    <a:pt x="2165" y="16451"/>
                    <a:pt x="6206" y="19558"/>
                    <a:pt x="10691" y="19558"/>
                  </a:cubicBezTo>
                  <a:cubicBezTo>
                    <a:pt x="11387" y="19558"/>
                    <a:pt x="12094" y="19483"/>
                    <a:pt x="12802" y="19327"/>
                  </a:cubicBezTo>
                  <a:cubicBezTo>
                    <a:pt x="18071" y="18167"/>
                    <a:pt x="21418" y="12955"/>
                    <a:pt x="20258" y="7686"/>
                  </a:cubicBezTo>
                  <a:cubicBezTo>
                    <a:pt x="19253" y="3123"/>
                    <a:pt x="15194" y="0"/>
                    <a:pt x="10702" y="0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4"/>
            <p:cNvSpPr/>
            <p:nvPr/>
          </p:nvSpPr>
          <p:spPr>
            <a:xfrm>
              <a:off x="2588400" y="865125"/>
              <a:ext cx="352875" cy="352875"/>
            </a:xfrm>
            <a:custGeom>
              <a:avLst/>
              <a:gdLst/>
              <a:ahLst/>
              <a:cxnLst/>
              <a:rect l="l" t="t" r="r" b="b"/>
              <a:pathLst>
                <a:path w="14115" h="14115" extrusionOk="0">
                  <a:moveTo>
                    <a:pt x="7057" y="1"/>
                  </a:moveTo>
                  <a:cubicBezTo>
                    <a:pt x="3158" y="1"/>
                    <a:pt x="1" y="3158"/>
                    <a:pt x="1" y="7058"/>
                  </a:cubicBezTo>
                  <a:cubicBezTo>
                    <a:pt x="1" y="10957"/>
                    <a:pt x="3158" y="14114"/>
                    <a:pt x="7057" y="14114"/>
                  </a:cubicBezTo>
                  <a:cubicBezTo>
                    <a:pt x="10957" y="14114"/>
                    <a:pt x="14114" y="10957"/>
                    <a:pt x="14114" y="7058"/>
                  </a:cubicBezTo>
                  <a:cubicBezTo>
                    <a:pt x="14114" y="3158"/>
                    <a:pt x="10957" y="1"/>
                    <a:pt x="7057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4"/>
            <p:cNvSpPr/>
            <p:nvPr/>
          </p:nvSpPr>
          <p:spPr>
            <a:xfrm>
              <a:off x="2640725" y="928850"/>
              <a:ext cx="248225" cy="225775"/>
            </a:xfrm>
            <a:custGeom>
              <a:avLst/>
              <a:gdLst/>
              <a:ahLst/>
              <a:cxnLst/>
              <a:rect l="l" t="t" r="r" b="b"/>
              <a:pathLst>
                <a:path w="9929" h="9031" extrusionOk="0">
                  <a:moveTo>
                    <a:pt x="4964" y="1"/>
                  </a:moveTo>
                  <a:cubicBezTo>
                    <a:pt x="3809" y="1"/>
                    <a:pt x="2653" y="438"/>
                    <a:pt x="1769" y="1313"/>
                  </a:cubicBezTo>
                  <a:cubicBezTo>
                    <a:pt x="0" y="3082"/>
                    <a:pt x="0" y="5935"/>
                    <a:pt x="1769" y="7704"/>
                  </a:cubicBezTo>
                  <a:cubicBezTo>
                    <a:pt x="2653" y="8589"/>
                    <a:pt x="3809" y="9031"/>
                    <a:pt x="4964" y="9031"/>
                  </a:cubicBezTo>
                  <a:cubicBezTo>
                    <a:pt x="6120" y="9031"/>
                    <a:pt x="7275" y="8589"/>
                    <a:pt x="8160" y="7704"/>
                  </a:cubicBezTo>
                  <a:cubicBezTo>
                    <a:pt x="9929" y="5935"/>
                    <a:pt x="9929" y="3082"/>
                    <a:pt x="8160" y="1313"/>
                  </a:cubicBezTo>
                  <a:cubicBezTo>
                    <a:pt x="7275" y="438"/>
                    <a:pt x="6120" y="1"/>
                    <a:pt x="4964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4"/>
            <p:cNvSpPr/>
            <p:nvPr/>
          </p:nvSpPr>
          <p:spPr>
            <a:xfrm>
              <a:off x="2705375" y="982125"/>
              <a:ext cx="118925" cy="118900"/>
            </a:xfrm>
            <a:custGeom>
              <a:avLst/>
              <a:gdLst/>
              <a:ahLst/>
              <a:cxnLst/>
              <a:rect l="l" t="t" r="r" b="b"/>
              <a:pathLst>
                <a:path w="4757" h="4756" extrusionOk="0">
                  <a:moveTo>
                    <a:pt x="2378" y="0"/>
                  </a:moveTo>
                  <a:cubicBezTo>
                    <a:pt x="1066" y="0"/>
                    <a:pt x="1" y="1046"/>
                    <a:pt x="1" y="2378"/>
                  </a:cubicBezTo>
                  <a:cubicBezTo>
                    <a:pt x="1" y="3690"/>
                    <a:pt x="1066" y="4755"/>
                    <a:pt x="2378" y="4755"/>
                  </a:cubicBezTo>
                  <a:cubicBezTo>
                    <a:pt x="3691" y="4755"/>
                    <a:pt x="4756" y="3690"/>
                    <a:pt x="4756" y="2378"/>
                  </a:cubicBezTo>
                  <a:cubicBezTo>
                    <a:pt x="4756" y="1084"/>
                    <a:pt x="3691" y="0"/>
                    <a:pt x="2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4"/>
            <p:cNvSpPr/>
            <p:nvPr/>
          </p:nvSpPr>
          <p:spPr>
            <a:xfrm>
              <a:off x="1763850" y="2277900"/>
              <a:ext cx="543075" cy="543550"/>
            </a:xfrm>
            <a:custGeom>
              <a:avLst/>
              <a:gdLst/>
              <a:ahLst/>
              <a:cxnLst/>
              <a:rect l="l" t="t" r="r" b="b"/>
              <a:pathLst>
                <a:path w="21723" h="21742" extrusionOk="0">
                  <a:moveTo>
                    <a:pt x="10862" y="1"/>
                  </a:moveTo>
                  <a:cubicBezTo>
                    <a:pt x="4870" y="1"/>
                    <a:pt x="1" y="4870"/>
                    <a:pt x="1" y="10881"/>
                  </a:cubicBezTo>
                  <a:cubicBezTo>
                    <a:pt x="1" y="16872"/>
                    <a:pt x="4870" y="21741"/>
                    <a:pt x="10862" y="21741"/>
                  </a:cubicBezTo>
                  <a:cubicBezTo>
                    <a:pt x="16872" y="21741"/>
                    <a:pt x="21722" y="16872"/>
                    <a:pt x="21722" y="10881"/>
                  </a:cubicBezTo>
                  <a:cubicBezTo>
                    <a:pt x="21722" y="4870"/>
                    <a:pt x="16872" y="1"/>
                    <a:pt x="10862" y="1"/>
                  </a:cubicBezTo>
                  <a:close/>
                </a:path>
              </a:pathLst>
            </a:custGeom>
            <a:solidFill>
              <a:srgbClr val="92F7FF">
                <a:alpha val="4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4"/>
            <p:cNvSpPr/>
            <p:nvPr/>
          </p:nvSpPr>
          <p:spPr>
            <a:xfrm>
              <a:off x="1839450" y="2353525"/>
              <a:ext cx="392350" cy="392325"/>
            </a:xfrm>
            <a:custGeom>
              <a:avLst/>
              <a:gdLst/>
              <a:ahLst/>
              <a:cxnLst/>
              <a:rect l="l" t="t" r="r" b="b"/>
              <a:pathLst>
                <a:path w="15694" h="15693" extrusionOk="0">
                  <a:moveTo>
                    <a:pt x="7838" y="0"/>
                  </a:moveTo>
                  <a:cubicBezTo>
                    <a:pt x="3501" y="0"/>
                    <a:pt x="1" y="3519"/>
                    <a:pt x="1" y="7856"/>
                  </a:cubicBezTo>
                  <a:cubicBezTo>
                    <a:pt x="1" y="12173"/>
                    <a:pt x="3501" y="15692"/>
                    <a:pt x="7838" y="15692"/>
                  </a:cubicBezTo>
                  <a:cubicBezTo>
                    <a:pt x="12174" y="15692"/>
                    <a:pt x="15693" y="12173"/>
                    <a:pt x="15693" y="7856"/>
                  </a:cubicBezTo>
                  <a:cubicBezTo>
                    <a:pt x="15693" y="3519"/>
                    <a:pt x="12174" y="0"/>
                    <a:pt x="7838" y="0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4"/>
            <p:cNvSpPr/>
            <p:nvPr/>
          </p:nvSpPr>
          <p:spPr>
            <a:xfrm>
              <a:off x="1900325" y="2424525"/>
              <a:ext cx="270125" cy="250775"/>
            </a:xfrm>
            <a:custGeom>
              <a:avLst/>
              <a:gdLst/>
              <a:ahLst/>
              <a:cxnLst/>
              <a:rect l="l" t="t" r="r" b="b"/>
              <a:pathLst>
                <a:path w="10805" h="10031" extrusionOk="0">
                  <a:moveTo>
                    <a:pt x="5414" y="1"/>
                  </a:moveTo>
                  <a:cubicBezTo>
                    <a:pt x="5140" y="1"/>
                    <a:pt x="4863" y="23"/>
                    <a:pt x="4585" y="70"/>
                  </a:cubicBezTo>
                  <a:cubicBezTo>
                    <a:pt x="1846" y="527"/>
                    <a:pt x="1" y="3114"/>
                    <a:pt x="457" y="5853"/>
                  </a:cubicBezTo>
                  <a:cubicBezTo>
                    <a:pt x="866" y="8309"/>
                    <a:pt x="2989" y="10031"/>
                    <a:pt x="5399" y="10031"/>
                  </a:cubicBezTo>
                  <a:cubicBezTo>
                    <a:pt x="5676" y="10031"/>
                    <a:pt x="5957" y="10008"/>
                    <a:pt x="6239" y="9961"/>
                  </a:cubicBezTo>
                  <a:cubicBezTo>
                    <a:pt x="8959" y="9505"/>
                    <a:pt x="10804" y="6918"/>
                    <a:pt x="10348" y="4198"/>
                  </a:cubicBezTo>
                  <a:cubicBezTo>
                    <a:pt x="9938" y="1739"/>
                    <a:pt x="7812" y="1"/>
                    <a:pt x="54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4"/>
            <p:cNvSpPr/>
            <p:nvPr/>
          </p:nvSpPr>
          <p:spPr>
            <a:xfrm>
              <a:off x="1969275" y="2483800"/>
              <a:ext cx="132225" cy="131750"/>
            </a:xfrm>
            <a:custGeom>
              <a:avLst/>
              <a:gdLst/>
              <a:ahLst/>
              <a:cxnLst/>
              <a:rect l="l" t="t" r="r" b="b"/>
              <a:pathLst>
                <a:path w="5289" h="5270" extrusionOk="0">
                  <a:moveTo>
                    <a:pt x="2645" y="1"/>
                  </a:moveTo>
                  <a:cubicBezTo>
                    <a:pt x="1199" y="1"/>
                    <a:pt x="1" y="1180"/>
                    <a:pt x="1" y="2645"/>
                  </a:cubicBezTo>
                  <a:cubicBezTo>
                    <a:pt x="1" y="4090"/>
                    <a:pt x="1199" y="5269"/>
                    <a:pt x="2645" y="5269"/>
                  </a:cubicBezTo>
                  <a:cubicBezTo>
                    <a:pt x="4109" y="5269"/>
                    <a:pt x="5288" y="4090"/>
                    <a:pt x="5288" y="2645"/>
                  </a:cubicBezTo>
                  <a:cubicBezTo>
                    <a:pt x="5288" y="1180"/>
                    <a:pt x="4109" y="1"/>
                    <a:pt x="2645" y="1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4"/>
            <p:cNvSpPr/>
            <p:nvPr/>
          </p:nvSpPr>
          <p:spPr>
            <a:xfrm>
              <a:off x="3261750" y="2237475"/>
              <a:ext cx="498850" cy="331475"/>
            </a:xfrm>
            <a:custGeom>
              <a:avLst/>
              <a:gdLst/>
              <a:ahLst/>
              <a:cxnLst/>
              <a:rect l="l" t="t" r="r" b="b"/>
              <a:pathLst>
                <a:path w="19954" h="13259" extrusionOk="0">
                  <a:moveTo>
                    <a:pt x="818" y="1"/>
                  </a:moveTo>
                  <a:cubicBezTo>
                    <a:pt x="362" y="1"/>
                    <a:pt x="0" y="362"/>
                    <a:pt x="0" y="819"/>
                  </a:cubicBezTo>
                  <a:lnTo>
                    <a:pt x="0" y="12441"/>
                  </a:lnTo>
                  <a:cubicBezTo>
                    <a:pt x="0" y="12897"/>
                    <a:pt x="362" y="13258"/>
                    <a:pt x="818" y="13258"/>
                  </a:cubicBezTo>
                  <a:lnTo>
                    <a:pt x="19135" y="13258"/>
                  </a:lnTo>
                  <a:cubicBezTo>
                    <a:pt x="19592" y="13258"/>
                    <a:pt x="19953" y="12897"/>
                    <a:pt x="19953" y="12441"/>
                  </a:cubicBezTo>
                  <a:lnTo>
                    <a:pt x="19953" y="819"/>
                  </a:lnTo>
                  <a:cubicBezTo>
                    <a:pt x="19953" y="362"/>
                    <a:pt x="19592" y="1"/>
                    <a:pt x="19135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4"/>
            <p:cNvSpPr/>
            <p:nvPr/>
          </p:nvSpPr>
          <p:spPr>
            <a:xfrm>
              <a:off x="2991175" y="2436725"/>
              <a:ext cx="420375" cy="278200"/>
            </a:xfrm>
            <a:custGeom>
              <a:avLst/>
              <a:gdLst/>
              <a:ahLst/>
              <a:cxnLst/>
              <a:rect l="l" t="t" r="r" b="b"/>
              <a:pathLst>
                <a:path w="16815" h="11128" extrusionOk="0">
                  <a:moveTo>
                    <a:pt x="818" y="1"/>
                  </a:moveTo>
                  <a:cubicBezTo>
                    <a:pt x="362" y="1"/>
                    <a:pt x="0" y="362"/>
                    <a:pt x="0" y="819"/>
                  </a:cubicBezTo>
                  <a:lnTo>
                    <a:pt x="0" y="10329"/>
                  </a:lnTo>
                  <a:cubicBezTo>
                    <a:pt x="38" y="10766"/>
                    <a:pt x="381" y="11128"/>
                    <a:pt x="818" y="11128"/>
                  </a:cubicBezTo>
                  <a:lnTo>
                    <a:pt x="16016" y="11128"/>
                  </a:lnTo>
                  <a:cubicBezTo>
                    <a:pt x="16453" y="11128"/>
                    <a:pt x="16815" y="10766"/>
                    <a:pt x="16815" y="10329"/>
                  </a:cubicBezTo>
                  <a:lnTo>
                    <a:pt x="16815" y="819"/>
                  </a:lnTo>
                  <a:cubicBezTo>
                    <a:pt x="16815" y="362"/>
                    <a:pt x="16453" y="1"/>
                    <a:pt x="16016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4"/>
            <p:cNvSpPr/>
            <p:nvPr/>
          </p:nvSpPr>
          <p:spPr>
            <a:xfrm>
              <a:off x="3501875" y="2662600"/>
              <a:ext cx="161225" cy="161225"/>
            </a:xfrm>
            <a:custGeom>
              <a:avLst/>
              <a:gdLst/>
              <a:ahLst/>
              <a:cxnLst/>
              <a:rect l="l" t="t" r="r" b="b"/>
              <a:pathLst>
                <a:path w="6449" h="6449" extrusionOk="0">
                  <a:moveTo>
                    <a:pt x="819" y="1"/>
                  </a:moveTo>
                  <a:cubicBezTo>
                    <a:pt x="362" y="1"/>
                    <a:pt x="1" y="362"/>
                    <a:pt x="1" y="818"/>
                  </a:cubicBezTo>
                  <a:lnTo>
                    <a:pt x="1" y="5631"/>
                  </a:lnTo>
                  <a:cubicBezTo>
                    <a:pt x="1" y="6087"/>
                    <a:pt x="362" y="6449"/>
                    <a:pt x="819" y="6449"/>
                  </a:cubicBezTo>
                  <a:lnTo>
                    <a:pt x="5631" y="6449"/>
                  </a:lnTo>
                  <a:cubicBezTo>
                    <a:pt x="6087" y="6449"/>
                    <a:pt x="6449" y="6087"/>
                    <a:pt x="6449" y="5631"/>
                  </a:cubicBezTo>
                  <a:lnTo>
                    <a:pt x="6449" y="818"/>
                  </a:lnTo>
                  <a:cubicBezTo>
                    <a:pt x="6449" y="362"/>
                    <a:pt x="6087" y="1"/>
                    <a:pt x="56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4"/>
            <p:cNvSpPr/>
            <p:nvPr/>
          </p:nvSpPr>
          <p:spPr>
            <a:xfrm>
              <a:off x="1354900" y="976875"/>
              <a:ext cx="153625" cy="278200"/>
            </a:xfrm>
            <a:custGeom>
              <a:avLst/>
              <a:gdLst/>
              <a:ahLst/>
              <a:cxnLst/>
              <a:rect l="l" t="t" r="r" b="b"/>
              <a:pathLst>
                <a:path w="6145" h="11128" extrusionOk="0">
                  <a:moveTo>
                    <a:pt x="952" y="1"/>
                  </a:moveTo>
                  <a:lnTo>
                    <a:pt x="1" y="1123"/>
                  </a:lnTo>
                  <a:cubicBezTo>
                    <a:pt x="2968" y="3615"/>
                    <a:pt x="4661" y="7286"/>
                    <a:pt x="4661" y="11128"/>
                  </a:cubicBezTo>
                  <a:lnTo>
                    <a:pt x="6144" y="11128"/>
                  </a:lnTo>
                  <a:cubicBezTo>
                    <a:pt x="6144" y="6829"/>
                    <a:pt x="4261" y="2759"/>
                    <a:pt x="9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4"/>
            <p:cNvSpPr/>
            <p:nvPr/>
          </p:nvSpPr>
          <p:spPr>
            <a:xfrm>
              <a:off x="1410075" y="1329250"/>
              <a:ext cx="88925" cy="137925"/>
            </a:xfrm>
            <a:custGeom>
              <a:avLst/>
              <a:gdLst/>
              <a:ahLst/>
              <a:cxnLst/>
              <a:rect l="l" t="t" r="r" b="b"/>
              <a:pathLst>
                <a:path w="3557" h="5517" extrusionOk="0">
                  <a:moveTo>
                    <a:pt x="2130" y="0"/>
                  </a:moveTo>
                  <a:cubicBezTo>
                    <a:pt x="1750" y="1693"/>
                    <a:pt x="1027" y="3272"/>
                    <a:pt x="0" y="4660"/>
                  </a:cubicBezTo>
                  <a:lnTo>
                    <a:pt x="1198" y="5516"/>
                  </a:lnTo>
                  <a:cubicBezTo>
                    <a:pt x="2321" y="3957"/>
                    <a:pt x="3120" y="2226"/>
                    <a:pt x="3557" y="343"/>
                  </a:cubicBezTo>
                  <a:lnTo>
                    <a:pt x="21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4"/>
            <p:cNvSpPr/>
            <p:nvPr/>
          </p:nvSpPr>
          <p:spPr>
            <a:xfrm>
              <a:off x="888900" y="1488075"/>
              <a:ext cx="437975" cy="130775"/>
            </a:xfrm>
            <a:custGeom>
              <a:avLst/>
              <a:gdLst/>
              <a:ahLst/>
              <a:cxnLst/>
              <a:rect l="l" t="t" r="r" b="b"/>
              <a:pathLst>
                <a:path w="17519" h="5231" extrusionOk="0">
                  <a:moveTo>
                    <a:pt x="1027" y="0"/>
                  </a:moveTo>
                  <a:lnTo>
                    <a:pt x="0" y="1046"/>
                  </a:lnTo>
                  <a:cubicBezTo>
                    <a:pt x="2739" y="3766"/>
                    <a:pt x="6372" y="5231"/>
                    <a:pt x="10233" y="5231"/>
                  </a:cubicBezTo>
                  <a:cubicBezTo>
                    <a:pt x="12801" y="5231"/>
                    <a:pt x="15312" y="4565"/>
                    <a:pt x="17518" y="3291"/>
                  </a:cubicBezTo>
                  <a:lnTo>
                    <a:pt x="16796" y="2016"/>
                  </a:lnTo>
                  <a:cubicBezTo>
                    <a:pt x="14818" y="3158"/>
                    <a:pt x="12535" y="3785"/>
                    <a:pt x="10233" y="3785"/>
                  </a:cubicBezTo>
                  <a:cubicBezTo>
                    <a:pt x="6753" y="3785"/>
                    <a:pt x="3500" y="2454"/>
                    <a:pt x="10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4"/>
            <p:cNvSpPr/>
            <p:nvPr/>
          </p:nvSpPr>
          <p:spPr>
            <a:xfrm>
              <a:off x="780950" y="999700"/>
              <a:ext cx="131750" cy="397575"/>
            </a:xfrm>
            <a:custGeom>
              <a:avLst/>
              <a:gdLst/>
              <a:ahLst/>
              <a:cxnLst/>
              <a:rect l="l" t="t" r="r" b="b"/>
              <a:pathLst>
                <a:path w="5270" h="15903" extrusionOk="0">
                  <a:moveTo>
                    <a:pt x="4223" y="1"/>
                  </a:moveTo>
                  <a:cubicBezTo>
                    <a:pt x="1484" y="2721"/>
                    <a:pt x="1" y="6392"/>
                    <a:pt x="1" y="10272"/>
                  </a:cubicBezTo>
                  <a:cubicBezTo>
                    <a:pt x="1" y="12193"/>
                    <a:pt x="381" y="14095"/>
                    <a:pt x="1142" y="15902"/>
                  </a:cubicBezTo>
                  <a:lnTo>
                    <a:pt x="2492" y="15332"/>
                  </a:lnTo>
                  <a:cubicBezTo>
                    <a:pt x="1808" y="13715"/>
                    <a:pt x="1465" y="12003"/>
                    <a:pt x="1465" y="10234"/>
                  </a:cubicBezTo>
                  <a:cubicBezTo>
                    <a:pt x="1465" y="6772"/>
                    <a:pt x="2816" y="3482"/>
                    <a:pt x="5269" y="1009"/>
                  </a:cubicBezTo>
                  <a:lnTo>
                    <a:pt x="42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4"/>
            <p:cNvSpPr/>
            <p:nvPr/>
          </p:nvSpPr>
          <p:spPr>
            <a:xfrm>
              <a:off x="976875" y="891300"/>
              <a:ext cx="166925" cy="73250"/>
            </a:xfrm>
            <a:custGeom>
              <a:avLst/>
              <a:gdLst/>
              <a:ahLst/>
              <a:cxnLst/>
              <a:rect l="l" t="t" r="r" b="b"/>
              <a:pathLst>
                <a:path w="6677" h="2930" extrusionOk="0">
                  <a:moveTo>
                    <a:pt x="6676" y="0"/>
                  </a:moveTo>
                  <a:cubicBezTo>
                    <a:pt x="4356" y="0"/>
                    <a:pt x="2054" y="571"/>
                    <a:pt x="0" y="1617"/>
                  </a:cubicBezTo>
                  <a:lnTo>
                    <a:pt x="685" y="2929"/>
                  </a:lnTo>
                  <a:cubicBezTo>
                    <a:pt x="2549" y="1959"/>
                    <a:pt x="4565" y="1484"/>
                    <a:pt x="6676" y="1484"/>
                  </a:cubicBezTo>
                  <a:lnTo>
                    <a:pt x="66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4"/>
            <p:cNvSpPr/>
            <p:nvPr/>
          </p:nvSpPr>
          <p:spPr>
            <a:xfrm>
              <a:off x="922175" y="1033000"/>
              <a:ext cx="444650" cy="444625"/>
            </a:xfrm>
            <a:custGeom>
              <a:avLst/>
              <a:gdLst/>
              <a:ahLst/>
              <a:cxnLst/>
              <a:rect l="l" t="t" r="r" b="b"/>
              <a:pathLst>
                <a:path w="17786" h="17785" extrusionOk="0">
                  <a:moveTo>
                    <a:pt x="8902" y="0"/>
                  </a:moveTo>
                  <a:cubicBezTo>
                    <a:pt x="3976" y="0"/>
                    <a:pt x="1" y="3976"/>
                    <a:pt x="1" y="8883"/>
                  </a:cubicBezTo>
                  <a:cubicBezTo>
                    <a:pt x="1" y="13790"/>
                    <a:pt x="3976" y="17785"/>
                    <a:pt x="8902" y="17785"/>
                  </a:cubicBezTo>
                  <a:cubicBezTo>
                    <a:pt x="13810" y="17785"/>
                    <a:pt x="17785" y="13790"/>
                    <a:pt x="17785" y="8883"/>
                  </a:cubicBezTo>
                  <a:cubicBezTo>
                    <a:pt x="17785" y="3976"/>
                    <a:pt x="13810" y="0"/>
                    <a:pt x="8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4"/>
            <p:cNvSpPr/>
            <p:nvPr/>
          </p:nvSpPr>
          <p:spPr>
            <a:xfrm>
              <a:off x="949750" y="1073550"/>
              <a:ext cx="390450" cy="363525"/>
            </a:xfrm>
            <a:custGeom>
              <a:avLst/>
              <a:gdLst/>
              <a:ahLst/>
              <a:cxnLst/>
              <a:rect l="l" t="t" r="r" b="b"/>
              <a:pathLst>
                <a:path w="15618" h="14541" extrusionOk="0">
                  <a:moveTo>
                    <a:pt x="7820" y="0"/>
                  </a:moveTo>
                  <a:cubicBezTo>
                    <a:pt x="7444" y="0"/>
                    <a:pt x="7062" y="29"/>
                    <a:pt x="6677" y="90"/>
                  </a:cubicBezTo>
                  <a:cubicBezTo>
                    <a:pt x="2702" y="699"/>
                    <a:pt x="1" y="4427"/>
                    <a:pt x="610" y="8402"/>
                  </a:cubicBezTo>
                  <a:cubicBezTo>
                    <a:pt x="1177" y="11976"/>
                    <a:pt x="4273" y="14541"/>
                    <a:pt x="7783" y="14541"/>
                  </a:cubicBezTo>
                  <a:cubicBezTo>
                    <a:pt x="8159" y="14541"/>
                    <a:pt x="8539" y="14512"/>
                    <a:pt x="8922" y="14451"/>
                  </a:cubicBezTo>
                  <a:cubicBezTo>
                    <a:pt x="12897" y="13842"/>
                    <a:pt x="15617" y="10114"/>
                    <a:pt x="14989" y="6139"/>
                  </a:cubicBezTo>
                  <a:cubicBezTo>
                    <a:pt x="14422" y="2565"/>
                    <a:pt x="11341" y="0"/>
                    <a:pt x="7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4"/>
            <p:cNvSpPr/>
            <p:nvPr/>
          </p:nvSpPr>
          <p:spPr>
            <a:xfrm flipH="1">
              <a:off x="1028700" y="1107650"/>
              <a:ext cx="233500" cy="287725"/>
            </a:xfrm>
            <a:custGeom>
              <a:avLst/>
              <a:gdLst/>
              <a:ahLst/>
              <a:cxnLst/>
              <a:rect l="l" t="t" r="r" b="b"/>
              <a:pathLst>
                <a:path w="9340" h="11509" extrusionOk="0">
                  <a:moveTo>
                    <a:pt x="4109" y="3082"/>
                  </a:moveTo>
                  <a:lnTo>
                    <a:pt x="4109" y="4927"/>
                  </a:lnTo>
                  <a:cubicBezTo>
                    <a:pt x="3976" y="4927"/>
                    <a:pt x="3843" y="4927"/>
                    <a:pt x="3728" y="4946"/>
                  </a:cubicBezTo>
                  <a:cubicBezTo>
                    <a:pt x="3614" y="4965"/>
                    <a:pt x="3500" y="4965"/>
                    <a:pt x="3405" y="4965"/>
                  </a:cubicBezTo>
                  <a:cubicBezTo>
                    <a:pt x="2949" y="4965"/>
                    <a:pt x="2606" y="4870"/>
                    <a:pt x="2397" y="4737"/>
                  </a:cubicBezTo>
                  <a:cubicBezTo>
                    <a:pt x="2188" y="4585"/>
                    <a:pt x="2074" y="4375"/>
                    <a:pt x="2074" y="4147"/>
                  </a:cubicBezTo>
                  <a:cubicBezTo>
                    <a:pt x="2074" y="4014"/>
                    <a:pt x="2112" y="3900"/>
                    <a:pt x="2188" y="3805"/>
                  </a:cubicBezTo>
                  <a:cubicBezTo>
                    <a:pt x="2264" y="3691"/>
                    <a:pt x="2359" y="3557"/>
                    <a:pt x="2511" y="3481"/>
                  </a:cubicBezTo>
                  <a:cubicBezTo>
                    <a:pt x="2663" y="3348"/>
                    <a:pt x="2873" y="3291"/>
                    <a:pt x="3139" y="3215"/>
                  </a:cubicBezTo>
                  <a:cubicBezTo>
                    <a:pt x="3405" y="3139"/>
                    <a:pt x="3728" y="3120"/>
                    <a:pt x="4109" y="3082"/>
                  </a:cubicBezTo>
                  <a:close/>
                  <a:moveTo>
                    <a:pt x="6030" y="6277"/>
                  </a:moveTo>
                  <a:cubicBezTo>
                    <a:pt x="6563" y="6277"/>
                    <a:pt x="6943" y="6373"/>
                    <a:pt x="7171" y="6544"/>
                  </a:cubicBezTo>
                  <a:cubicBezTo>
                    <a:pt x="7438" y="6715"/>
                    <a:pt x="7552" y="6943"/>
                    <a:pt x="7552" y="7228"/>
                  </a:cubicBezTo>
                  <a:cubicBezTo>
                    <a:pt x="7552" y="7400"/>
                    <a:pt x="7514" y="7571"/>
                    <a:pt x="7438" y="7704"/>
                  </a:cubicBezTo>
                  <a:cubicBezTo>
                    <a:pt x="7361" y="7875"/>
                    <a:pt x="7247" y="7989"/>
                    <a:pt x="7057" y="8103"/>
                  </a:cubicBezTo>
                  <a:cubicBezTo>
                    <a:pt x="6867" y="8237"/>
                    <a:pt x="6658" y="8332"/>
                    <a:pt x="6372" y="8389"/>
                  </a:cubicBezTo>
                  <a:cubicBezTo>
                    <a:pt x="6087" y="8465"/>
                    <a:pt x="5745" y="8522"/>
                    <a:pt x="5345" y="8541"/>
                  </a:cubicBezTo>
                  <a:lnTo>
                    <a:pt x="5326" y="8541"/>
                  </a:lnTo>
                  <a:lnTo>
                    <a:pt x="5326" y="6334"/>
                  </a:lnTo>
                  <a:cubicBezTo>
                    <a:pt x="5440" y="6334"/>
                    <a:pt x="5554" y="6334"/>
                    <a:pt x="5688" y="6296"/>
                  </a:cubicBezTo>
                  <a:cubicBezTo>
                    <a:pt x="5802" y="6277"/>
                    <a:pt x="5916" y="6277"/>
                    <a:pt x="6030" y="6277"/>
                  </a:cubicBezTo>
                  <a:close/>
                  <a:moveTo>
                    <a:pt x="4109" y="1"/>
                  </a:moveTo>
                  <a:lnTo>
                    <a:pt x="4109" y="1560"/>
                  </a:lnTo>
                  <a:cubicBezTo>
                    <a:pt x="3424" y="1598"/>
                    <a:pt x="2835" y="1693"/>
                    <a:pt x="2359" y="1846"/>
                  </a:cubicBezTo>
                  <a:cubicBezTo>
                    <a:pt x="1883" y="2017"/>
                    <a:pt x="1503" y="2226"/>
                    <a:pt x="1180" y="2473"/>
                  </a:cubicBezTo>
                  <a:cubicBezTo>
                    <a:pt x="894" y="2701"/>
                    <a:pt x="685" y="2987"/>
                    <a:pt x="552" y="3310"/>
                  </a:cubicBezTo>
                  <a:cubicBezTo>
                    <a:pt x="419" y="3614"/>
                    <a:pt x="362" y="3938"/>
                    <a:pt x="362" y="4261"/>
                  </a:cubicBezTo>
                  <a:cubicBezTo>
                    <a:pt x="362" y="4604"/>
                    <a:pt x="457" y="4946"/>
                    <a:pt x="590" y="5231"/>
                  </a:cubicBezTo>
                  <a:cubicBezTo>
                    <a:pt x="742" y="5517"/>
                    <a:pt x="951" y="5745"/>
                    <a:pt x="1218" y="5935"/>
                  </a:cubicBezTo>
                  <a:cubicBezTo>
                    <a:pt x="1446" y="6144"/>
                    <a:pt x="1750" y="6277"/>
                    <a:pt x="2093" y="6373"/>
                  </a:cubicBezTo>
                  <a:cubicBezTo>
                    <a:pt x="2416" y="6468"/>
                    <a:pt x="2777" y="6525"/>
                    <a:pt x="3139" y="6525"/>
                  </a:cubicBezTo>
                  <a:cubicBezTo>
                    <a:pt x="3310" y="6525"/>
                    <a:pt x="3443" y="6525"/>
                    <a:pt x="3614" y="6487"/>
                  </a:cubicBezTo>
                  <a:cubicBezTo>
                    <a:pt x="3748" y="6487"/>
                    <a:pt x="3938" y="6468"/>
                    <a:pt x="4109" y="6449"/>
                  </a:cubicBezTo>
                  <a:lnTo>
                    <a:pt x="4109" y="8484"/>
                  </a:lnTo>
                  <a:cubicBezTo>
                    <a:pt x="3805" y="8465"/>
                    <a:pt x="3500" y="8446"/>
                    <a:pt x="3215" y="8370"/>
                  </a:cubicBezTo>
                  <a:cubicBezTo>
                    <a:pt x="2930" y="8332"/>
                    <a:pt x="2644" y="8256"/>
                    <a:pt x="2378" y="8160"/>
                  </a:cubicBezTo>
                  <a:cubicBezTo>
                    <a:pt x="2112" y="8065"/>
                    <a:pt x="1845" y="7970"/>
                    <a:pt x="1598" y="7856"/>
                  </a:cubicBezTo>
                  <a:cubicBezTo>
                    <a:pt x="1332" y="7723"/>
                    <a:pt x="1085" y="7609"/>
                    <a:pt x="837" y="7476"/>
                  </a:cubicBezTo>
                  <a:lnTo>
                    <a:pt x="0" y="8769"/>
                  </a:lnTo>
                  <a:cubicBezTo>
                    <a:pt x="571" y="9073"/>
                    <a:pt x="1180" y="9340"/>
                    <a:pt x="1902" y="9549"/>
                  </a:cubicBezTo>
                  <a:cubicBezTo>
                    <a:pt x="2587" y="9777"/>
                    <a:pt x="3348" y="9891"/>
                    <a:pt x="4166" y="9929"/>
                  </a:cubicBezTo>
                  <a:lnTo>
                    <a:pt x="4166" y="11508"/>
                  </a:lnTo>
                  <a:lnTo>
                    <a:pt x="5402" y="11508"/>
                  </a:lnTo>
                  <a:lnTo>
                    <a:pt x="5402" y="9910"/>
                  </a:lnTo>
                  <a:cubicBezTo>
                    <a:pt x="6011" y="9891"/>
                    <a:pt x="6563" y="9777"/>
                    <a:pt x="7038" y="9625"/>
                  </a:cubicBezTo>
                  <a:cubicBezTo>
                    <a:pt x="7514" y="9454"/>
                    <a:pt x="7932" y="9264"/>
                    <a:pt x="8274" y="9016"/>
                  </a:cubicBezTo>
                  <a:cubicBezTo>
                    <a:pt x="8598" y="8750"/>
                    <a:pt x="8864" y="8465"/>
                    <a:pt x="9054" y="8103"/>
                  </a:cubicBezTo>
                  <a:cubicBezTo>
                    <a:pt x="9245" y="7780"/>
                    <a:pt x="9340" y="7362"/>
                    <a:pt x="9340" y="6943"/>
                  </a:cubicBezTo>
                  <a:cubicBezTo>
                    <a:pt x="9340" y="6582"/>
                    <a:pt x="9264" y="6277"/>
                    <a:pt x="9149" y="5992"/>
                  </a:cubicBezTo>
                  <a:cubicBezTo>
                    <a:pt x="9016" y="5726"/>
                    <a:pt x="8845" y="5460"/>
                    <a:pt x="8579" y="5269"/>
                  </a:cubicBezTo>
                  <a:cubicBezTo>
                    <a:pt x="8351" y="5079"/>
                    <a:pt x="8027" y="4946"/>
                    <a:pt x="7647" y="4832"/>
                  </a:cubicBezTo>
                  <a:cubicBezTo>
                    <a:pt x="7266" y="4699"/>
                    <a:pt x="6848" y="4661"/>
                    <a:pt x="6372" y="4661"/>
                  </a:cubicBezTo>
                  <a:cubicBezTo>
                    <a:pt x="6201" y="4661"/>
                    <a:pt x="6030" y="4661"/>
                    <a:pt x="5878" y="4680"/>
                  </a:cubicBezTo>
                  <a:cubicBezTo>
                    <a:pt x="5707" y="4699"/>
                    <a:pt x="5535" y="4699"/>
                    <a:pt x="5364" y="4737"/>
                  </a:cubicBezTo>
                  <a:lnTo>
                    <a:pt x="5364" y="3063"/>
                  </a:lnTo>
                  <a:cubicBezTo>
                    <a:pt x="5821" y="3139"/>
                    <a:pt x="6258" y="3215"/>
                    <a:pt x="6658" y="3329"/>
                  </a:cubicBezTo>
                  <a:cubicBezTo>
                    <a:pt x="7057" y="3443"/>
                    <a:pt x="7419" y="3595"/>
                    <a:pt x="7780" y="3729"/>
                  </a:cubicBezTo>
                  <a:lnTo>
                    <a:pt x="8484" y="2397"/>
                  </a:lnTo>
                  <a:cubicBezTo>
                    <a:pt x="8027" y="2207"/>
                    <a:pt x="7533" y="2036"/>
                    <a:pt x="7019" y="1903"/>
                  </a:cubicBezTo>
                  <a:cubicBezTo>
                    <a:pt x="6487" y="1750"/>
                    <a:pt x="5916" y="1655"/>
                    <a:pt x="5345" y="1617"/>
                  </a:cubicBezTo>
                  <a:lnTo>
                    <a:pt x="53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4"/>
            <p:cNvSpPr/>
            <p:nvPr/>
          </p:nvSpPr>
          <p:spPr>
            <a:xfrm>
              <a:off x="983525" y="1693500"/>
              <a:ext cx="321950" cy="25700"/>
            </a:xfrm>
            <a:custGeom>
              <a:avLst/>
              <a:gdLst/>
              <a:ahLst/>
              <a:cxnLst/>
              <a:rect l="l" t="t" r="r" b="b"/>
              <a:pathLst>
                <a:path w="12878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12878" y="1027"/>
                  </a:lnTo>
                  <a:lnTo>
                    <a:pt x="128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4"/>
            <p:cNvSpPr/>
            <p:nvPr/>
          </p:nvSpPr>
          <p:spPr>
            <a:xfrm>
              <a:off x="984000" y="1761500"/>
              <a:ext cx="181675" cy="25700"/>
            </a:xfrm>
            <a:custGeom>
              <a:avLst/>
              <a:gdLst/>
              <a:ahLst/>
              <a:cxnLst/>
              <a:rect l="l" t="t" r="r" b="b"/>
              <a:pathLst>
                <a:path w="7267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7266" y="1027"/>
                  </a:lnTo>
                  <a:lnTo>
                    <a:pt x="72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4"/>
            <p:cNvSpPr/>
            <p:nvPr/>
          </p:nvSpPr>
          <p:spPr>
            <a:xfrm>
              <a:off x="1207025" y="1761500"/>
              <a:ext cx="97975" cy="25700"/>
            </a:xfrm>
            <a:custGeom>
              <a:avLst/>
              <a:gdLst/>
              <a:ahLst/>
              <a:cxnLst/>
              <a:rect l="l" t="t" r="r" b="b"/>
              <a:pathLst>
                <a:path w="3919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3919" y="1027"/>
                  </a:lnTo>
                  <a:lnTo>
                    <a:pt x="39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4"/>
            <p:cNvSpPr/>
            <p:nvPr/>
          </p:nvSpPr>
          <p:spPr>
            <a:xfrm>
              <a:off x="1234125" y="1828550"/>
              <a:ext cx="70875" cy="25700"/>
            </a:xfrm>
            <a:custGeom>
              <a:avLst/>
              <a:gdLst/>
              <a:ahLst/>
              <a:cxnLst/>
              <a:rect l="l" t="t" r="r" b="b"/>
              <a:pathLst>
                <a:path w="2835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2835" y="1027"/>
                  </a:lnTo>
                  <a:lnTo>
                    <a:pt x="28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4"/>
            <p:cNvSpPr/>
            <p:nvPr/>
          </p:nvSpPr>
          <p:spPr>
            <a:xfrm>
              <a:off x="984000" y="1828550"/>
              <a:ext cx="195925" cy="25700"/>
            </a:xfrm>
            <a:custGeom>
              <a:avLst/>
              <a:gdLst/>
              <a:ahLst/>
              <a:cxnLst/>
              <a:rect l="l" t="t" r="r" b="b"/>
              <a:pathLst>
                <a:path w="7837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7837" y="1027"/>
                  </a:lnTo>
                  <a:lnTo>
                    <a:pt x="78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4"/>
            <p:cNvSpPr/>
            <p:nvPr/>
          </p:nvSpPr>
          <p:spPr>
            <a:xfrm>
              <a:off x="1096700" y="1897025"/>
              <a:ext cx="208775" cy="25700"/>
            </a:xfrm>
            <a:custGeom>
              <a:avLst/>
              <a:gdLst/>
              <a:ahLst/>
              <a:cxnLst/>
              <a:rect l="l" t="t" r="r" b="b"/>
              <a:pathLst>
                <a:path w="8351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8351" y="1027"/>
                  </a:lnTo>
                  <a:lnTo>
                    <a:pt x="8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4"/>
            <p:cNvSpPr/>
            <p:nvPr/>
          </p:nvSpPr>
          <p:spPr>
            <a:xfrm>
              <a:off x="1137125" y="1968825"/>
              <a:ext cx="167875" cy="25700"/>
            </a:xfrm>
            <a:custGeom>
              <a:avLst/>
              <a:gdLst/>
              <a:ahLst/>
              <a:cxnLst/>
              <a:rect l="l" t="t" r="r" b="b"/>
              <a:pathLst>
                <a:path w="6715" h="1028" extrusionOk="0">
                  <a:moveTo>
                    <a:pt x="0" y="0"/>
                  </a:moveTo>
                  <a:lnTo>
                    <a:pt x="0" y="1027"/>
                  </a:lnTo>
                  <a:lnTo>
                    <a:pt x="6715" y="1027"/>
                  </a:lnTo>
                  <a:lnTo>
                    <a:pt x="67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4"/>
            <p:cNvSpPr/>
            <p:nvPr/>
          </p:nvSpPr>
          <p:spPr>
            <a:xfrm>
              <a:off x="1060075" y="2111950"/>
              <a:ext cx="244925" cy="25225"/>
            </a:xfrm>
            <a:custGeom>
              <a:avLst/>
              <a:gdLst/>
              <a:ahLst/>
              <a:cxnLst/>
              <a:rect l="l" t="t" r="r" b="b"/>
              <a:pathLst>
                <a:path w="9797" h="1009" extrusionOk="0">
                  <a:moveTo>
                    <a:pt x="1" y="0"/>
                  </a:moveTo>
                  <a:lnTo>
                    <a:pt x="1" y="1009"/>
                  </a:lnTo>
                  <a:lnTo>
                    <a:pt x="9797" y="1009"/>
                  </a:lnTo>
                  <a:lnTo>
                    <a:pt x="97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4"/>
            <p:cNvSpPr/>
            <p:nvPr/>
          </p:nvSpPr>
          <p:spPr>
            <a:xfrm>
              <a:off x="1060075" y="2170925"/>
              <a:ext cx="244925" cy="25700"/>
            </a:xfrm>
            <a:custGeom>
              <a:avLst/>
              <a:gdLst/>
              <a:ahLst/>
              <a:cxnLst/>
              <a:rect l="l" t="t" r="r" b="b"/>
              <a:pathLst>
                <a:path w="9797" h="1028" extrusionOk="0">
                  <a:moveTo>
                    <a:pt x="1" y="0"/>
                  </a:moveTo>
                  <a:lnTo>
                    <a:pt x="1" y="1027"/>
                  </a:lnTo>
                  <a:lnTo>
                    <a:pt x="9797" y="1027"/>
                  </a:lnTo>
                  <a:lnTo>
                    <a:pt x="97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4"/>
            <p:cNvSpPr/>
            <p:nvPr/>
          </p:nvSpPr>
          <p:spPr>
            <a:xfrm>
              <a:off x="1137125" y="2230350"/>
              <a:ext cx="167875" cy="25700"/>
            </a:xfrm>
            <a:custGeom>
              <a:avLst/>
              <a:gdLst/>
              <a:ahLst/>
              <a:cxnLst/>
              <a:rect l="l" t="t" r="r" b="b"/>
              <a:pathLst>
                <a:path w="6715" h="1028" extrusionOk="0">
                  <a:moveTo>
                    <a:pt x="0" y="1"/>
                  </a:moveTo>
                  <a:lnTo>
                    <a:pt x="0" y="1028"/>
                  </a:lnTo>
                  <a:lnTo>
                    <a:pt x="6715" y="1028"/>
                  </a:lnTo>
                  <a:lnTo>
                    <a:pt x="67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4"/>
            <p:cNvSpPr/>
            <p:nvPr/>
          </p:nvSpPr>
          <p:spPr>
            <a:xfrm>
              <a:off x="2597925" y="2479525"/>
              <a:ext cx="121275" cy="121275"/>
            </a:xfrm>
            <a:custGeom>
              <a:avLst/>
              <a:gdLst/>
              <a:ahLst/>
              <a:cxnLst/>
              <a:rect l="l" t="t" r="r" b="b"/>
              <a:pathLst>
                <a:path w="4851" h="4851" extrusionOk="0">
                  <a:moveTo>
                    <a:pt x="0" y="1"/>
                  </a:moveTo>
                  <a:lnTo>
                    <a:pt x="0" y="4851"/>
                  </a:lnTo>
                  <a:lnTo>
                    <a:pt x="4850" y="4851"/>
                  </a:lnTo>
                  <a:lnTo>
                    <a:pt x="4850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4"/>
            <p:cNvSpPr/>
            <p:nvPr/>
          </p:nvSpPr>
          <p:spPr>
            <a:xfrm>
              <a:off x="2667350" y="2548475"/>
              <a:ext cx="85600" cy="85625"/>
            </a:xfrm>
            <a:custGeom>
              <a:avLst/>
              <a:gdLst/>
              <a:ahLst/>
              <a:cxnLst/>
              <a:rect l="l" t="t" r="r" b="b"/>
              <a:pathLst>
                <a:path w="3424" h="3425" extrusionOk="0">
                  <a:moveTo>
                    <a:pt x="0" y="1"/>
                  </a:moveTo>
                  <a:lnTo>
                    <a:pt x="0" y="3424"/>
                  </a:lnTo>
                  <a:lnTo>
                    <a:pt x="3424" y="3424"/>
                  </a:lnTo>
                  <a:lnTo>
                    <a:pt x="342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4"/>
            <p:cNvSpPr/>
            <p:nvPr/>
          </p:nvSpPr>
          <p:spPr>
            <a:xfrm>
              <a:off x="2879425" y="2548475"/>
              <a:ext cx="52325" cy="52325"/>
            </a:xfrm>
            <a:custGeom>
              <a:avLst/>
              <a:gdLst/>
              <a:ahLst/>
              <a:cxnLst/>
              <a:rect l="l" t="t" r="r" b="b"/>
              <a:pathLst>
                <a:path w="2093" h="2093" extrusionOk="0">
                  <a:moveTo>
                    <a:pt x="0" y="1"/>
                  </a:moveTo>
                  <a:lnTo>
                    <a:pt x="0" y="2093"/>
                  </a:lnTo>
                  <a:lnTo>
                    <a:pt x="2093" y="2093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4"/>
            <p:cNvSpPr/>
            <p:nvPr/>
          </p:nvSpPr>
          <p:spPr>
            <a:xfrm>
              <a:off x="2737725" y="2742500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0" y="0"/>
                  </a:moveTo>
                  <a:lnTo>
                    <a:pt x="0" y="2853"/>
                  </a:lnTo>
                  <a:lnTo>
                    <a:pt x="2853" y="2853"/>
                  </a:lnTo>
                  <a:lnTo>
                    <a:pt x="2853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4"/>
            <p:cNvSpPr/>
            <p:nvPr/>
          </p:nvSpPr>
          <p:spPr>
            <a:xfrm>
              <a:off x="1635034" y="156403"/>
              <a:ext cx="70875" cy="70875"/>
            </a:xfrm>
            <a:custGeom>
              <a:avLst/>
              <a:gdLst/>
              <a:ahLst/>
              <a:cxnLst/>
              <a:rect l="l" t="t" r="r" b="b"/>
              <a:pathLst>
                <a:path w="2835" h="2835" extrusionOk="0">
                  <a:moveTo>
                    <a:pt x="0" y="0"/>
                  </a:moveTo>
                  <a:lnTo>
                    <a:pt x="0" y="2835"/>
                  </a:lnTo>
                  <a:lnTo>
                    <a:pt x="2834" y="2835"/>
                  </a:lnTo>
                  <a:lnTo>
                    <a:pt x="2834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4"/>
            <p:cNvSpPr/>
            <p:nvPr/>
          </p:nvSpPr>
          <p:spPr>
            <a:xfrm>
              <a:off x="1592709" y="191578"/>
              <a:ext cx="78475" cy="78500"/>
            </a:xfrm>
            <a:custGeom>
              <a:avLst/>
              <a:gdLst/>
              <a:ahLst/>
              <a:cxnLst/>
              <a:rect l="l" t="t" r="r" b="b"/>
              <a:pathLst>
                <a:path w="3139" h="3140" extrusionOk="0">
                  <a:moveTo>
                    <a:pt x="0" y="1"/>
                  </a:moveTo>
                  <a:lnTo>
                    <a:pt x="0" y="3139"/>
                  </a:lnTo>
                  <a:lnTo>
                    <a:pt x="3139" y="3139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4"/>
            <p:cNvSpPr/>
            <p:nvPr/>
          </p:nvSpPr>
          <p:spPr>
            <a:xfrm>
              <a:off x="1501884" y="199678"/>
              <a:ext cx="38075" cy="38050"/>
            </a:xfrm>
            <a:custGeom>
              <a:avLst/>
              <a:gdLst/>
              <a:ahLst/>
              <a:cxnLst/>
              <a:rect l="l" t="t" r="r" b="b"/>
              <a:pathLst>
                <a:path w="1523" h="1522" extrusionOk="0">
                  <a:moveTo>
                    <a:pt x="0" y="0"/>
                  </a:moveTo>
                  <a:lnTo>
                    <a:pt x="0" y="1522"/>
                  </a:lnTo>
                  <a:lnTo>
                    <a:pt x="1522" y="1522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4"/>
            <p:cNvSpPr/>
            <p:nvPr/>
          </p:nvSpPr>
          <p:spPr>
            <a:xfrm>
              <a:off x="2524200" y="1567000"/>
              <a:ext cx="64225" cy="64225"/>
            </a:xfrm>
            <a:custGeom>
              <a:avLst/>
              <a:gdLst/>
              <a:ahLst/>
              <a:cxnLst/>
              <a:rect l="l" t="t" r="r" b="b"/>
              <a:pathLst>
                <a:path w="2569" h="2569" extrusionOk="0">
                  <a:moveTo>
                    <a:pt x="1" y="1"/>
                  </a:moveTo>
                  <a:lnTo>
                    <a:pt x="1" y="2568"/>
                  </a:lnTo>
                  <a:lnTo>
                    <a:pt x="2569" y="2568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4"/>
            <p:cNvSpPr/>
            <p:nvPr/>
          </p:nvSpPr>
          <p:spPr>
            <a:xfrm>
              <a:off x="2511850" y="1461925"/>
              <a:ext cx="33300" cy="33300"/>
            </a:xfrm>
            <a:custGeom>
              <a:avLst/>
              <a:gdLst/>
              <a:ahLst/>
              <a:cxnLst/>
              <a:rect l="l" t="t" r="r" b="b"/>
              <a:pathLst>
                <a:path w="1332" h="1332" extrusionOk="0">
                  <a:moveTo>
                    <a:pt x="0" y="0"/>
                  </a:moveTo>
                  <a:lnTo>
                    <a:pt x="0" y="1331"/>
                  </a:lnTo>
                  <a:lnTo>
                    <a:pt x="1332" y="1331"/>
                  </a:lnTo>
                  <a:lnTo>
                    <a:pt x="1332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4"/>
            <p:cNvSpPr/>
            <p:nvPr/>
          </p:nvSpPr>
          <p:spPr>
            <a:xfrm>
              <a:off x="2391075" y="1525150"/>
              <a:ext cx="27600" cy="27600"/>
            </a:xfrm>
            <a:custGeom>
              <a:avLst/>
              <a:gdLst/>
              <a:ahLst/>
              <a:cxnLst/>
              <a:rect l="l" t="t" r="r" b="b"/>
              <a:pathLst>
                <a:path w="1104" h="1104" extrusionOk="0">
                  <a:moveTo>
                    <a:pt x="0" y="1"/>
                  </a:moveTo>
                  <a:lnTo>
                    <a:pt x="0" y="1104"/>
                  </a:lnTo>
                  <a:lnTo>
                    <a:pt x="1103" y="1104"/>
                  </a:lnTo>
                  <a:lnTo>
                    <a:pt x="110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4"/>
            <p:cNvSpPr/>
            <p:nvPr/>
          </p:nvSpPr>
          <p:spPr>
            <a:xfrm>
              <a:off x="2307375" y="1326875"/>
              <a:ext cx="48525" cy="49000"/>
            </a:xfrm>
            <a:custGeom>
              <a:avLst/>
              <a:gdLst/>
              <a:ahLst/>
              <a:cxnLst/>
              <a:rect l="l" t="t" r="r" b="b"/>
              <a:pathLst>
                <a:path w="1941" h="1960" extrusionOk="0">
                  <a:moveTo>
                    <a:pt x="0" y="0"/>
                  </a:moveTo>
                  <a:lnTo>
                    <a:pt x="0" y="1959"/>
                  </a:lnTo>
                  <a:lnTo>
                    <a:pt x="1941" y="1959"/>
                  </a:lnTo>
                  <a:lnTo>
                    <a:pt x="1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6" name="Google Shape;1906;p44"/>
            <p:cNvGrpSpPr/>
            <p:nvPr/>
          </p:nvGrpSpPr>
          <p:grpSpPr>
            <a:xfrm>
              <a:off x="3365969" y="-253549"/>
              <a:ext cx="256800" cy="245850"/>
              <a:chOff x="3365969" y="-253549"/>
              <a:chExt cx="256800" cy="245850"/>
            </a:xfrm>
          </p:grpSpPr>
          <p:sp>
            <p:nvSpPr>
              <p:cNvPr id="1907" name="Google Shape;1907;p44"/>
              <p:cNvSpPr/>
              <p:nvPr/>
            </p:nvSpPr>
            <p:spPr>
              <a:xfrm>
                <a:off x="3391644" y="-151324"/>
                <a:ext cx="109875" cy="10987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4395" extrusionOk="0">
                    <a:moveTo>
                      <a:pt x="1" y="1"/>
                    </a:moveTo>
                    <a:lnTo>
                      <a:pt x="1" y="4394"/>
                    </a:lnTo>
                    <a:lnTo>
                      <a:pt x="4394" y="4394"/>
                    </a:lnTo>
                    <a:lnTo>
                      <a:pt x="439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44"/>
              <p:cNvSpPr/>
              <p:nvPr/>
            </p:nvSpPr>
            <p:spPr>
              <a:xfrm>
                <a:off x="3462969" y="-81899"/>
                <a:ext cx="74200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968" extrusionOk="0">
                    <a:moveTo>
                      <a:pt x="1" y="1"/>
                    </a:moveTo>
                    <a:lnTo>
                      <a:pt x="1" y="2968"/>
                    </a:lnTo>
                    <a:lnTo>
                      <a:pt x="2968" y="2968"/>
                    </a:lnTo>
                    <a:lnTo>
                      <a:pt x="2968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44"/>
              <p:cNvSpPr/>
              <p:nvPr/>
            </p:nvSpPr>
            <p:spPr>
              <a:xfrm>
                <a:off x="3553794" y="-194599"/>
                <a:ext cx="6897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2759" extrusionOk="0">
                    <a:moveTo>
                      <a:pt x="1" y="1"/>
                    </a:moveTo>
                    <a:lnTo>
                      <a:pt x="1" y="2759"/>
                    </a:lnTo>
                    <a:lnTo>
                      <a:pt x="2759" y="2759"/>
                    </a:lnTo>
                    <a:lnTo>
                      <a:pt x="2759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44"/>
              <p:cNvSpPr/>
              <p:nvPr/>
            </p:nvSpPr>
            <p:spPr>
              <a:xfrm>
                <a:off x="3365969" y="-253549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0"/>
                    </a:moveTo>
                    <a:lnTo>
                      <a:pt x="0" y="1427"/>
                    </a:lnTo>
                    <a:lnTo>
                      <a:pt x="1427" y="14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11" name="Google Shape;1911;p44"/>
            <p:cNvSpPr/>
            <p:nvPr/>
          </p:nvSpPr>
          <p:spPr>
            <a:xfrm>
              <a:off x="2720253" y="147430"/>
              <a:ext cx="94175" cy="94650"/>
            </a:xfrm>
            <a:custGeom>
              <a:avLst/>
              <a:gdLst/>
              <a:ahLst/>
              <a:cxnLst/>
              <a:rect l="l" t="t" r="r" b="b"/>
              <a:pathLst>
                <a:path w="3767" h="3786" extrusionOk="0">
                  <a:moveTo>
                    <a:pt x="0" y="1"/>
                  </a:moveTo>
                  <a:lnTo>
                    <a:pt x="0" y="3786"/>
                  </a:lnTo>
                  <a:lnTo>
                    <a:pt x="3767" y="3786"/>
                  </a:lnTo>
                  <a:lnTo>
                    <a:pt x="3767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4"/>
            <p:cNvSpPr/>
            <p:nvPr/>
          </p:nvSpPr>
          <p:spPr>
            <a:xfrm>
              <a:off x="2645603" y="204005"/>
              <a:ext cx="107000" cy="107025"/>
            </a:xfrm>
            <a:custGeom>
              <a:avLst/>
              <a:gdLst/>
              <a:ahLst/>
              <a:cxnLst/>
              <a:rect l="l" t="t" r="r" b="b"/>
              <a:pathLst>
                <a:path w="4280" h="4281" extrusionOk="0">
                  <a:moveTo>
                    <a:pt x="0" y="1"/>
                  </a:moveTo>
                  <a:lnTo>
                    <a:pt x="0" y="4281"/>
                  </a:lnTo>
                  <a:lnTo>
                    <a:pt x="4280" y="4281"/>
                  </a:lnTo>
                  <a:lnTo>
                    <a:pt x="4280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4"/>
            <p:cNvSpPr/>
            <p:nvPr/>
          </p:nvSpPr>
          <p:spPr>
            <a:xfrm>
              <a:off x="2538603" y="171205"/>
              <a:ext cx="57075" cy="57100"/>
            </a:xfrm>
            <a:custGeom>
              <a:avLst/>
              <a:gdLst/>
              <a:ahLst/>
              <a:cxnLst/>
              <a:rect l="l" t="t" r="r" b="b"/>
              <a:pathLst>
                <a:path w="2283" h="2284" extrusionOk="0">
                  <a:moveTo>
                    <a:pt x="0" y="1"/>
                  </a:moveTo>
                  <a:lnTo>
                    <a:pt x="0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4"/>
            <p:cNvSpPr/>
            <p:nvPr/>
          </p:nvSpPr>
          <p:spPr>
            <a:xfrm>
              <a:off x="3781077" y="1901300"/>
              <a:ext cx="82275" cy="81800"/>
            </a:xfrm>
            <a:custGeom>
              <a:avLst/>
              <a:gdLst/>
              <a:ahLst/>
              <a:cxnLst/>
              <a:rect l="l" t="t" r="r" b="b"/>
              <a:pathLst>
                <a:path w="3291" h="3272" extrusionOk="0">
                  <a:moveTo>
                    <a:pt x="0" y="0"/>
                  </a:moveTo>
                  <a:lnTo>
                    <a:pt x="0" y="3272"/>
                  </a:lnTo>
                  <a:lnTo>
                    <a:pt x="3291" y="3272"/>
                  </a:lnTo>
                  <a:lnTo>
                    <a:pt x="3291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4"/>
            <p:cNvSpPr/>
            <p:nvPr/>
          </p:nvSpPr>
          <p:spPr>
            <a:xfrm>
              <a:off x="3831952" y="1949800"/>
              <a:ext cx="95600" cy="96075"/>
            </a:xfrm>
            <a:custGeom>
              <a:avLst/>
              <a:gdLst/>
              <a:ahLst/>
              <a:cxnLst/>
              <a:rect l="l" t="t" r="r" b="b"/>
              <a:pathLst>
                <a:path w="3824" h="3843" extrusionOk="0">
                  <a:moveTo>
                    <a:pt x="1" y="0"/>
                  </a:moveTo>
                  <a:lnTo>
                    <a:pt x="1" y="3843"/>
                  </a:lnTo>
                  <a:lnTo>
                    <a:pt x="3824" y="3843"/>
                  </a:lnTo>
                  <a:lnTo>
                    <a:pt x="3824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4"/>
            <p:cNvSpPr/>
            <p:nvPr/>
          </p:nvSpPr>
          <p:spPr>
            <a:xfrm>
              <a:off x="3916602" y="1873250"/>
              <a:ext cx="99400" cy="99400"/>
            </a:xfrm>
            <a:custGeom>
              <a:avLst/>
              <a:gdLst/>
              <a:ahLst/>
              <a:cxnLst/>
              <a:rect l="l" t="t" r="r" b="b"/>
              <a:pathLst>
                <a:path w="3976" h="3976" extrusionOk="0">
                  <a:moveTo>
                    <a:pt x="0" y="0"/>
                  </a:moveTo>
                  <a:lnTo>
                    <a:pt x="0" y="3975"/>
                  </a:lnTo>
                  <a:lnTo>
                    <a:pt x="3976" y="3975"/>
                  </a:lnTo>
                  <a:lnTo>
                    <a:pt x="3976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4"/>
            <p:cNvSpPr/>
            <p:nvPr/>
          </p:nvSpPr>
          <p:spPr>
            <a:xfrm>
              <a:off x="3136328" y="415698"/>
              <a:ext cx="57575" cy="57575"/>
            </a:xfrm>
            <a:custGeom>
              <a:avLst/>
              <a:gdLst/>
              <a:ahLst/>
              <a:cxnLst/>
              <a:rect l="l" t="t" r="r" b="b"/>
              <a:pathLst>
                <a:path w="2303" h="2303" extrusionOk="0">
                  <a:moveTo>
                    <a:pt x="1" y="1"/>
                  </a:moveTo>
                  <a:lnTo>
                    <a:pt x="1" y="2302"/>
                  </a:lnTo>
                  <a:lnTo>
                    <a:pt x="2302" y="2302"/>
                  </a:lnTo>
                  <a:lnTo>
                    <a:pt x="2302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18" name="Google Shape;1918;p44"/>
            <p:cNvGrpSpPr/>
            <p:nvPr/>
          </p:nvGrpSpPr>
          <p:grpSpPr>
            <a:xfrm>
              <a:off x="855125" y="-39522"/>
              <a:ext cx="642034" cy="707745"/>
              <a:chOff x="855125" y="-39522"/>
              <a:chExt cx="642034" cy="707745"/>
            </a:xfrm>
          </p:grpSpPr>
          <p:sp>
            <p:nvSpPr>
              <p:cNvPr id="1919" name="Google Shape;1919;p44"/>
              <p:cNvSpPr/>
              <p:nvPr/>
            </p:nvSpPr>
            <p:spPr>
              <a:xfrm>
                <a:off x="1440059" y="-39522"/>
                <a:ext cx="57100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284" extrusionOk="0">
                    <a:moveTo>
                      <a:pt x="1" y="1"/>
                    </a:moveTo>
                    <a:lnTo>
                      <a:pt x="1" y="2283"/>
                    </a:lnTo>
                    <a:lnTo>
                      <a:pt x="2283" y="2283"/>
                    </a:lnTo>
                    <a:lnTo>
                      <a:pt x="228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44"/>
              <p:cNvSpPr/>
              <p:nvPr/>
            </p:nvSpPr>
            <p:spPr>
              <a:xfrm>
                <a:off x="855125" y="534598"/>
                <a:ext cx="103700" cy="104150"/>
              </a:xfrm>
              <a:custGeom>
                <a:avLst/>
                <a:gdLst/>
                <a:ahLst/>
                <a:cxnLst/>
                <a:rect l="l" t="t" r="r" b="b"/>
                <a:pathLst>
                  <a:path w="4148" h="4166" extrusionOk="0">
                    <a:moveTo>
                      <a:pt x="1" y="0"/>
                    </a:moveTo>
                    <a:lnTo>
                      <a:pt x="1" y="4166"/>
                    </a:lnTo>
                    <a:lnTo>
                      <a:pt x="4147" y="4166"/>
                    </a:lnTo>
                    <a:lnTo>
                      <a:pt x="414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44"/>
              <p:cNvSpPr/>
              <p:nvPr/>
            </p:nvSpPr>
            <p:spPr>
              <a:xfrm>
                <a:off x="917425" y="596873"/>
                <a:ext cx="71350" cy="713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2854" extrusionOk="0">
                    <a:moveTo>
                      <a:pt x="1" y="1"/>
                    </a:moveTo>
                    <a:lnTo>
                      <a:pt x="1" y="2854"/>
                    </a:lnTo>
                    <a:lnTo>
                      <a:pt x="2854" y="2854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22" name="Google Shape;1922;p44"/>
            <p:cNvSpPr/>
            <p:nvPr/>
          </p:nvSpPr>
          <p:spPr>
            <a:xfrm>
              <a:off x="835625" y="2706825"/>
              <a:ext cx="93725" cy="93700"/>
            </a:xfrm>
            <a:custGeom>
              <a:avLst/>
              <a:gdLst/>
              <a:ahLst/>
              <a:cxnLst/>
              <a:rect l="l" t="t" r="r" b="b"/>
              <a:pathLst>
                <a:path w="3749" h="3748" extrusionOk="0">
                  <a:moveTo>
                    <a:pt x="1" y="0"/>
                  </a:moveTo>
                  <a:lnTo>
                    <a:pt x="1" y="3748"/>
                  </a:lnTo>
                  <a:lnTo>
                    <a:pt x="3748" y="3748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4"/>
            <p:cNvSpPr/>
            <p:nvPr/>
          </p:nvSpPr>
          <p:spPr>
            <a:xfrm>
              <a:off x="1015850" y="2810475"/>
              <a:ext cx="39500" cy="39500"/>
            </a:xfrm>
            <a:custGeom>
              <a:avLst/>
              <a:gdLst/>
              <a:ahLst/>
              <a:cxnLst/>
              <a:rect l="l" t="t" r="r" b="b"/>
              <a:pathLst>
                <a:path w="1580" h="1580" extrusionOk="0">
                  <a:moveTo>
                    <a:pt x="1" y="1"/>
                  </a:moveTo>
                  <a:lnTo>
                    <a:pt x="1" y="1580"/>
                  </a:lnTo>
                  <a:lnTo>
                    <a:pt x="1580" y="1580"/>
                  </a:lnTo>
                  <a:lnTo>
                    <a:pt x="1580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4"/>
            <p:cNvSpPr/>
            <p:nvPr/>
          </p:nvSpPr>
          <p:spPr>
            <a:xfrm>
              <a:off x="604456" y="2271725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0" y="0"/>
                  </a:moveTo>
                  <a:lnTo>
                    <a:pt x="0" y="2854"/>
                  </a:lnTo>
                  <a:lnTo>
                    <a:pt x="2853" y="2854"/>
                  </a:lnTo>
                  <a:lnTo>
                    <a:pt x="2853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4"/>
            <p:cNvSpPr/>
            <p:nvPr/>
          </p:nvSpPr>
          <p:spPr>
            <a:xfrm>
              <a:off x="656756" y="2325450"/>
              <a:ext cx="55650" cy="56150"/>
            </a:xfrm>
            <a:custGeom>
              <a:avLst/>
              <a:gdLst/>
              <a:ahLst/>
              <a:cxnLst/>
              <a:rect l="l" t="t" r="r" b="b"/>
              <a:pathLst>
                <a:path w="2226" h="2246" extrusionOk="0">
                  <a:moveTo>
                    <a:pt x="1" y="1"/>
                  </a:moveTo>
                  <a:lnTo>
                    <a:pt x="1" y="2245"/>
                  </a:lnTo>
                  <a:lnTo>
                    <a:pt x="2226" y="2245"/>
                  </a:lnTo>
                  <a:lnTo>
                    <a:pt x="2226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4"/>
            <p:cNvSpPr/>
            <p:nvPr/>
          </p:nvSpPr>
          <p:spPr>
            <a:xfrm>
              <a:off x="735206" y="2278375"/>
              <a:ext cx="36175" cy="36650"/>
            </a:xfrm>
            <a:custGeom>
              <a:avLst/>
              <a:gdLst/>
              <a:ahLst/>
              <a:cxnLst/>
              <a:rect l="l" t="t" r="r" b="b"/>
              <a:pathLst>
                <a:path w="1447" h="1466" extrusionOk="0">
                  <a:moveTo>
                    <a:pt x="1" y="1"/>
                  </a:moveTo>
                  <a:lnTo>
                    <a:pt x="1" y="1465"/>
                  </a:lnTo>
                  <a:lnTo>
                    <a:pt x="1447" y="1465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4"/>
            <p:cNvSpPr/>
            <p:nvPr/>
          </p:nvSpPr>
          <p:spPr>
            <a:xfrm>
              <a:off x="574956" y="2229875"/>
              <a:ext cx="23800" cy="23800"/>
            </a:xfrm>
            <a:custGeom>
              <a:avLst/>
              <a:gdLst/>
              <a:ahLst/>
              <a:cxnLst/>
              <a:rect l="l" t="t" r="r" b="b"/>
              <a:pathLst>
                <a:path w="952" h="952" extrusionOk="0">
                  <a:moveTo>
                    <a:pt x="1" y="1"/>
                  </a:moveTo>
                  <a:lnTo>
                    <a:pt x="1" y="952"/>
                  </a:lnTo>
                  <a:lnTo>
                    <a:pt x="952" y="952"/>
                  </a:lnTo>
                  <a:lnTo>
                    <a:pt x="952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1639;p40">
            <a:extLst>
              <a:ext uri="{FF2B5EF4-FFF2-40B4-BE49-F238E27FC236}">
                <a16:creationId xmlns:a16="http://schemas.microsoft.com/office/drawing/2014/main" id="{9333E310-DEFD-F80C-829F-397FDE432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79" y="2709743"/>
            <a:ext cx="5102258" cy="698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Teste Unitário:</a:t>
            </a:r>
            <a:endParaRPr sz="3000" dirty="0"/>
          </a:p>
        </p:txBody>
      </p:sp>
      <p:sp>
        <p:nvSpPr>
          <p:cNvPr id="10" name="Google Shape;1640;p40">
            <a:extLst>
              <a:ext uri="{FF2B5EF4-FFF2-40B4-BE49-F238E27FC236}">
                <a16:creationId xmlns:a16="http://schemas.microsoft.com/office/drawing/2014/main" id="{BD3BB142-0BDC-3864-542C-422DAF4E2311}"/>
              </a:ext>
            </a:extLst>
          </p:cNvPr>
          <p:cNvSpPr txBox="1">
            <a:spLocks/>
          </p:cNvSpPr>
          <p:nvPr/>
        </p:nvSpPr>
        <p:spPr>
          <a:xfrm>
            <a:off x="1736363" y="1820082"/>
            <a:ext cx="1688046" cy="794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6500" b="1" dirty="0">
                <a:solidFill>
                  <a:schemeClr val="tx1"/>
                </a:solidFill>
                <a:latin typeface="Orbitron" panose="020B0604020202020204" charset="0"/>
              </a:rPr>
              <a:t>03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2A8D108C-5B85-A744-8856-5FF3925FF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347" y="3407168"/>
            <a:ext cx="3520200" cy="894689"/>
          </a:xfrm>
        </p:spPr>
        <p:txBody>
          <a:bodyPr/>
          <a:lstStyle/>
          <a:p>
            <a:r>
              <a:rPr lang="en" sz="2400" dirty="0">
                <a:latin typeface="Arial Rounded MT Bold" panose="020F0704030504030204" pitchFamily="34" charset="0"/>
              </a:rPr>
              <a:t>Definição, objetivo e características.</a:t>
            </a:r>
            <a:endParaRPr lang="pt-BR" sz="24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42"/>
          <p:cNvSpPr/>
          <p:nvPr/>
        </p:nvSpPr>
        <p:spPr>
          <a:xfrm>
            <a:off x="1179225" y="1282500"/>
            <a:ext cx="2783400" cy="2578500"/>
          </a:xfrm>
          <a:prstGeom prst="roundRect">
            <a:avLst>
              <a:gd name="adj" fmla="val 8047"/>
            </a:avLst>
          </a:prstGeom>
          <a:solidFill>
            <a:schemeClr val="dk2"/>
          </a:solidFill>
          <a:ln>
            <a:noFill/>
          </a:ln>
          <a:effectLst>
            <a:outerShdw dist="161925" dir="786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3" name="Google Shape;1793;p42"/>
          <p:cNvPicPr preferRelativeResize="0"/>
          <p:nvPr/>
        </p:nvPicPr>
        <p:blipFill rotWithShape="1">
          <a:blip r:embed="rId3">
            <a:alphaModFix/>
          </a:blip>
          <a:srcRect l="14193" r="14193"/>
          <a:stretch/>
        </p:blipFill>
        <p:spPr>
          <a:xfrm>
            <a:off x="1179225" y="1282500"/>
            <a:ext cx="2770500" cy="2578500"/>
          </a:xfrm>
          <a:prstGeom prst="roundRect">
            <a:avLst>
              <a:gd name="adj" fmla="val 7898"/>
            </a:avLst>
          </a:prstGeom>
          <a:noFill/>
          <a:ln>
            <a:noFill/>
          </a:ln>
        </p:spPr>
      </p:pic>
      <p:sp>
        <p:nvSpPr>
          <p:cNvPr id="1794" name="Google Shape;1794;p42"/>
          <p:cNvSpPr txBox="1">
            <a:spLocks noGrp="1"/>
          </p:cNvSpPr>
          <p:nvPr>
            <p:ph type="title"/>
          </p:nvPr>
        </p:nvSpPr>
        <p:spPr>
          <a:xfrm>
            <a:off x="4570195" y="1461817"/>
            <a:ext cx="3721100" cy="5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Teste Unitário:</a:t>
            </a:r>
            <a:endParaRPr dirty="0"/>
          </a:p>
        </p:txBody>
      </p:sp>
      <p:sp>
        <p:nvSpPr>
          <p:cNvPr id="1795" name="Google Shape;1795;p42"/>
          <p:cNvSpPr txBox="1">
            <a:spLocks noGrp="1"/>
          </p:cNvSpPr>
          <p:nvPr>
            <p:ph type="subTitle" idx="1"/>
          </p:nvPr>
        </p:nvSpPr>
        <p:spPr>
          <a:xfrm>
            <a:off x="4191876" y="2074119"/>
            <a:ext cx="4330700" cy="25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1700" b="1" i="0" dirty="0">
                <a:solidFill>
                  <a:srgbClr val="ECECEC"/>
                </a:solidFill>
                <a:effectLst/>
                <a:latin typeface="Arial Rounded MT Bold" panose="020F0704030504030204" pitchFamily="34" charset="0"/>
              </a:rPr>
              <a:t>Definição:</a:t>
            </a:r>
            <a:r>
              <a:rPr lang="pt-BR" sz="1700" b="0" i="0" dirty="0">
                <a:solidFill>
                  <a:srgbClr val="ECECEC"/>
                </a:solidFill>
                <a:effectLst/>
                <a:latin typeface="Arial Rounded MT Bold" panose="020F0704030504030204" pitchFamily="34" charset="0"/>
              </a:rPr>
              <a:t> Teste de pequenas unidades de código isoladas.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700" b="1" i="0" dirty="0">
                <a:solidFill>
                  <a:srgbClr val="ECECEC"/>
                </a:solidFill>
                <a:effectLst/>
                <a:latin typeface="Arial Rounded MT Bold" panose="020F0704030504030204" pitchFamily="34" charset="0"/>
              </a:rPr>
              <a:t>Objetivo: </a:t>
            </a:r>
            <a:r>
              <a:rPr lang="pt-BR" sz="1700" b="0" i="0" dirty="0">
                <a:solidFill>
                  <a:srgbClr val="ECECEC"/>
                </a:solidFill>
                <a:effectLst/>
                <a:latin typeface="Arial Rounded MT Bold" panose="020F0704030504030204" pitchFamily="34" charset="0"/>
              </a:rPr>
              <a:t>Identificar falhas precocemente e garantir integridade do código.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700" b="1" i="0" dirty="0">
                <a:solidFill>
                  <a:srgbClr val="ECECEC"/>
                </a:solidFill>
                <a:effectLst/>
                <a:latin typeface="Arial Rounded MT Bold" panose="020F0704030504030204" pitchFamily="34" charset="0"/>
              </a:rPr>
              <a:t>Características: </a:t>
            </a:r>
            <a:r>
              <a:rPr lang="pt-BR" sz="1700" b="0" i="0" dirty="0">
                <a:solidFill>
                  <a:srgbClr val="ECECEC"/>
                </a:solidFill>
                <a:effectLst/>
                <a:latin typeface="Arial Rounded MT Bold" panose="020F0704030504030204" pitchFamily="34" charset="0"/>
              </a:rPr>
              <a:t>Automatizados, foco em uma unidade de código, independentes</a:t>
            </a:r>
            <a:r>
              <a:rPr lang="pt-BR" sz="1700" b="0" i="0" dirty="0">
                <a:solidFill>
                  <a:srgbClr val="ECECEC"/>
                </a:solidFill>
                <a:effectLst/>
                <a:latin typeface="Söhne"/>
              </a:rPr>
              <a:t>.</a:t>
            </a:r>
          </a:p>
        </p:txBody>
      </p:sp>
      <p:grpSp>
        <p:nvGrpSpPr>
          <p:cNvPr id="1796" name="Google Shape;1796;p42"/>
          <p:cNvGrpSpPr/>
          <p:nvPr/>
        </p:nvGrpSpPr>
        <p:grpSpPr>
          <a:xfrm>
            <a:off x="3137660" y="1566154"/>
            <a:ext cx="518269" cy="328105"/>
            <a:chOff x="783960" y="4261704"/>
            <a:chExt cx="518269" cy="328105"/>
          </a:xfrm>
        </p:grpSpPr>
        <p:sp>
          <p:nvSpPr>
            <p:cNvPr id="1797" name="Google Shape;1797;p42"/>
            <p:cNvSpPr/>
            <p:nvPr/>
          </p:nvSpPr>
          <p:spPr>
            <a:xfrm>
              <a:off x="1072397" y="4333585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8" name="Google Shape;1798;p42"/>
            <p:cNvGrpSpPr/>
            <p:nvPr/>
          </p:nvGrpSpPr>
          <p:grpSpPr>
            <a:xfrm>
              <a:off x="783960" y="4261704"/>
              <a:ext cx="518269" cy="328105"/>
              <a:chOff x="783960" y="4261704"/>
              <a:chExt cx="518269" cy="328105"/>
            </a:xfrm>
          </p:grpSpPr>
          <p:sp>
            <p:nvSpPr>
              <p:cNvPr id="1799" name="Google Shape;1799;p42"/>
              <p:cNvSpPr/>
              <p:nvPr/>
            </p:nvSpPr>
            <p:spPr>
              <a:xfrm>
                <a:off x="1216509" y="4325297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34" y="601"/>
                    </a:moveTo>
                    <a:cubicBezTo>
                      <a:pt x="2035" y="601"/>
                      <a:pt x="2502" y="1001"/>
                      <a:pt x="2502" y="1568"/>
                    </a:cubicBezTo>
                    <a:cubicBezTo>
                      <a:pt x="2502" y="2102"/>
                      <a:pt x="2102" y="2502"/>
                      <a:pt x="1534" y="2502"/>
                    </a:cubicBezTo>
                    <a:cubicBezTo>
                      <a:pt x="1001" y="2502"/>
                      <a:pt x="600" y="2102"/>
                      <a:pt x="600" y="1568"/>
                    </a:cubicBezTo>
                    <a:cubicBezTo>
                      <a:pt x="600" y="1001"/>
                      <a:pt x="1001" y="601"/>
                      <a:pt x="1534" y="601"/>
                    </a:cubicBezTo>
                    <a:close/>
                    <a:moveTo>
                      <a:pt x="1534" y="1"/>
                    </a:moveTo>
                    <a:cubicBezTo>
                      <a:pt x="701" y="1"/>
                      <a:pt x="0" y="734"/>
                      <a:pt x="0" y="1568"/>
                    </a:cubicBezTo>
                    <a:cubicBezTo>
                      <a:pt x="0" y="2402"/>
                      <a:pt x="701" y="3103"/>
                      <a:pt x="1534" y="3103"/>
                    </a:cubicBezTo>
                    <a:cubicBezTo>
                      <a:pt x="2368" y="3103"/>
                      <a:pt x="3036" y="2436"/>
                      <a:pt x="3102" y="1568"/>
                    </a:cubicBezTo>
                    <a:cubicBezTo>
                      <a:pt x="3102" y="734"/>
                      <a:pt x="2368" y="1"/>
                      <a:pt x="15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42"/>
              <p:cNvSpPr/>
              <p:nvPr/>
            </p:nvSpPr>
            <p:spPr>
              <a:xfrm>
                <a:off x="1057995" y="4504061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601"/>
                    </a:moveTo>
                    <a:cubicBezTo>
                      <a:pt x="2069" y="601"/>
                      <a:pt x="2536" y="1035"/>
                      <a:pt x="2502" y="1535"/>
                    </a:cubicBezTo>
                    <a:cubicBezTo>
                      <a:pt x="2502" y="2069"/>
                      <a:pt x="2069" y="2503"/>
                      <a:pt x="1535" y="2503"/>
                    </a:cubicBezTo>
                    <a:cubicBezTo>
                      <a:pt x="1001" y="2503"/>
                      <a:pt x="568" y="2069"/>
                      <a:pt x="568" y="1535"/>
                    </a:cubicBezTo>
                    <a:cubicBezTo>
                      <a:pt x="568" y="1002"/>
                      <a:pt x="1001" y="601"/>
                      <a:pt x="1535" y="601"/>
                    </a:cubicBezTo>
                    <a:close/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402" y="3103"/>
                      <a:pt x="3069" y="2369"/>
                      <a:pt x="3069" y="1535"/>
                    </a:cubicBezTo>
                    <a:cubicBezTo>
                      <a:pt x="3069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42"/>
              <p:cNvSpPr/>
              <p:nvPr/>
            </p:nvSpPr>
            <p:spPr>
              <a:xfrm>
                <a:off x="883495" y="4261704"/>
                <a:ext cx="15691" cy="213818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40" extrusionOk="0">
                    <a:moveTo>
                      <a:pt x="300" y="1"/>
                    </a:moveTo>
                    <a:cubicBezTo>
                      <a:pt x="133" y="1"/>
                      <a:pt x="0" y="134"/>
                      <a:pt x="0" y="301"/>
                    </a:cubicBezTo>
                    <a:lnTo>
                      <a:pt x="0" y="7440"/>
                    </a:lnTo>
                    <a:cubicBezTo>
                      <a:pt x="0" y="7606"/>
                      <a:pt x="133" y="7740"/>
                      <a:pt x="300" y="7740"/>
                    </a:cubicBezTo>
                    <a:cubicBezTo>
                      <a:pt x="400" y="7740"/>
                      <a:pt x="534" y="7606"/>
                      <a:pt x="567" y="7440"/>
                    </a:cubicBezTo>
                    <a:lnTo>
                      <a:pt x="567" y="301"/>
                    </a:lnTo>
                    <a:cubicBezTo>
                      <a:pt x="567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42"/>
              <p:cNvSpPr/>
              <p:nvPr/>
            </p:nvSpPr>
            <p:spPr>
              <a:xfrm>
                <a:off x="783960" y="4360326"/>
                <a:ext cx="213818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68" extrusionOk="0">
                    <a:moveTo>
                      <a:pt x="301" y="0"/>
                    </a:moveTo>
                    <a:cubicBezTo>
                      <a:pt x="134" y="0"/>
                      <a:pt x="0" y="134"/>
                      <a:pt x="0" y="300"/>
                    </a:cubicBezTo>
                    <a:cubicBezTo>
                      <a:pt x="0" y="467"/>
                      <a:pt x="134" y="567"/>
                      <a:pt x="301" y="567"/>
                    </a:cubicBezTo>
                    <a:lnTo>
                      <a:pt x="7439" y="567"/>
                    </a:lnTo>
                    <a:cubicBezTo>
                      <a:pt x="7606" y="567"/>
                      <a:pt x="7739" y="467"/>
                      <a:pt x="7739" y="300"/>
                    </a:cubicBezTo>
                    <a:cubicBezTo>
                      <a:pt x="7739" y="100"/>
                      <a:pt x="7606" y="0"/>
                      <a:pt x="7439" y="0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3" name="Google Shape;1803;p42"/>
          <p:cNvGrpSpPr/>
          <p:nvPr/>
        </p:nvGrpSpPr>
        <p:grpSpPr>
          <a:xfrm>
            <a:off x="1384881" y="1818398"/>
            <a:ext cx="518284" cy="375476"/>
            <a:chOff x="855125" y="679497"/>
            <a:chExt cx="254310" cy="184228"/>
          </a:xfrm>
        </p:grpSpPr>
        <p:sp>
          <p:nvSpPr>
            <p:cNvPr id="1804" name="Google Shape;1804;p42"/>
            <p:cNvSpPr/>
            <p:nvPr/>
          </p:nvSpPr>
          <p:spPr>
            <a:xfrm>
              <a:off x="1052335" y="679497"/>
              <a:ext cx="57100" cy="57100"/>
            </a:xfrm>
            <a:custGeom>
              <a:avLst/>
              <a:gdLst/>
              <a:ahLst/>
              <a:cxnLst/>
              <a:rect l="l" t="t" r="r" b="b"/>
              <a:pathLst>
                <a:path w="2284" h="2284" extrusionOk="0">
                  <a:moveTo>
                    <a:pt x="1" y="1"/>
                  </a:moveTo>
                  <a:lnTo>
                    <a:pt x="1" y="2283"/>
                  </a:lnTo>
                  <a:lnTo>
                    <a:pt x="2283" y="2283"/>
                  </a:lnTo>
                  <a:lnTo>
                    <a:pt x="228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2"/>
            <p:cNvSpPr/>
            <p:nvPr/>
          </p:nvSpPr>
          <p:spPr>
            <a:xfrm>
              <a:off x="855125" y="730100"/>
              <a:ext cx="103700" cy="104150"/>
            </a:xfrm>
            <a:custGeom>
              <a:avLst/>
              <a:gdLst/>
              <a:ahLst/>
              <a:cxnLst/>
              <a:rect l="l" t="t" r="r" b="b"/>
              <a:pathLst>
                <a:path w="4148" h="4166" extrusionOk="0">
                  <a:moveTo>
                    <a:pt x="1" y="0"/>
                  </a:moveTo>
                  <a:lnTo>
                    <a:pt x="1" y="4166"/>
                  </a:lnTo>
                  <a:lnTo>
                    <a:pt x="4147" y="4166"/>
                  </a:lnTo>
                  <a:lnTo>
                    <a:pt x="414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2"/>
            <p:cNvSpPr/>
            <p:nvPr/>
          </p:nvSpPr>
          <p:spPr>
            <a:xfrm>
              <a:off x="917425" y="792375"/>
              <a:ext cx="71350" cy="71350"/>
            </a:xfrm>
            <a:custGeom>
              <a:avLst/>
              <a:gdLst/>
              <a:ahLst/>
              <a:cxnLst/>
              <a:rect l="l" t="t" r="r" b="b"/>
              <a:pathLst>
                <a:path w="2854" h="2854" extrusionOk="0">
                  <a:moveTo>
                    <a:pt x="1" y="1"/>
                  </a:moveTo>
                  <a:lnTo>
                    <a:pt x="1" y="2854"/>
                  </a:lnTo>
                  <a:lnTo>
                    <a:pt x="2854" y="2854"/>
                  </a:lnTo>
                  <a:lnTo>
                    <a:pt x="285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7" name="Google Shape;1807;p42"/>
          <p:cNvSpPr/>
          <p:nvPr/>
        </p:nvSpPr>
        <p:spPr>
          <a:xfrm>
            <a:off x="4191876" y="715743"/>
            <a:ext cx="462359" cy="462382"/>
          </a:xfrm>
          <a:custGeom>
            <a:avLst/>
            <a:gdLst/>
            <a:ahLst/>
            <a:cxnLst/>
            <a:rect l="l" t="t" r="r" b="b"/>
            <a:pathLst>
              <a:path w="19848" h="19849" extrusionOk="0">
                <a:moveTo>
                  <a:pt x="9640" y="935"/>
                </a:moveTo>
                <a:lnTo>
                  <a:pt x="9640" y="3803"/>
                </a:lnTo>
                <a:cubicBezTo>
                  <a:pt x="8907" y="3803"/>
                  <a:pt x="8173" y="3803"/>
                  <a:pt x="7506" y="3837"/>
                </a:cubicBezTo>
                <a:cubicBezTo>
                  <a:pt x="8306" y="2469"/>
                  <a:pt x="9140" y="1468"/>
                  <a:pt x="9640" y="935"/>
                </a:cubicBezTo>
                <a:close/>
                <a:moveTo>
                  <a:pt x="10241" y="801"/>
                </a:moveTo>
                <a:cubicBezTo>
                  <a:pt x="10741" y="1302"/>
                  <a:pt x="11742" y="2436"/>
                  <a:pt x="12643" y="4004"/>
                </a:cubicBezTo>
                <a:cubicBezTo>
                  <a:pt x="11809" y="3937"/>
                  <a:pt x="11008" y="3837"/>
                  <a:pt x="10241" y="3837"/>
                </a:cubicBezTo>
                <a:lnTo>
                  <a:pt x="10241" y="801"/>
                </a:lnTo>
                <a:close/>
                <a:moveTo>
                  <a:pt x="9073" y="768"/>
                </a:moveTo>
                <a:lnTo>
                  <a:pt x="9073" y="768"/>
                </a:lnTo>
                <a:cubicBezTo>
                  <a:pt x="8440" y="1435"/>
                  <a:pt x="7572" y="2503"/>
                  <a:pt x="6805" y="3937"/>
                </a:cubicBezTo>
                <a:cubicBezTo>
                  <a:pt x="5771" y="4004"/>
                  <a:pt x="4837" y="4170"/>
                  <a:pt x="4003" y="4337"/>
                </a:cubicBezTo>
                <a:cubicBezTo>
                  <a:pt x="5237" y="2636"/>
                  <a:pt x="6972" y="1402"/>
                  <a:pt x="9073" y="768"/>
                </a:cubicBezTo>
                <a:close/>
                <a:moveTo>
                  <a:pt x="10975" y="768"/>
                </a:moveTo>
                <a:lnTo>
                  <a:pt x="10975" y="768"/>
                </a:lnTo>
                <a:cubicBezTo>
                  <a:pt x="13176" y="1402"/>
                  <a:pt x="15011" y="2803"/>
                  <a:pt x="16245" y="4637"/>
                </a:cubicBezTo>
                <a:cubicBezTo>
                  <a:pt x="15244" y="4437"/>
                  <a:pt x="14277" y="4237"/>
                  <a:pt x="13310" y="4104"/>
                </a:cubicBezTo>
                <a:cubicBezTo>
                  <a:pt x="12509" y="2603"/>
                  <a:pt x="11608" y="1468"/>
                  <a:pt x="10975" y="768"/>
                </a:cubicBezTo>
                <a:close/>
                <a:moveTo>
                  <a:pt x="6805" y="1102"/>
                </a:moveTo>
                <a:lnTo>
                  <a:pt x="6805" y="1102"/>
                </a:lnTo>
                <a:cubicBezTo>
                  <a:pt x="5337" y="1935"/>
                  <a:pt x="4103" y="3103"/>
                  <a:pt x="3169" y="4571"/>
                </a:cubicBezTo>
                <a:cubicBezTo>
                  <a:pt x="2769" y="4671"/>
                  <a:pt x="2402" y="4771"/>
                  <a:pt x="2002" y="4871"/>
                </a:cubicBezTo>
                <a:cubicBezTo>
                  <a:pt x="3169" y="3136"/>
                  <a:pt x="4837" y="1802"/>
                  <a:pt x="6805" y="1102"/>
                </a:cubicBezTo>
                <a:close/>
                <a:moveTo>
                  <a:pt x="13543" y="1302"/>
                </a:moveTo>
                <a:lnTo>
                  <a:pt x="13543" y="1302"/>
                </a:lnTo>
                <a:cubicBezTo>
                  <a:pt x="15411" y="2069"/>
                  <a:pt x="16946" y="3437"/>
                  <a:pt x="17980" y="5138"/>
                </a:cubicBezTo>
                <a:cubicBezTo>
                  <a:pt x="17646" y="5038"/>
                  <a:pt x="17346" y="4971"/>
                  <a:pt x="17012" y="4871"/>
                </a:cubicBezTo>
                <a:cubicBezTo>
                  <a:pt x="16178" y="3437"/>
                  <a:pt x="14978" y="2169"/>
                  <a:pt x="13543" y="1302"/>
                </a:cubicBezTo>
                <a:close/>
                <a:moveTo>
                  <a:pt x="6505" y="4471"/>
                </a:moveTo>
                <a:lnTo>
                  <a:pt x="6505" y="4471"/>
                </a:lnTo>
                <a:cubicBezTo>
                  <a:pt x="5838" y="5838"/>
                  <a:pt x="5337" y="7506"/>
                  <a:pt x="5271" y="9341"/>
                </a:cubicBezTo>
                <a:lnTo>
                  <a:pt x="5271" y="9574"/>
                </a:lnTo>
                <a:lnTo>
                  <a:pt x="2268" y="9574"/>
                </a:lnTo>
                <a:cubicBezTo>
                  <a:pt x="2302" y="7906"/>
                  <a:pt x="2802" y="6339"/>
                  <a:pt x="3603" y="4971"/>
                </a:cubicBezTo>
                <a:cubicBezTo>
                  <a:pt x="4103" y="4871"/>
                  <a:pt x="4737" y="4771"/>
                  <a:pt x="5337" y="4637"/>
                </a:cubicBezTo>
                <a:cubicBezTo>
                  <a:pt x="5738" y="4604"/>
                  <a:pt x="6105" y="4504"/>
                  <a:pt x="6505" y="4471"/>
                </a:cubicBezTo>
                <a:close/>
                <a:moveTo>
                  <a:pt x="2802" y="5238"/>
                </a:moveTo>
                <a:cubicBezTo>
                  <a:pt x="2135" y="6539"/>
                  <a:pt x="1735" y="8006"/>
                  <a:pt x="1668" y="9608"/>
                </a:cubicBezTo>
                <a:lnTo>
                  <a:pt x="567" y="9608"/>
                </a:lnTo>
                <a:cubicBezTo>
                  <a:pt x="601" y="8173"/>
                  <a:pt x="968" y="6806"/>
                  <a:pt x="1601" y="5638"/>
                </a:cubicBezTo>
                <a:cubicBezTo>
                  <a:pt x="1935" y="5505"/>
                  <a:pt x="2335" y="5405"/>
                  <a:pt x="2802" y="5238"/>
                </a:cubicBezTo>
                <a:close/>
                <a:moveTo>
                  <a:pt x="8888" y="4376"/>
                </a:moveTo>
                <a:cubicBezTo>
                  <a:pt x="9135" y="4376"/>
                  <a:pt x="9386" y="4384"/>
                  <a:pt x="9640" y="4404"/>
                </a:cubicBezTo>
                <a:lnTo>
                  <a:pt x="9640" y="9608"/>
                </a:lnTo>
                <a:lnTo>
                  <a:pt x="5804" y="9608"/>
                </a:lnTo>
                <a:lnTo>
                  <a:pt x="5804" y="9441"/>
                </a:lnTo>
                <a:cubicBezTo>
                  <a:pt x="5904" y="7506"/>
                  <a:pt x="6471" y="5838"/>
                  <a:pt x="7172" y="4471"/>
                </a:cubicBezTo>
                <a:cubicBezTo>
                  <a:pt x="7714" y="4423"/>
                  <a:pt x="8290" y="4376"/>
                  <a:pt x="8888" y="4376"/>
                </a:cubicBezTo>
                <a:close/>
                <a:moveTo>
                  <a:pt x="10241" y="4404"/>
                </a:moveTo>
                <a:cubicBezTo>
                  <a:pt x="11075" y="4437"/>
                  <a:pt x="11975" y="4504"/>
                  <a:pt x="12943" y="4637"/>
                </a:cubicBezTo>
                <a:cubicBezTo>
                  <a:pt x="13610" y="5972"/>
                  <a:pt x="14144" y="7606"/>
                  <a:pt x="14244" y="9441"/>
                </a:cubicBezTo>
                <a:lnTo>
                  <a:pt x="14244" y="9608"/>
                </a:lnTo>
                <a:lnTo>
                  <a:pt x="10241" y="9608"/>
                </a:lnTo>
                <a:lnTo>
                  <a:pt x="10241" y="4404"/>
                </a:lnTo>
                <a:close/>
                <a:moveTo>
                  <a:pt x="13643" y="4737"/>
                </a:moveTo>
                <a:cubicBezTo>
                  <a:pt x="14611" y="4871"/>
                  <a:pt x="15611" y="5104"/>
                  <a:pt x="16679" y="5338"/>
                </a:cubicBezTo>
                <a:cubicBezTo>
                  <a:pt x="17313" y="6605"/>
                  <a:pt x="17746" y="8073"/>
                  <a:pt x="17813" y="9608"/>
                </a:cubicBezTo>
                <a:lnTo>
                  <a:pt x="14811" y="9608"/>
                </a:lnTo>
                <a:lnTo>
                  <a:pt x="14811" y="9407"/>
                </a:lnTo>
                <a:cubicBezTo>
                  <a:pt x="14744" y="7640"/>
                  <a:pt x="14277" y="6072"/>
                  <a:pt x="13643" y="4737"/>
                </a:cubicBezTo>
                <a:close/>
                <a:moveTo>
                  <a:pt x="17346" y="5571"/>
                </a:moveTo>
                <a:lnTo>
                  <a:pt x="17346" y="5571"/>
                </a:lnTo>
                <a:cubicBezTo>
                  <a:pt x="17679" y="5638"/>
                  <a:pt x="18013" y="5772"/>
                  <a:pt x="18347" y="5838"/>
                </a:cubicBezTo>
                <a:cubicBezTo>
                  <a:pt x="18914" y="6972"/>
                  <a:pt x="19247" y="8273"/>
                  <a:pt x="19314" y="9608"/>
                </a:cubicBezTo>
                <a:lnTo>
                  <a:pt x="18347" y="9608"/>
                </a:lnTo>
                <a:cubicBezTo>
                  <a:pt x="18313" y="8140"/>
                  <a:pt x="17946" y="6806"/>
                  <a:pt x="17346" y="5571"/>
                </a:cubicBezTo>
                <a:close/>
                <a:moveTo>
                  <a:pt x="1668" y="10108"/>
                </a:moveTo>
                <a:lnTo>
                  <a:pt x="1668" y="10141"/>
                </a:lnTo>
                <a:cubicBezTo>
                  <a:pt x="1735" y="11843"/>
                  <a:pt x="2168" y="13477"/>
                  <a:pt x="2969" y="14911"/>
                </a:cubicBezTo>
                <a:cubicBezTo>
                  <a:pt x="2602" y="14811"/>
                  <a:pt x="2235" y="14678"/>
                  <a:pt x="1801" y="14578"/>
                </a:cubicBezTo>
                <a:cubicBezTo>
                  <a:pt x="1068" y="13210"/>
                  <a:pt x="601" y="11742"/>
                  <a:pt x="567" y="10108"/>
                </a:cubicBezTo>
                <a:close/>
                <a:moveTo>
                  <a:pt x="19314" y="10141"/>
                </a:moveTo>
                <a:cubicBezTo>
                  <a:pt x="19281" y="11843"/>
                  <a:pt x="18780" y="13444"/>
                  <a:pt x="17946" y="14811"/>
                </a:cubicBezTo>
                <a:cubicBezTo>
                  <a:pt x="17646" y="14911"/>
                  <a:pt x="17313" y="15012"/>
                  <a:pt x="16946" y="15112"/>
                </a:cubicBezTo>
                <a:cubicBezTo>
                  <a:pt x="17813" y="13677"/>
                  <a:pt x="18313" y="11976"/>
                  <a:pt x="18347" y="10141"/>
                </a:cubicBezTo>
                <a:close/>
                <a:moveTo>
                  <a:pt x="5237" y="10141"/>
                </a:moveTo>
                <a:cubicBezTo>
                  <a:pt x="5271" y="12009"/>
                  <a:pt x="5771" y="13844"/>
                  <a:pt x="6738" y="15679"/>
                </a:cubicBezTo>
                <a:cubicBezTo>
                  <a:pt x="5771" y="15579"/>
                  <a:pt x="4770" y="15345"/>
                  <a:pt x="3736" y="15112"/>
                </a:cubicBezTo>
                <a:cubicBezTo>
                  <a:pt x="2802" y="13677"/>
                  <a:pt x="2268" y="11976"/>
                  <a:pt x="2235" y="10141"/>
                </a:cubicBezTo>
                <a:close/>
                <a:moveTo>
                  <a:pt x="17813" y="10141"/>
                </a:moveTo>
                <a:cubicBezTo>
                  <a:pt x="17780" y="12076"/>
                  <a:pt x="17179" y="13844"/>
                  <a:pt x="16145" y="15345"/>
                </a:cubicBezTo>
                <a:cubicBezTo>
                  <a:pt x="15645" y="15479"/>
                  <a:pt x="15111" y="15612"/>
                  <a:pt x="14511" y="15679"/>
                </a:cubicBezTo>
                <a:cubicBezTo>
                  <a:pt x="14110" y="15779"/>
                  <a:pt x="13677" y="15812"/>
                  <a:pt x="13243" y="15845"/>
                </a:cubicBezTo>
                <a:cubicBezTo>
                  <a:pt x="14244" y="13977"/>
                  <a:pt x="14777" y="12109"/>
                  <a:pt x="14811" y="10141"/>
                </a:cubicBezTo>
                <a:close/>
                <a:moveTo>
                  <a:pt x="9640" y="10141"/>
                </a:moveTo>
                <a:lnTo>
                  <a:pt x="9640" y="15946"/>
                </a:lnTo>
                <a:cubicBezTo>
                  <a:pt x="8940" y="15912"/>
                  <a:pt x="8173" y="15845"/>
                  <a:pt x="7439" y="15779"/>
                </a:cubicBezTo>
                <a:cubicBezTo>
                  <a:pt x="6405" y="13944"/>
                  <a:pt x="5838" y="12076"/>
                  <a:pt x="5804" y="10141"/>
                </a:cubicBezTo>
                <a:close/>
                <a:moveTo>
                  <a:pt x="14244" y="10141"/>
                </a:moveTo>
                <a:cubicBezTo>
                  <a:pt x="14177" y="12109"/>
                  <a:pt x="13610" y="14011"/>
                  <a:pt x="12509" y="15912"/>
                </a:cubicBezTo>
                <a:cubicBezTo>
                  <a:pt x="11809" y="15979"/>
                  <a:pt x="11075" y="15979"/>
                  <a:pt x="10241" y="15979"/>
                </a:cubicBezTo>
                <a:lnTo>
                  <a:pt x="10241" y="10141"/>
                </a:lnTo>
                <a:close/>
                <a:moveTo>
                  <a:pt x="17446" y="15612"/>
                </a:moveTo>
                <a:cubicBezTo>
                  <a:pt x="16445" y="16913"/>
                  <a:pt x="15111" y="17947"/>
                  <a:pt x="13577" y="18614"/>
                </a:cubicBezTo>
                <a:cubicBezTo>
                  <a:pt x="14744" y="17914"/>
                  <a:pt x="15745" y="16946"/>
                  <a:pt x="16512" y="15845"/>
                </a:cubicBezTo>
                <a:cubicBezTo>
                  <a:pt x="16846" y="15779"/>
                  <a:pt x="17146" y="15679"/>
                  <a:pt x="17446" y="15612"/>
                </a:cubicBezTo>
                <a:close/>
                <a:moveTo>
                  <a:pt x="2268" y="15312"/>
                </a:moveTo>
                <a:lnTo>
                  <a:pt x="2268" y="15312"/>
                </a:lnTo>
                <a:cubicBezTo>
                  <a:pt x="2635" y="15445"/>
                  <a:pt x="3002" y="15512"/>
                  <a:pt x="3403" y="15612"/>
                </a:cubicBezTo>
                <a:cubicBezTo>
                  <a:pt x="4270" y="16913"/>
                  <a:pt x="5437" y="18014"/>
                  <a:pt x="6805" y="18781"/>
                </a:cubicBezTo>
                <a:cubicBezTo>
                  <a:pt x="4970" y="18147"/>
                  <a:pt x="3336" y="16913"/>
                  <a:pt x="2268" y="15312"/>
                </a:cubicBezTo>
                <a:close/>
                <a:moveTo>
                  <a:pt x="7772" y="16413"/>
                </a:moveTo>
                <a:lnTo>
                  <a:pt x="7772" y="16413"/>
                </a:lnTo>
                <a:cubicBezTo>
                  <a:pt x="8440" y="16446"/>
                  <a:pt x="9073" y="16479"/>
                  <a:pt x="9640" y="16513"/>
                </a:cubicBezTo>
                <a:lnTo>
                  <a:pt x="9640" y="18914"/>
                </a:lnTo>
                <a:cubicBezTo>
                  <a:pt x="8940" y="18080"/>
                  <a:pt x="8306" y="17246"/>
                  <a:pt x="7772" y="16413"/>
                </a:cubicBezTo>
                <a:close/>
                <a:moveTo>
                  <a:pt x="12176" y="16479"/>
                </a:moveTo>
                <a:lnTo>
                  <a:pt x="12176" y="16479"/>
                </a:lnTo>
                <a:cubicBezTo>
                  <a:pt x="11642" y="17347"/>
                  <a:pt x="10975" y="18247"/>
                  <a:pt x="10241" y="19081"/>
                </a:cubicBezTo>
                <a:lnTo>
                  <a:pt x="10241" y="16513"/>
                </a:lnTo>
                <a:lnTo>
                  <a:pt x="10608" y="16513"/>
                </a:lnTo>
                <a:cubicBezTo>
                  <a:pt x="11141" y="16513"/>
                  <a:pt x="11675" y="16513"/>
                  <a:pt x="12176" y="16479"/>
                </a:cubicBezTo>
                <a:close/>
                <a:moveTo>
                  <a:pt x="4237" y="15812"/>
                </a:moveTo>
                <a:cubicBezTo>
                  <a:pt x="5237" y="16012"/>
                  <a:pt x="6171" y="16179"/>
                  <a:pt x="7105" y="16312"/>
                </a:cubicBezTo>
                <a:cubicBezTo>
                  <a:pt x="7639" y="17280"/>
                  <a:pt x="8339" y="18247"/>
                  <a:pt x="9140" y="19148"/>
                </a:cubicBezTo>
                <a:cubicBezTo>
                  <a:pt x="7139" y="18614"/>
                  <a:pt x="5437" y="17413"/>
                  <a:pt x="4237" y="15812"/>
                </a:cubicBezTo>
                <a:close/>
                <a:moveTo>
                  <a:pt x="15645" y="16012"/>
                </a:moveTo>
                <a:lnTo>
                  <a:pt x="15645" y="16012"/>
                </a:lnTo>
                <a:cubicBezTo>
                  <a:pt x="14444" y="17480"/>
                  <a:pt x="12809" y="18614"/>
                  <a:pt x="10908" y="19148"/>
                </a:cubicBezTo>
                <a:cubicBezTo>
                  <a:pt x="11675" y="18247"/>
                  <a:pt x="12342" y="17347"/>
                  <a:pt x="12909" y="16446"/>
                </a:cubicBezTo>
                <a:cubicBezTo>
                  <a:pt x="13943" y="16346"/>
                  <a:pt x="14844" y="16179"/>
                  <a:pt x="15645" y="16012"/>
                </a:cubicBezTo>
                <a:close/>
                <a:moveTo>
                  <a:pt x="9941" y="1"/>
                </a:moveTo>
                <a:cubicBezTo>
                  <a:pt x="4470" y="1"/>
                  <a:pt x="0" y="4471"/>
                  <a:pt x="0" y="9941"/>
                </a:cubicBezTo>
                <a:cubicBezTo>
                  <a:pt x="0" y="15412"/>
                  <a:pt x="4470" y="19848"/>
                  <a:pt x="9941" y="19848"/>
                </a:cubicBezTo>
                <a:lnTo>
                  <a:pt x="10174" y="19848"/>
                </a:lnTo>
                <a:cubicBezTo>
                  <a:pt x="15511" y="19782"/>
                  <a:pt x="19848" y="15345"/>
                  <a:pt x="19848" y="9941"/>
                </a:cubicBezTo>
                <a:cubicBezTo>
                  <a:pt x="19848" y="4504"/>
                  <a:pt x="15511" y="134"/>
                  <a:pt x="10141" y="1"/>
                </a:cubicBezTo>
                <a:close/>
              </a:path>
            </a:pathLst>
          </a:custGeom>
          <a:solidFill>
            <a:srgbClr val="92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8">
          <a:extLst>
            <a:ext uri="{FF2B5EF4-FFF2-40B4-BE49-F238E27FC236}">
              <a16:creationId xmlns:a16="http://schemas.microsoft.com/office/drawing/2014/main" id="{BAFACD11-FE04-986D-210D-B237B0BA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4" name="Google Shape;3564;p64">
            <a:extLst>
              <a:ext uri="{FF2B5EF4-FFF2-40B4-BE49-F238E27FC236}">
                <a16:creationId xmlns:a16="http://schemas.microsoft.com/office/drawing/2014/main" id="{6B630D76-BF0B-64C4-6FB8-C9A05A56190D}"/>
              </a:ext>
            </a:extLst>
          </p:cNvPr>
          <p:cNvGrpSpPr/>
          <p:nvPr/>
        </p:nvGrpSpPr>
        <p:grpSpPr>
          <a:xfrm>
            <a:off x="4572000" y="936978"/>
            <a:ext cx="4080601" cy="3631887"/>
            <a:chOff x="5392210" y="1600180"/>
            <a:chExt cx="3260391" cy="2968685"/>
          </a:xfrm>
        </p:grpSpPr>
        <p:grpSp>
          <p:nvGrpSpPr>
            <p:cNvPr id="3565" name="Google Shape;3565;p64">
              <a:extLst>
                <a:ext uri="{FF2B5EF4-FFF2-40B4-BE49-F238E27FC236}">
                  <a16:creationId xmlns:a16="http://schemas.microsoft.com/office/drawing/2014/main" id="{F44E0A69-B951-7257-2341-D2C4264B6521}"/>
                </a:ext>
              </a:extLst>
            </p:cNvPr>
            <p:cNvGrpSpPr/>
            <p:nvPr/>
          </p:nvGrpSpPr>
          <p:grpSpPr>
            <a:xfrm>
              <a:off x="7464236" y="1870747"/>
              <a:ext cx="749797" cy="717499"/>
              <a:chOff x="7847861" y="3178722"/>
              <a:chExt cx="749797" cy="717499"/>
            </a:xfrm>
          </p:grpSpPr>
          <p:sp>
            <p:nvSpPr>
              <p:cNvPr id="3566" name="Google Shape;3566;p64">
                <a:extLst>
                  <a:ext uri="{FF2B5EF4-FFF2-40B4-BE49-F238E27FC236}">
                    <a16:creationId xmlns:a16="http://schemas.microsoft.com/office/drawing/2014/main" id="{3B42A042-B01F-54D8-73E7-C7D08B027707}"/>
                  </a:ext>
                </a:extLst>
              </p:cNvPr>
              <p:cNvSpPr/>
              <p:nvPr/>
            </p:nvSpPr>
            <p:spPr>
              <a:xfrm>
                <a:off x="7847861" y="3214037"/>
                <a:ext cx="710743" cy="682184"/>
              </a:xfrm>
              <a:custGeom>
                <a:avLst/>
                <a:gdLst/>
                <a:ahLst/>
                <a:cxnLst/>
                <a:rect l="l" t="t" r="r" b="b"/>
                <a:pathLst>
                  <a:path w="31557" h="30289" extrusionOk="0">
                    <a:moveTo>
                      <a:pt x="3503" y="0"/>
                    </a:moveTo>
                    <a:cubicBezTo>
                      <a:pt x="1568" y="0"/>
                      <a:pt x="1" y="1602"/>
                      <a:pt x="1" y="3503"/>
                    </a:cubicBezTo>
                    <a:lnTo>
                      <a:pt x="1" y="26786"/>
                    </a:lnTo>
                    <a:cubicBezTo>
                      <a:pt x="1" y="28688"/>
                      <a:pt x="1568" y="30289"/>
                      <a:pt x="3503" y="30289"/>
                    </a:cubicBezTo>
                    <a:lnTo>
                      <a:pt x="28054" y="30289"/>
                    </a:lnTo>
                    <a:cubicBezTo>
                      <a:pt x="29955" y="30289"/>
                      <a:pt x="31556" y="28754"/>
                      <a:pt x="31556" y="26820"/>
                    </a:cubicBezTo>
                    <a:lnTo>
                      <a:pt x="31556" y="3503"/>
                    </a:lnTo>
                    <a:cubicBezTo>
                      <a:pt x="31556" y="1602"/>
                      <a:pt x="29955" y="0"/>
                      <a:pt x="280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7" name="Google Shape;3567;p64">
                <a:extLst>
                  <a:ext uri="{FF2B5EF4-FFF2-40B4-BE49-F238E27FC236}">
                    <a16:creationId xmlns:a16="http://schemas.microsoft.com/office/drawing/2014/main" id="{E84A4B49-5D99-CB51-DB14-A62B37ED2587}"/>
                  </a:ext>
                </a:extLst>
              </p:cNvPr>
              <p:cNvSpPr/>
              <p:nvPr/>
            </p:nvSpPr>
            <p:spPr>
              <a:xfrm>
                <a:off x="7886937" y="3178722"/>
                <a:ext cx="710720" cy="681441"/>
              </a:xfrm>
              <a:custGeom>
                <a:avLst/>
                <a:gdLst/>
                <a:ahLst/>
                <a:cxnLst/>
                <a:rect l="l" t="t" r="r" b="b"/>
                <a:pathLst>
                  <a:path w="31556" h="30256" extrusionOk="0">
                    <a:moveTo>
                      <a:pt x="3503" y="1"/>
                    </a:moveTo>
                    <a:cubicBezTo>
                      <a:pt x="1601" y="1"/>
                      <a:pt x="0" y="1568"/>
                      <a:pt x="0" y="3503"/>
                    </a:cubicBezTo>
                    <a:lnTo>
                      <a:pt x="0" y="26753"/>
                    </a:lnTo>
                    <a:cubicBezTo>
                      <a:pt x="0" y="28688"/>
                      <a:pt x="1601" y="30256"/>
                      <a:pt x="3503" y="30256"/>
                    </a:cubicBezTo>
                    <a:lnTo>
                      <a:pt x="28053" y="30256"/>
                    </a:lnTo>
                    <a:cubicBezTo>
                      <a:pt x="29988" y="30256"/>
                      <a:pt x="31556" y="28688"/>
                      <a:pt x="31556" y="26753"/>
                    </a:cubicBezTo>
                    <a:lnTo>
                      <a:pt x="31556" y="3503"/>
                    </a:lnTo>
                    <a:cubicBezTo>
                      <a:pt x="31556" y="1568"/>
                      <a:pt x="29988" y="1"/>
                      <a:pt x="280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68" name="Google Shape;3568;p64">
              <a:extLst>
                <a:ext uri="{FF2B5EF4-FFF2-40B4-BE49-F238E27FC236}">
                  <a16:creationId xmlns:a16="http://schemas.microsoft.com/office/drawing/2014/main" id="{5F8BAF0F-5BB9-5267-4892-66E253EABA86}"/>
                </a:ext>
              </a:extLst>
            </p:cNvPr>
            <p:cNvGrpSpPr/>
            <p:nvPr/>
          </p:nvGrpSpPr>
          <p:grpSpPr>
            <a:xfrm>
              <a:off x="5392210" y="1600180"/>
              <a:ext cx="3260391" cy="2816296"/>
              <a:chOff x="269675" y="694857"/>
              <a:chExt cx="4147553" cy="3582618"/>
            </a:xfrm>
          </p:grpSpPr>
          <p:sp>
            <p:nvSpPr>
              <p:cNvPr id="3569" name="Google Shape;3569;p64">
                <a:extLst>
                  <a:ext uri="{FF2B5EF4-FFF2-40B4-BE49-F238E27FC236}">
                    <a16:creationId xmlns:a16="http://schemas.microsoft.com/office/drawing/2014/main" id="{96969DE3-F8B6-4C83-0A48-7653A9D77936}"/>
                  </a:ext>
                </a:extLst>
              </p:cNvPr>
              <p:cNvSpPr/>
              <p:nvPr/>
            </p:nvSpPr>
            <p:spPr>
              <a:xfrm>
                <a:off x="3864844" y="3542571"/>
                <a:ext cx="111150" cy="111150"/>
              </a:xfrm>
              <a:custGeom>
                <a:avLst/>
                <a:gdLst/>
                <a:ahLst/>
                <a:cxnLst/>
                <a:rect l="l" t="t" r="r" b="b"/>
                <a:pathLst>
                  <a:path w="3668" h="3668" extrusionOk="0">
                    <a:moveTo>
                      <a:pt x="0" y="0"/>
                    </a:moveTo>
                    <a:lnTo>
                      <a:pt x="0" y="3667"/>
                    </a:lnTo>
                    <a:lnTo>
                      <a:pt x="3667" y="3667"/>
                    </a:lnTo>
                    <a:lnTo>
                      <a:pt x="366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0" name="Google Shape;3570;p64">
                <a:extLst>
                  <a:ext uri="{FF2B5EF4-FFF2-40B4-BE49-F238E27FC236}">
                    <a16:creationId xmlns:a16="http://schemas.microsoft.com/office/drawing/2014/main" id="{ED1596AB-9C74-1C17-76E2-1EB271841641}"/>
                  </a:ext>
                </a:extLst>
              </p:cNvPr>
              <p:cNvSpPr/>
              <p:nvPr/>
            </p:nvSpPr>
            <p:spPr>
              <a:xfrm>
                <a:off x="3833814" y="3605328"/>
                <a:ext cx="78302" cy="78696"/>
              </a:xfrm>
              <a:custGeom>
                <a:avLst/>
                <a:gdLst/>
                <a:ahLst/>
                <a:cxnLst/>
                <a:rect l="l" t="t" r="r" b="b"/>
                <a:pathLst>
                  <a:path w="2584" h="2597" extrusionOk="0">
                    <a:moveTo>
                      <a:pt x="0" y="1"/>
                    </a:moveTo>
                    <a:lnTo>
                      <a:pt x="0" y="2596"/>
                    </a:lnTo>
                    <a:lnTo>
                      <a:pt x="2584" y="2596"/>
                    </a:lnTo>
                    <a:lnTo>
                      <a:pt x="2584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1" name="Google Shape;3571;p64">
                <a:extLst>
                  <a:ext uri="{FF2B5EF4-FFF2-40B4-BE49-F238E27FC236}">
                    <a16:creationId xmlns:a16="http://schemas.microsoft.com/office/drawing/2014/main" id="{731A9888-7341-AAB4-8F67-8193BD6E3157}"/>
                  </a:ext>
                </a:extLst>
              </p:cNvPr>
              <p:cNvSpPr/>
              <p:nvPr/>
            </p:nvSpPr>
            <p:spPr>
              <a:xfrm>
                <a:off x="3327970" y="3928235"/>
                <a:ext cx="72908" cy="72908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2406" extrusionOk="0">
                    <a:moveTo>
                      <a:pt x="1" y="1"/>
                    </a:moveTo>
                    <a:lnTo>
                      <a:pt x="1" y="2406"/>
                    </a:lnTo>
                    <a:lnTo>
                      <a:pt x="2406" y="2406"/>
                    </a:lnTo>
                    <a:lnTo>
                      <a:pt x="2406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64">
                <a:extLst>
                  <a:ext uri="{FF2B5EF4-FFF2-40B4-BE49-F238E27FC236}">
                    <a16:creationId xmlns:a16="http://schemas.microsoft.com/office/drawing/2014/main" id="{BB23A99B-5386-90F3-EB45-75DC74078C1C}"/>
                  </a:ext>
                </a:extLst>
              </p:cNvPr>
              <p:cNvSpPr/>
              <p:nvPr/>
            </p:nvSpPr>
            <p:spPr>
              <a:xfrm>
                <a:off x="3736754" y="3446602"/>
                <a:ext cx="65696" cy="65666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2167" extrusionOk="0">
                    <a:moveTo>
                      <a:pt x="0" y="0"/>
                    </a:moveTo>
                    <a:lnTo>
                      <a:pt x="0" y="2167"/>
                    </a:lnTo>
                    <a:lnTo>
                      <a:pt x="2167" y="2167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3" name="Google Shape;3573;p64">
                <a:extLst>
                  <a:ext uri="{FF2B5EF4-FFF2-40B4-BE49-F238E27FC236}">
                    <a16:creationId xmlns:a16="http://schemas.microsoft.com/office/drawing/2014/main" id="{D8A5ABD4-087D-B3DE-2086-ED5EEADA728D}"/>
                  </a:ext>
                </a:extLst>
              </p:cNvPr>
              <p:cNvSpPr/>
              <p:nvPr/>
            </p:nvSpPr>
            <p:spPr>
              <a:xfrm>
                <a:off x="4258853" y="1773850"/>
                <a:ext cx="128300" cy="128325"/>
              </a:xfrm>
              <a:custGeom>
                <a:avLst/>
                <a:gdLst/>
                <a:ahLst/>
                <a:cxnLst/>
                <a:rect l="l" t="t" r="r" b="b"/>
                <a:pathLst>
                  <a:path w="5132" h="5133" extrusionOk="0">
                    <a:moveTo>
                      <a:pt x="0" y="1"/>
                    </a:moveTo>
                    <a:lnTo>
                      <a:pt x="0" y="5132"/>
                    </a:lnTo>
                    <a:lnTo>
                      <a:pt x="5132" y="5132"/>
                    </a:lnTo>
                    <a:lnTo>
                      <a:pt x="5132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4" name="Google Shape;3574;p64">
                <a:extLst>
                  <a:ext uri="{FF2B5EF4-FFF2-40B4-BE49-F238E27FC236}">
                    <a16:creationId xmlns:a16="http://schemas.microsoft.com/office/drawing/2014/main" id="{34D835A0-CAF0-56C7-CFD9-E1324CCA7DF4}"/>
                  </a:ext>
                </a:extLst>
              </p:cNvPr>
              <p:cNvSpPr/>
              <p:nvPr/>
            </p:nvSpPr>
            <p:spPr>
              <a:xfrm>
                <a:off x="4217478" y="1854825"/>
                <a:ext cx="86925" cy="86925"/>
              </a:xfrm>
              <a:custGeom>
                <a:avLst/>
                <a:gdLst/>
                <a:ahLst/>
                <a:cxnLst/>
                <a:rect l="l" t="t" r="r" b="b"/>
                <a:pathLst>
                  <a:path w="3477" h="3477" extrusionOk="0">
                    <a:moveTo>
                      <a:pt x="0" y="0"/>
                    </a:moveTo>
                    <a:lnTo>
                      <a:pt x="0" y="3477"/>
                    </a:lnTo>
                    <a:lnTo>
                      <a:pt x="3477" y="3477"/>
                    </a:lnTo>
                    <a:lnTo>
                      <a:pt x="347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5" name="Google Shape;3575;p64">
                <a:extLst>
                  <a:ext uri="{FF2B5EF4-FFF2-40B4-BE49-F238E27FC236}">
                    <a16:creationId xmlns:a16="http://schemas.microsoft.com/office/drawing/2014/main" id="{F091BAE0-75E5-77CF-EDD4-F74F6F2305DB}"/>
                  </a:ext>
                </a:extLst>
              </p:cNvPr>
              <p:cNvSpPr/>
              <p:nvPr/>
            </p:nvSpPr>
            <p:spPr>
              <a:xfrm>
                <a:off x="4118053" y="1723850"/>
                <a:ext cx="80100" cy="80100"/>
              </a:xfrm>
              <a:custGeom>
                <a:avLst/>
                <a:gdLst/>
                <a:ahLst/>
                <a:cxnLst/>
                <a:rect l="l" t="t" r="r" b="b"/>
                <a:pathLst>
                  <a:path w="3204" h="3204" extrusionOk="0">
                    <a:moveTo>
                      <a:pt x="1" y="1"/>
                    </a:moveTo>
                    <a:lnTo>
                      <a:pt x="1" y="3203"/>
                    </a:lnTo>
                    <a:lnTo>
                      <a:pt x="3203" y="3203"/>
                    </a:lnTo>
                    <a:lnTo>
                      <a:pt x="3203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6" name="Google Shape;3576;p64">
                <a:extLst>
                  <a:ext uri="{FF2B5EF4-FFF2-40B4-BE49-F238E27FC236}">
                    <a16:creationId xmlns:a16="http://schemas.microsoft.com/office/drawing/2014/main" id="{652785AC-0A7E-0E16-350B-08C25A9FCE47}"/>
                  </a:ext>
                </a:extLst>
              </p:cNvPr>
              <p:cNvSpPr/>
              <p:nvPr/>
            </p:nvSpPr>
            <p:spPr>
              <a:xfrm>
                <a:off x="4375528" y="1654800"/>
                <a:ext cx="4170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68" extrusionOk="0">
                    <a:moveTo>
                      <a:pt x="0" y="0"/>
                    </a:moveTo>
                    <a:lnTo>
                      <a:pt x="0" y="1667"/>
                    </a:lnTo>
                    <a:lnTo>
                      <a:pt x="1667" y="1667"/>
                    </a:lnTo>
                    <a:lnTo>
                      <a:pt x="166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7" name="Google Shape;3577;p64">
                <a:extLst>
                  <a:ext uri="{FF2B5EF4-FFF2-40B4-BE49-F238E27FC236}">
                    <a16:creationId xmlns:a16="http://schemas.microsoft.com/office/drawing/2014/main" id="{A84D7048-0929-03F4-ECCA-5150859BF0FB}"/>
                  </a:ext>
                </a:extLst>
              </p:cNvPr>
              <p:cNvSpPr/>
              <p:nvPr/>
            </p:nvSpPr>
            <p:spPr>
              <a:xfrm>
                <a:off x="490525" y="2790350"/>
                <a:ext cx="104500" cy="104800"/>
              </a:xfrm>
              <a:custGeom>
                <a:avLst/>
                <a:gdLst/>
                <a:ahLst/>
                <a:cxnLst/>
                <a:rect l="l" t="t" r="r" b="b"/>
                <a:pathLst>
                  <a:path w="4180" h="4192" extrusionOk="0">
                    <a:moveTo>
                      <a:pt x="1" y="1"/>
                    </a:moveTo>
                    <a:lnTo>
                      <a:pt x="1" y="4192"/>
                    </a:lnTo>
                    <a:lnTo>
                      <a:pt x="4180" y="4192"/>
                    </a:lnTo>
                    <a:lnTo>
                      <a:pt x="4180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64">
                <a:extLst>
                  <a:ext uri="{FF2B5EF4-FFF2-40B4-BE49-F238E27FC236}">
                    <a16:creationId xmlns:a16="http://schemas.microsoft.com/office/drawing/2014/main" id="{070692A6-BF5D-5906-0654-F763CF159576}"/>
                  </a:ext>
                </a:extLst>
              </p:cNvPr>
              <p:cNvSpPr/>
              <p:nvPr/>
            </p:nvSpPr>
            <p:spPr>
              <a:xfrm>
                <a:off x="558975" y="2852275"/>
                <a:ext cx="118800" cy="118775"/>
              </a:xfrm>
              <a:custGeom>
                <a:avLst/>
                <a:gdLst/>
                <a:ahLst/>
                <a:cxnLst/>
                <a:rect l="l" t="t" r="r" b="b"/>
                <a:pathLst>
                  <a:path w="4752" h="4751" extrusionOk="0">
                    <a:moveTo>
                      <a:pt x="1" y="0"/>
                    </a:moveTo>
                    <a:lnTo>
                      <a:pt x="1" y="4751"/>
                    </a:lnTo>
                    <a:lnTo>
                      <a:pt x="4752" y="4751"/>
                    </a:lnTo>
                    <a:lnTo>
                      <a:pt x="4752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64">
                <a:extLst>
                  <a:ext uri="{FF2B5EF4-FFF2-40B4-BE49-F238E27FC236}">
                    <a16:creationId xmlns:a16="http://schemas.microsoft.com/office/drawing/2014/main" id="{E05AD94B-522F-7BDF-42D5-5E15D3727FBD}"/>
                  </a:ext>
                </a:extLst>
              </p:cNvPr>
              <p:cNvSpPr/>
              <p:nvPr/>
            </p:nvSpPr>
            <p:spPr>
              <a:xfrm>
                <a:off x="458675" y="2572775"/>
                <a:ext cx="634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2537" h="2537" extrusionOk="0">
                    <a:moveTo>
                      <a:pt x="1" y="0"/>
                    </a:moveTo>
                    <a:lnTo>
                      <a:pt x="1" y="2536"/>
                    </a:lnTo>
                    <a:lnTo>
                      <a:pt x="2537" y="2536"/>
                    </a:lnTo>
                    <a:lnTo>
                      <a:pt x="2537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64">
                <a:extLst>
                  <a:ext uri="{FF2B5EF4-FFF2-40B4-BE49-F238E27FC236}">
                    <a16:creationId xmlns:a16="http://schemas.microsoft.com/office/drawing/2014/main" id="{80C1329E-29FD-E97B-F8BE-1A6638F8FDCE}"/>
                  </a:ext>
                </a:extLst>
              </p:cNvPr>
              <p:cNvSpPr/>
              <p:nvPr/>
            </p:nvSpPr>
            <p:spPr>
              <a:xfrm>
                <a:off x="956851" y="929210"/>
                <a:ext cx="104606" cy="104144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478" extrusionOk="0">
                    <a:moveTo>
                      <a:pt x="0" y="1"/>
                    </a:moveTo>
                    <a:lnTo>
                      <a:pt x="0" y="2477"/>
                    </a:lnTo>
                    <a:lnTo>
                      <a:pt x="2489" y="2477"/>
                    </a:lnTo>
                    <a:lnTo>
                      <a:pt x="2489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64">
                <a:extLst>
                  <a:ext uri="{FF2B5EF4-FFF2-40B4-BE49-F238E27FC236}">
                    <a16:creationId xmlns:a16="http://schemas.microsoft.com/office/drawing/2014/main" id="{9B5B6DAC-B600-F79B-C880-205C8C914904}"/>
                  </a:ext>
                </a:extLst>
              </p:cNvPr>
              <p:cNvSpPr/>
              <p:nvPr/>
            </p:nvSpPr>
            <p:spPr>
              <a:xfrm>
                <a:off x="875274" y="990781"/>
                <a:ext cx="121628" cy="121123"/>
              </a:xfrm>
              <a:custGeom>
                <a:avLst/>
                <a:gdLst/>
                <a:ahLst/>
                <a:cxnLst/>
                <a:rect l="l" t="t" r="r" b="b"/>
                <a:pathLst>
                  <a:path w="2894" h="2882" extrusionOk="0">
                    <a:moveTo>
                      <a:pt x="1" y="0"/>
                    </a:moveTo>
                    <a:lnTo>
                      <a:pt x="1" y="2882"/>
                    </a:lnTo>
                    <a:lnTo>
                      <a:pt x="2894" y="2882"/>
                    </a:lnTo>
                    <a:lnTo>
                      <a:pt x="2894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2" name="Google Shape;3582;p64">
                <a:extLst>
                  <a:ext uri="{FF2B5EF4-FFF2-40B4-BE49-F238E27FC236}">
                    <a16:creationId xmlns:a16="http://schemas.microsoft.com/office/drawing/2014/main" id="{992C8CC4-0163-5B7A-8F20-A39F38C00902}"/>
                  </a:ext>
                </a:extLst>
              </p:cNvPr>
              <p:cNvSpPr/>
              <p:nvPr/>
            </p:nvSpPr>
            <p:spPr>
              <a:xfrm>
                <a:off x="763689" y="893192"/>
                <a:ext cx="126125" cy="126125"/>
              </a:xfrm>
              <a:custGeom>
                <a:avLst/>
                <a:gdLst/>
                <a:ahLst/>
                <a:cxnLst/>
                <a:rect l="l" t="t" r="r" b="b"/>
                <a:pathLst>
                  <a:path w="3001" h="3001" extrusionOk="0">
                    <a:moveTo>
                      <a:pt x="1" y="1"/>
                    </a:moveTo>
                    <a:lnTo>
                      <a:pt x="1" y="3001"/>
                    </a:lnTo>
                    <a:lnTo>
                      <a:pt x="3001" y="3001"/>
                    </a:lnTo>
                    <a:lnTo>
                      <a:pt x="3001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3" name="Google Shape;3583;p64">
                <a:extLst>
                  <a:ext uri="{FF2B5EF4-FFF2-40B4-BE49-F238E27FC236}">
                    <a16:creationId xmlns:a16="http://schemas.microsoft.com/office/drawing/2014/main" id="{6AE92C97-06AD-DC08-5C5C-ACA4959A02A7}"/>
                  </a:ext>
                </a:extLst>
              </p:cNvPr>
              <p:cNvSpPr/>
              <p:nvPr/>
            </p:nvSpPr>
            <p:spPr>
              <a:xfrm>
                <a:off x="661097" y="943752"/>
                <a:ext cx="47071" cy="46566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108" extrusionOk="0">
                    <a:moveTo>
                      <a:pt x="1" y="0"/>
                    </a:moveTo>
                    <a:lnTo>
                      <a:pt x="1" y="1107"/>
                    </a:lnTo>
                    <a:lnTo>
                      <a:pt x="1120" y="1107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64">
                <a:extLst>
                  <a:ext uri="{FF2B5EF4-FFF2-40B4-BE49-F238E27FC236}">
                    <a16:creationId xmlns:a16="http://schemas.microsoft.com/office/drawing/2014/main" id="{2028D0F3-0FB5-8904-2662-F82C57BB1CD0}"/>
                  </a:ext>
                </a:extLst>
              </p:cNvPr>
              <p:cNvSpPr/>
              <p:nvPr/>
            </p:nvSpPr>
            <p:spPr>
              <a:xfrm>
                <a:off x="716155" y="1164400"/>
                <a:ext cx="71111" cy="70606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80" extrusionOk="0">
                    <a:moveTo>
                      <a:pt x="0" y="1"/>
                    </a:moveTo>
                    <a:lnTo>
                      <a:pt x="0" y="1680"/>
                    </a:lnTo>
                    <a:lnTo>
                      <a:pt x="1691" y="1680"/>
                    </a:lnTo>
                    <a:lnTo>
                      <a:pt x="1691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64">
                <a:extLst>
                  <a:ext uri="{FF2B5EF4-FFF2-40B4-BE49-F238E27FC236}">
                    <a16:creationId xmlns:a16="http://schemas.microsoft.com/office/drawing/2014/main" id="{793855AE-A8E1-EB7D-CC2F-A94E4027EA34}"/>
                  </a:ext>
                </a:extLst>
              </p:cNvPr>
              <p:cNvSpPr/>
              <p:nvPr/>
            </p:nvSpPr>
            <p:spPr>
              <a:xfrm>
                <a:off x="2177396" y="790252"/>
                <a:ext cx="163003" cy="162972"/>
              </a:xfrm>
              <a:custGeom>
                <a:avLst/>
                <a:gdLst/>
                <a:ahLst/>
                <a:cxnLst/>
                <a:rect l="l" t="t" r="r" b="b"/>
                <a:pathLst>
                  <a:path w="4049" h="4049" extrusionOk="0">
                    <a:moveTo>
                      <a:pt x="0" y="0"/>
                    </a:moveTo>
                    <a:lnTo>
                      <a:pt x="0" y="4048"/>
                    </a:lnTo>
                    <a:lnTo>
                      <a:pt x="4048" y="4048"/>
                    </a:lnTo>
                    <a:lnTo>
                      <a:pt x="4048" y="0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64">
                <a:extLst>
                  <a:ext uri="{FF2B5EF4-FFF2-40B4-BE49-F238E27FC236}">
                    <a16:creationId xmlns:a16="http://schemas.microsoft.com/office/drawing/2014/main" id="{0B82B7E9-B359-8557-DB2F-FF31E5458D2A}"/>
                  </a:ext>
                </a:extLst>
              </p:cNvPr>
              <p:cNvSpPr/>
              <p:nvPr/>
            </p:nvSpPr>
            <p:spPr>
              <a:xfrm>
                <a:off x="2093017" y="914828"/>
                <a:ext cx="128502" cy="127995"/>
              </a:xfrm>
              <a:custGeom>
                <a:avLst/>
                <a:gdLst/>
                <a:ahLst/>
                <a:cxnLst/>
                <a:rect l="l" t="t" r="r" b="b"/>
                <a:pathLst>
                  <a:path w="3192" h="3180" extrusionOk="0">
                    <a:moveTo>
                      <a:pt x="1" y="1"/>
                    </a:moveTo>
                    <a:lnTo>
                      <a:pt x="1" y="3180"/>
                    </a:lnTo>
                    <a:lnTo>
                      <a:pt x="3192" y="3180"/>
                    </a:lnTo>
                    <a:lnTo>
                      <a:pt x="3192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64">
                <a:extLst>
                  <a:ext uri="{FF2B5EF4-FFF2-40B4-BE49-F238E27FC236}">
                    <a16:creationId xmlns:a16="http://schemas.microsoft.com/office/drawing/2014/main" id="{D1D32646-EED9-EB84-B762-0E9464D7F251}"/>
                  </a:ext>
                </a:extLst>
              </p:cNvPr>
              <p:cNvSpPr/>
              <p:nvPr/>
            </p:nvSpPr>
            <p:spPr>
              <a:xfrm>
                <a:off x="1957392" y="806030"/>
                <a:ext cx="82971" cy="83438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3" extrusionOk="0">
                    <a:moveTo>
                      <a:pt x="0" y="1"/>
                    </a:moveTo>
                    <a:lnTo>
                      <a:pt x="0" y="2073"/>
                    </a:lnTo>
                    <a:lnTo>
                      <a:pt x="2060" y="2073"/>
                    </a:lnTo>
                    <a:lnTo>
                      <a:pt x="2060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64">
                <a:extLst>
                  <a:ext uri="{FF2B5EF4-FFF2-40B4-BE49-F238E27FC236}">
                    <a16:creationId xmlns:a16="http://schemas.microsoft.com/office/drawing/2014/main" id="{2105800A-67AA-2B76-51A5-990A5B9B46E0}"/>
                  </a:ext>
                </a:extLst>
              </p:cNvPr>
              <p:cNvSpPr/>
              <p:nvPr/>
            </p:nvSpPr>
            <p:spPr>
              <a:xfrm>
                <a:off x="2354727" y="694857"/>
                <a:ext cx="55153" cy="55143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1370" extrusionOk="0">
                    <a:moveTo>
                      <a:pt x="1" y="1"/>
                    </a:moveTo>
                    <a:lnTo>
                      <a:pt x="1" y="1370"/>
                    </a:lnTo>
                    <a:lnTo>
                      <a:pt x="1370" y="1370"/>
                    </a:lnTo>
                    <a:lnTo>
                      <a:pt x="1370" y="1"/>
                    </a:ln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9" name="Google Shape;3589;p64">
                <a:extLst>
                  <a:ext uri="{FF2B5EF4-FFF2-40B4-BE49-F238E27FC236}">
                    <a16:creationId xmlns:a16="http://schemas.microsoft.com/office/drawing/2014/main" id="{AF9475F5-EDB7-635B-8BE1-C486365F41F1}"/>
                  </a:ext>
                </a:extLst>
              </p:cNvPr>
              <p:cNvSpPr/>
              <p:nvPr/>
            </p:nvSpPr>
            <p:spPr>
              <a:xfrm>
                <a:off x="1665075" y="2197575"/>
                <a:ext cx="964725" cy="752350"/>
              </a:xfrm>
              <a:custGeom>
                <a:avLst/>
                <a:gdLst/>
                <a:ahLst/>
                <a:cxnLst/>
                <a:rect l="l" t="t" r="r" b="b"/>
                <a:pathLst>
                  <a:path w="38589" h="30094" extrusionOk="0">
                    <a:moveTo>
                      <a:pt x="21964" y="1"/>
                    </a:moveTo>
                    <a:cubicBezTo>
                      <a:pt x="11982" y="1"/>
                      <a:pt x="5037" y="6955"/>
                      <a:pt x="3692" y="8746"/>
                    </a:cubicBezTo>
                    <a:cubicBezTo>
                      <a:pt x="1" y="13627"/>
                      <a:pt x="4049" y="15020"/>
                      <a:pt x="5668" y="17890"/>
                    </a:cubicBezTo>
                    <a:cubicBezTo>
                      <a:pt x="7275" y="20771"/>
                      <a:pt x="9430" y="26605"/>
                      <a:pt x="9430" y="26605"/>
                    </a:cubicBezTo>
                    <a:lnTo>
                      <a:pt x="15360" y="30093"/>
                    </a:lnTo>
                    <a:cubicBezTo>
                      <a:pt x="15360" y="30093"/>
                      <a:pt x="31147" y="28391"/>
                      <a:pt x="31600" y="28296"/>
                    </a:cubicBezTo>
                    <a:cubicBezTo>
                      <a:pt x="32040" y="28212"/>
                      <a:pt x="38589" y="21569"/>
                      <a:pt x="37612" y="11794"/>
                    </a:cubicBezTo>
                    <a:cubicBezTo>
                      <a:pt x="36624" y="2019"/>
                      <a:pt x="24956" y="209"/>
                      <a:pt x="24956" y="209"/>
                    </a:cubicBezTo>
                    <a:cubicBezTo>
                      <a:pt x="23932" y="66"/>
                      <a:pt x="22933" y="1"/>
                      <a:pt x="219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0" name="Google Shape;3590;p64">
                <a:extLst>
                  <a:ext uri="{FF2B5EF4-FFF2-40B4-BE49-F238E27FC236}">
                    <a16:creationId xmlns:a16="http://schemas.microsoft.com/office/drawing/2014/main" id="{10E302CB-EED1-5487-F3D7-40C18D32C8C1}"/>
                  </a:ext>
                </a:extLst>
              </p:cNvPr>
              <p:cNvSpPr/>
              <p:nvPr/>
            </p:nvSpPr>
            <p:spPr>
              <a:xfrm>
                <a:off x="1715975" y="2200400"/>
                <a:ext cx="756375" cy="588800"/>
              </a:xfrm>
              <a:custGeom>
                <a:avLst/>
                <a:gdLst/>
                <a:ahLst/>
                <a:cxnLst/>
                <a:rect l="l" t="t" r="r" b="b"/>
                <a:pathLst>
                  <a:path w="30255" h="23552" extrusionOk="0">
                    <a:moveTo>
                      <a:pt x="9359" y="21110"/>
                    </a:moveTo>
                    <a:cubicBezTo>
                      <a:pt x="9359" y="21110"/>
                      <a:pt x="10347" y="17884"/>
                      <a:pt x="4168" y="14586"/>
                    </a:cubicBezTo>
                    <a:cubicBezTo>
                      <a:pt x="1" y="12347"/>
                      <a:pt x="7120" y="1"/>
                      <a:pt x="18229" y="1013"/>
                    </a:cubicBezTo>
                    <a:cubicBezTo>
                      <a:pt x="29361" y="2025"/>
                      <a:pt x="30254" y="10847"/>
                      <a:pt x="29207" y="13074"/>
                    </a:cubicBezTo>
                    <a:cubicBezTo>
                      <a:pt x="28147" y="15312"/>
                      <a:pt x="23492" y="16169"/>
                      <a:pt x="23039" y="19181"/>
                    </a:cubicBezTo>
                    <a:cubicBezTo>
                      <a:pt x="22599" y="22182"/>
                      <a:pt x="13347" y="23551"/>
                      <a:pt x="9359" y="211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1" name="Google Shape;3591;p64">
                <a:extLst>
                  <a:ext uri="{FF2B5EF4-FFF2-40B4-BE49-F238E27FC236}">
                    <a16:creationId xmlns:a16="http://schemas.microsoft.com/office/drawing/2014/main" id="{1C10CE11-CDD0-E02A-AF4B-114CEB99E75A}"/>
                  </a:ext>
                </a:extLst>
              </p:cNvPr>
              <p:cNvSpPr/>
              <p:nvPr/>
            </p:nvSpPr>
            <p:spPr>
              <a:xfrm>
                <a:off x="1611200" y="1598875"/>
                <a:ext cx="829600" cy="788875"/>
              </a:xfrm>
              <a:custGeom>
                <a:avLst/>
                <a:gdLst/>
                <a:ahLst/>
                <a:cxnLst/>
                <a:rect l="l" t="t" r="r" b="b"/>
                <a:pathLst>
                  <a:path w="33184" h="31555" extrusionOk="0">
                    <a:moveTo>
                      <a:pt x="13371" y="1"/>
                    </a:moveTo>
                    <a:cubicBezTo>
                      <a:pt x="12914" y="1"/>
                      <a:pt x="12507" y="66"/>
                      <a:pt x="12169" y="213"/>
                    </a:cubicBezTo>
                    <a:cubicBezTo>
                      <a:pt x="11288" y="582"/>
                      <a:pt x="10788" y="1356"/>
                      <a:pt x="10502" y="2249"/>
                    </a:cubicBezTo>
                    <a:cubicBezTo>
                      <a:pt x="8549" y="2368"/>
                      <a:pt x="6680" y="2690"/>
                      <a:pt x="4918" y="3238"/>
                    </a:cubicBezTo>
                    <a:cubicBezTo>
                      <a:pt x="1036" y="4452"/>
                      <a:pt x="1" y="6405"/>
                      <a:pt x="155" y="8345"/>
                    </a:cubicBezTo>
                    <a:cubicBezTo>
                      <a:pt x="417" y="11405"/>
                      <a:pt x="3775" y="14429"/>
                      <a:pt x="3775" y="14429"/>
                    </a:cubicBezTo>
                    <a:cubicBezTo>
                      <a:pt x="3775" y="14429"/>
                      <a:pt x="977" y="15322"/>
                      <a:pt x="1620" y="16715"/>
                    </a:cubicBezTo>
                    <a:cubicBezTo>
                      <a:pt x="2239" y="18120"/>
                      <a:pt x="4287" y="19013"/>
                      <a:pt x="4287" y="19013"/>
                    </a:cubicBezTo>
                    <a:lnTo>
                      <a:pt x="4287" y="19025"/>
                    </a:lnTo>
                    <a:cubicBezTo>
                      <a:pt x="4287" y="19025"/>
                      <a:pt x="4263" y="19037"/>
                      <a:pt x="4263" y="19061"/>
                    </a:cubicBezTo>
                    <a:cubicBezTo>
                      <a:pt x="4251" y="19073"/>
                      <a:pt x="4251" y="19073"/>
                      <a:pt x="4251" y="19085"/>
                    </a:cubicBezTo>
                    <a:cubicBezTo>
                      <a:pt x="4251" y="19097"/>
                      <a:pt x="4239" y="19097"/>
                      <a:pt x="4239" y="19120"/>
                    </a:cubicBezTo>
                    <a:cubicBezTo>
                      <a:pt x="4203" y="19204"/>
                      <a:pt x="4168" y="19311"/>
                      <a:pt x="4108" y="19466"/>
                    </a:cubicBezTo>
                    <a:lnTo>
                      <a:pt x="4061" y="19609"/>
                    </a:lnTo>
                    <a:cubicBezTo>
                      <a:pt x="3942" y="19990"/>
                      <a:pt x="3763" y="20525"/>
                      <a:pt x="3644" y="21180"/>
                    </a:cubicBezTo>
                    <a:cubicBezTo>
                      <a:pt x="3632" y="21252"/>
                      <a:pt x="3608" y="21347"/>
                      <a:pt x="3596" y="21418"/>
                    </a:cubicBezTo>
                    <a:cubicBezTo>
                      <a:pt x="3334" y="22942"/>
                      <a:pt x="3310" y="24954"/>
                      <a:pt x="4311" y="26800"/>
                    </a:cubicBezTo>
                    <a:cubicBezTo>
                      <a:pt x="4942" y="27955"/>
                      <a:pt x="5977" y="29038"/>
                      <a:pt x="7621" y="29919"/>
                    </a:cubicBezTo>
                    <a:cubicBezTo>
                      <a:pt x="8394" y="30336"/>
                      <a:pt x="9311" y="30693"/>
                      <a:pt x="10395" y="30991"/>
                    </a:cubicBezTo>
                    <a:cubicBezTo>
                      <a:pt x="11850" y="31385"/>
                      <a:pt x="13285" y="31555"/>
                      <a:pt x="14675" y="31555"/>
                    </a:cubicBezTo>
                    <a:cubicBezTo>
                      <a:pt x="23151" y="31555"/>
                      <a:pt x="30004" y="25264"/>
                      <a:pt x="30004" y="25264"/>
                    </a:cubicBezTo>
                    <a:cubicBezTo>
                      <a:pt x="30004" y="25264"/>
                      <a:pt x="33183" y="12036"/>
                      <a:pt x="31397" y="8464"/>
                    </a:cubicBezTo>
                    <a:cubicBezTo>
                      <a:pt x="30623" y="6940"/>
                      <a:pt x="27504" y="5166"/>
                      <a:pt x="23361" y="3904"/>
                    </a:cubicBezTo>
                    <a:cubicBezTo>
                      <a:pt x="21582" y="2860"/>
                      <a:pt x="16390" y="1"/>
                      <a:pt x="133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2" name="Google Shape;3592;p64">
                <a:extLst>
                  <a:ext uri="{FF2B5EF4-FFF2-40B4-BE49-F238E27FC236}">
                    <a16:creationId xmlns:a16="http://schemas.microsoft.com/office/drawing/2014/main" id="{E2FA6062-8C39-7540-ADEB-894995135B1E}"/>
                  </a:ext>
                </a:extLst>
              </p:cNvPr>
              <p:cNvSpPr/>
              <p:nvPr/>
            </p:nvSpPr>
            <p:spPr>
              <a:xfrm>
                <a:off x="1614775" y="1806900"/>
                <a:ext cx="763800" cy="539675"/>
              </a:xfrm>
              <a:custGeom>
                <a:avLst/>
                <a:gdLst/>
                <a:ahLst/>
                <a:cxnLst/>
                <a:rect l="l" t="t" r="r" b="b"/>
                <a:pathLst>
                  <a:path w="30552" h="2158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50" y="3072"/>
                      <a:pt x="3620" y="6096"/>
                      <a:pt x="3620" y="6096"/>
                    </a:cubicBezTo>
                    <a:cubicBezTo>
                      <a:pt x="3620" y="6096"/>
                      <a:pt x="822" y="6989"/>
                      <a:pt x="1465" y="8382"/>
                    </a:cubicBezTo>
                    <a:cubicBezTo>
                      <a:pt x="2084" y="9787"/>
                      <a:pt x="4120" y="10680"/>
                      <a:pt x="4120" y="10680"/>
                    </a:cubicBezTo>
                    <a:lnTo>
                      <a:pt x="4120" y="10692"/>
                    </a:lnTo>
                    <a:cubicBezTo>
                      <a:pt x="4120" y="10692"/>
                      <a:pt x="4108" y="10704"/>
                      <a:pt x="4108" y="10716"/>
                    </a:cubicBezTo>
                    <a:cubicBezTo>
                      <a:pt x="4096" y="10740"/>
                      <a:pt x="4096" y="10740"/>
                      <a:pt x="4096" y="10752"/>
                    </a:cubicBezTo>
                    <a:cubicBezTo>
                      <a:pt x="4096" y="10764"/>
                      <a:pt x="4084" y="10764"/>
                      <a:pt x="4084" y="10776"/>
                    </a:cubicBezTo>
                    <a:cubicBezTo>
                      <a:pt x="4049" y="10871"/>
                      <a:pt x="4001" y="10966"/>
                      <a:pt x="3941" y="11133"/>
                    </a:cubicBezTo>
                    <a:lnTo>
                      <a:pt x="3906" y="11264"/>
                    </a:lnTo>
                    <a:cubicBezTo>
                      <a:pt x="3787" y="11657"/>
                      <a:pt x="3608" y="12192"/>
                      <a:pt x="3489" y="12847"/>
                    </a:cubicBezTo>
                    <a:cubicBezTo>
                      <a:pt x="3465" y="12919"/>
                      <a:pt x="3453" y="13014"/>
                      <a:pt x="3441" y="13085"/>
                    </a:cubicBezTo>
                    <a:cubicBezTo>
                      <a:pt x="3167" y="14609"/>
                      <a:pt x="3156" y="16610"/>
                      <a:pt x="4156" y="18455"/>
                    </a:cubicBezTo>
                    <a:cubicBezTo>
                      <a:pt x="4775" y="19622"/>
                      <a:pt x="5823" y="20705"/>
                      <a:pt x="7454" y="21586"/>
                    </a:cubicBezTo>
                    <a:cubicBezTo>
                      <a:pt x="7668" y="21456"/>
                      <a:pt x="7859" y="21313"/>
                      <a:pt x="8049" y="21194"/>
                    </a:cubicBezTo>
                    <a:cubicBezTo>
                      <a:pt x="8442" y="20955"/>
                      <a:pt x="8930" y="20301"/>
                      <a:pt x="9454" y="19515"/>
                    </a:cubicBezTo>
                    <a:lnTo>
                      <a:pt x="14109" y="20455"/>
                    </a:lnTo>
                    <a:lnTo>
                      <a:pt x="20491" y="21015"/>
                    </a:lnTo>
                    <a:cubicBezTo>
                      <a:pt x="20491" y="21015"/>
                      <a:pt x="30552" y="17848"/>
                      <a:pt x="27575" y="14848"/>
                    </a:cubicBezTo>
                    <a:cubicBezTo>
                      <a:pt x="24599" y="11871"/>
                      <a:pt x="25813" y="3799"/>
                      <a:pt x="25813" y="3799"/>
                    </a:cubicBezTo>
                    <a:lnTo>
                      <a:pt x="25813" y="3799"/>
                    </a:lnTo>
                    <a:cubicBezTo>
                      <a:pt x="24852" y="3937"/>
                      <a:pt x="23788" y="3998"/>
                      <a:pt x="22655" y="3998"/>
                    </a:cubicBezTo>
                    <a:cubicBezTo>
                      <a:pt x="14992" y="3998"/>
                      <a:pt x="4139" y="1173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3" name="Google Shape;3593;p64">
                <a:extLst>
                  <a:ext uri="{FF2B5EF4-FFF2-40B4-BE49-F238E27FC236}">
                    <a16:creationId xmlns:a16="http://schemas.microsoft.com/office/drawing/2014/main" id="{F5D34DBC-71FA-5E5E-2309-6C9E8F860F9F}"/>
                  </a:ext>
                </a:extLst>
              </p:cNvPr>
              <p:cNvSpPr/>
              <p:nvPr/>
            </p:nvSpPr>
            <p:spPr>
              <a:xfrm>
                <a:off x="2441950" y="2667725"/>
                <a:ext cx="606350" cy="1075450"/>
              </a:xfrm>
              <a:custGeom>
                <a:avLst/>
                <a:gdLst/>
                <a:ahLst/>
                <a:cxnLst/>
                <a:rect l="l" t="t" r="r" b="b"/>
                <a:pathLst>
                  <a:path w="24254" h="43018" extrusionOk="0">
                    <a:moveTo>
                      <a:pt x="4144" y="0"/>
                    </a:moveTo>
                    <a:lnTo>
                      <a:pt x="1" y="13180"/>
                    </a:lnTo>
                    <a:lnTo>
                      <a:pt x="799" y="15228"/>
                    </a:lnTo>
                    <a:lnTo>
                      <a:pt x="11800" y="43017"/>
                    </a:lnTo>
                    <a:lnTo>
                      <a:pt x="24254" y="41160"/>
                    </a:lnTo>
                    <a:cubicBezTo>
                      <a:pt x="24254" y="41160"/>
                      <a:pt x="23242" y="34897"/>
                      <a:pt x="21754" y="27742"/>
                    </a:cubicBezTo>
                    <a:cubicBezTo>
                      <a:pt x="20242" y="20396"/>
                      <a:pt x="18217" y="12109"/>
                      <a:pt x="16265" y="8680"/>
                    </a:cubicBezTo>
                    <a:cubicBezTo>
                      <a:pt x="12431" y="1929"/>
                      <a:pt x="4144" y="0"/>
                      <a:pt x="41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4" name="Google Shape;3594;p64">
                <a:extLst>
                  <a:ext uri="{FF2B5EF4-FFF2-40B4-BE49-F238E27FC236}">
                    <a16:creationId xmlns:a16="http://schemas.microsoft.com/office/drawing/2014/main" id="{A98F899E-396A-A484-5C43-7B9F41E213C2}"/>
                  </a:ext>
                </a:extLst>
              </p:cNvPr>
              <p:cNvSpPr/>
              <p:nvPr/>
            </p:nvSpPr>
            <p:spPr>
              <a:xfrm>
                <a:off x="2461900" y="3004675"/>
                <a:ext cx="586400" cy="738500"/>
              </a:xfrm>
              <a:custGeom>
                <a:avLst/>
                <a:gdLst/>
                <a:ahLst/>
                <a:cxnLst/>
                <a:rect l="l" t="t" r="r" b="b"/>
                <a:pathLst>
                  <a:path w="23456" h="29540" extrusionOk="0">
                    <a:moveTo>
                      <a:pt x="3680" y="0"/>
                    </a:moveTo>
                    <a:lnTo>
                      <a:pt x="1" y="1750"/>
                    </a:lnTo>
                    <a:lnTo>
                      <a:pt x="11002" y="29539"/>
                    </a:lnTo>
                    <a:lnTo>
                      <a:pt x="23456" y="27682"/>
                    </a:lnTo>
                    <a:cubicBezTo>
                      <a:pt x="23456" y="27682"/>
                      <a:pt x="22444" y="21419"/>
                      <a:pt x="20979" y="14276"/>
                    </a:cubicBezTo>
                    <a:cubicBezTo>
                      <a:pt x="20846" y="14257"/>
                      <a:pt x="20711" y="14248"/>
                      <a:pt x="20573" y="14248"/>
                    </a:cubicBezTo>
                    <a:cubicBezTo>
                      <a:pt x="19725" y="14248"/>
                      <a:pt x="18789" y="14606"/>
                      <a:pt x="17765" y="15466"/>
                    </a:cubicBezTo>
                    <a:cubicBezTo>
                      <a:pt x="16886" y="16202"/>
                      <a:pt x="16011" y="16525"/>
                      <a:pt x="15151" y="16525"/>
                    </a:cubicBezTo>
                    <a:cubicBezTo>
                      <a:pt x="9005" y="16525"/>
                      <a:pt x="3680" y="0"/>
                      <a:pt x="3680" y="0"/>
                    </a:cubicBezTo>
                    <a:close/>
                  </a:path>
                </a:pathLst>
              </a:custGeom>
              <a:solidFill>
                <a:srgbClr val="191919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5" name="Google Shape;3595;p64">
                <a:extLst>
                  <a:ext uri="{FF2B5EF4-FFF2-40B4-BE49-F238E27FC236}">
                    <a16:creationId xmlns:a16="http://schemas.microsoft.com/office/drawing/2014/main" id="{3EB3D07C-FCEE-6636-AA2E-8ACDBC77068C}"/>
                  </a:ext>
                </a:extLst>
              </p:cNvPr>
              <p:cNvSpPr/>
              <p:nvPr/>
            </p:nvSpPr>
            <p:spPr>
              <a:xfrm>
                <a:off x="2879525" y="2210825"/>
                <a:ext cx="710225" cy="570325"/>
              </a:xfrm>
              <a:custGeom>
                <a:avLst/>
                <a:gdLst/>
                <a:ahLst/>
                <a:cxnLst/>
                <a:rect l="l" t="t" r="r" b="b"/>
                <a:pathLst>
                  <a:path w="28409" h="22813" extrusionOk="0">
                    <a:moveTo>
                      <a:pt x="25063" y="22813"/>
                    </a:moveTo>
                    <a:lnTo>
                      <a:pt x="0" y="22813"/>
                    </a:lnTo>
                    <a:lnTo>
                      <a:pt x="3346" y="0"/>
                    </a:lnTo>
                    <a:lnTo>
                      <a:pt x="284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6" name="Google Shape;3596;p64">
                <a:extLst>
                  <a:ext uri="{FF2B5EF4-FFF2-40B4-BE49-F238E27FC236}">
                    <a16:creationId xmlns:a16="http://schemas.microsoft.com/office/drawing/2014/main" id="{BE62EDAF-F562-10FF-1820-D5D18CE997E3}"/>
                  </a:ext>
                </a:extLst>
              </p:cNvPr>
              <p:cNvSpPr/>
              <p:nvPr/>
            </p:nvSpPr>
            <p:spPr>
              <a:xfrm>
                <a:off x="2836350" y="2210825"/>
                <a:ext cx="710525" cy="570325"/>
              </a:xfrm>
              <a:custGeom>
                <a:avLst/>
                <a:gdLst/>
                <a:ahLst/>
                <a:cxnLst/>
                <a:rect l="l" t="t" r="r" b="b"/>
                <a:pathLst>
                  <a:path w="28421" h="22813" extrusionOk="0">
                    <a:moveTo>
                      <a:pt x="25063" y="22813"/>
                    </a:moveTo>
                    <a:lnTo>
                      <a:pt x="1" y="22813"/>
                    </a:lnTo>
                    <a:lnTo>
                      <a:pt x="3358" y="0"/>
                    </a:lnTo>
                    <a:lnTo>
                      <a:pt x="284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7" name="Google Shape;3597;p64">
                <a:extLst>
                  <a:ext uri="{FF2B5EF4-FFF2-40B4-BE49-F238E27FC236}">
                    <a16:creationId xmlns:a16="http://schemas.microsoft.com/office/drawing/2014/main" id="{0B7C20FA-8D7E-1A15-5327-7A1E98634333}"/>
                  </a:ext>
                </a:extLst>
              </p:cNvPr>
              <p:cNvSpPr/>
              <p:nvPr/>
            </p:nvSpPr>
            <p:spPr>
              <a:xfrm>
                <a:off x="3052450" y="2407875"/>
                <a:ext cx="302750" cy="220875"/>
              </a:xfrm>
              <a:custGeom>
                <a:avLst/>
                <a:gdLst/>
                <a:ahLst/>
                <a:cxnLst/>
                <a:rect l="l" t="t" r="r" b="b"/>
                <a:pathLst>
                  <a:path w="12110" h="8835" extrusionOk="0">
                    <a:moveTo>
                      <a:pt x="6061" y="0"/>
                    </a:moveTo>
                    <a:cubicBezTo>
                      <a:pt x="2715" y="0"/>
                      <a:pt x="1" y="1977"/>
                      <a:pt x="1" y="4417"/>
                    </a:cubicBezTo>
                    <a:cubicBezTo>
                      <a:pt x="1" y="6858"/>
                      <a:pt x="2715" y="8835"/>
                      <a:pt x="6061" y="8835"/>
                    </a:cubicBezTo>
                    <a:cubicBezTo>
                      <a:pt x="9407" y="8835"/>
                      <a:pt x="12109" y="6858"/>
                      <a:pt x="12109" y="4417"/>
                    </a:cubicBezTo>
                    <a:cubicBezTo>
                      <a:pt x="12109" y="1977"/>
                      <a:pt x="9407" y="0"/>
                      <a:pt x="60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8" name="Google Shape;3598;p64">
                <a:extLst>
                  <a:ext uri="{FF2B5EF4-FFF2-40B4-BE49-F238E27FC236}">
                    <a16:creationId xmlns:a16="http://schemas.microsoft.com/office/drawing/2014/main" id="{BD6050FA-B257-0CCB-6349-0FDF598B8E6F}"/>
                  </a:ext>
                </a:extLst>
              </p:cNvPr>
              <p:cNvSpPr/>
              <p:nvPr/>
            </p:nvSpPr>
            <p:spPr>
              <a:xfrm>
                <a:off x="2836350" y="2210825"/>
                <a:ext cx="710525" cy="570325"/>
              </a:xfrm>
              <a:custGeom>
                <a:avLst/>
                <a:gdLst/>
                <a:ahLst/>
                <a:cxnLst/>
                <a:rect l="l" t="t" r="r" b="b"/>
                <a:pathLst>
                  <a:path w="28421" h="22813" fill="none" extrusionOk="0">
                    <a:moveTo>
                      <a:pt x="1" y="22813"/>
                    </a:moveTo>
                    <a:lnTo>
                      <a:pt x="3358" y="0"/>
                    </a:lnTo>
                    <a:lnTo>
                      <a:pt x="28421" y="0"/>
                    </a:lnTo>
                  </a:path>
                </a:pathLst>
              </a:custGeom>
              <a:noFill/>
              <a:ln w="3875" cap="flat" cmpd="sng">
                <a:solidFill>
                  <a:srgbClr val="FFFFFF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9" name="Google Shape;3599;p64">
                <a:extLst>
                  <a:ext uri="{FF2B5EF4-FFF2-40B4-BE49-F238E27FC236}">
                    <a16:creationId xmlns:a16="http://schemas.microsoft.com/office/drawing/2014/main" id="{8D9A9A47-E527-2F74-41C8-595DE80898F7}"/>
                  </a:ext>
                </a:extLst>
              </p:cNvPr>
              <p:cNvSpPr/>
              <p:nvPr/>
            </p:nvSpPr>
            <p:spPr>
              <a:xfrm>
                <a:off x="2959575" y="2468600"/>
                <a:ext cx="367925" cy="641175"/>
              </a:xfrm>
              <a:custGeom>
                <a:avLst/>
                <a:gdLst/>
                <a:ahLst/>
                <a:cxnLst/>
                <a:rect l="l" t="t" r="r" b="b"/>
                <a:pathLst>
                  <a:path w="14717" h="25647" extrusionOk="0">
                    <a:moveTo>
                      <a:pt x="14669" y="11025"/>
                    </a:moveTo>
                    <a:cubicBezTo>
                      <a:pt x="14717" y="12180"/>
                      <a:pt x="13824" y="13585"/>
                      <a:pt x="12693" y="14883"/>
                    </a:cubicBezTo>
                    <a:cubicBezTo>
                      <a:pt x="10740" y="17109"/>
                      <a:pt x="8049" y="19074"/>
                      <a:pt x="8049" y="19074"/>
                    </a:cubicBezTo>
                    <a:lnTo>
                      <a:pt x="6406" y="25360"/>
                    </a:lnTo>
                    <a:cubicBezTo>
                      <a:pt x="4894" y="25646"/>
                      <a:pt x="2358" y="25003"/>
                      <a:pt x="977" y="24586"/>
                    </a:cubicBezTo>
                    <a:cubicBezTo>
                      <a:pt x="382" y="24408"/>
                      <a:pt x="1" y="24277"/>
                      <a:pt x="1" y="24277"/>
                    </a:cubicBezTo>
                    <a:cubicBezTo>
                      <a:pt x="1" y="24277"/>
                      <a:pt x="179" y="23896"/>
                      <a:pt x="477" y="23324"/>
                    </a:cubicBezTo>
                    <a:cubicBezTo>
                      <a:pt x="1203" y="21872"/>
                      <a:pt x="2596" y="19074"/>
                      <a:pt x="3704" y="17014"/>
                    </a:cubicBezTo>
                    <a:cubicBezTo>
                      <a:pt x="4192" y="16085"/>
                      <a:pt x="4620" y="15300"/>
                      <a:pt x="4906" y="14871"/>
                    </a:cubicBezTo>
                    <a:cubicBezTo>
                      <a:pt x="6037" y="13085"/>
                      <a:pt x="6799" y="12466"/>
                      <a:pt x="6799" y="12466"/>
                    </a:cubicBezTo>
                    <a:cubicBezTo>
                      <a:pt x="6799" y="12466"/>
                      <a:pt x="4001" y="7882"/>
                      <a:pt x="4966" y="7620"/>
                    </a:cubicBezTo>
                    <a:cubicBezTo>
                      <a:pt x="5894" y="7346"/>
                      <a:pt x="8430" y="10251"/>
                      <a:pt x="8633" y="10477"/>
                    </a:cubicBezTo>
                    <a:cubicBezTo>
                      <a:pt x="8478" y="10180"/>
                      <a:pt x="5894" y="4882"/>
                      <a:pt x="6609" y="4405"/>
                    </a:cubicBezTo>
                    <a:cubicBezTo>
                      <a:pt x="7347" y="3929"/>
                      <a:pt x="10193" y="8275"/>
                      <a:pt x="10276" y="8406"/>
                    </a:cubicBezTo>
                    <a:cubicBezTo>
                      <a:pt x="10205" y="8239"/>
                      <a:pt x="7538" y="2012"/>
                      <a:pt x="8752" y="1869"/>
                    </a:cubicBezTo>
                    <a:cubicBezTo>
                      <a:pt x="9978" y="1738"/>
                      <a:pt x="12086" y="6298"/>
                      <a:pt x="12086" y="6298"/>
                    </a:cubicBezTo>
                    <a:cubicBezTo>
                      <a:pt x="12086" y="6298"/>
                      <a:pt x="11609" y="262"/>
                      <a:pt x="12931" y="119"/>
                    </a:cubicBezTo>
                    <a:cubicBezTo>
                      <a:pt x="13955" y="0"/>
                      <a:pt x="14610" y="9525"/>
                      <a:pt x="14669" y="11025"/>
                    </a:cubicBezTo>
                    <a:close/>
                  </a:path>
                </a:pathLst>
              </a:custGeom>
              <a:solidFill>
                <a:srgbClr val="FFBA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0" name="Google Shape;3600;p64">
                <a:extLst>
                  <a:ext uri="{FF2B5EF4-FFF2-40B4-BE49-F238E27FC236}">
                    <a16:creationId xmlns:a16="http://schemas.microsoft.com/office/drawing/2014/main" id="{344424B9-DAFB-E2EC-F804-A990FDCC715D}"/>
                  </a:ext>
                </a:extLst>
              </p:cNvPr>
              <p:cNvSpPr/>
              <p:nvPr/>
            </p:nvSpPr>
            <p:spPr>
              <a:xfrm>
                <a:off x="636975" y="1891125"/>
                <a:ext cx="308400" cy="54652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21861" extrusionOk="0">
                    <a:moveTo>
                      <a:pt x="11347" y="17491"/>
                    </a:moveTo>
                    <a:cubicBezTo>
                      <a:pt x="11121" y="18682"/>
                      <a:pt x="10930" y="19527"/>
                      <a:pt x="10930" y="19527"/>
                    </a:cubicBezTo>
                    <a:cubicBezTo>
                      <a:pt x="9204" y="21289"/>
                      <a:pt x="5680" y="21861"/>
                      <a:pt x="5680" y="21861"/>
                    </a:cubicBezTo>
                    <a:cubicBezTo>
                      <a:pt x="5680" y="21861"/>
                      <a:pt x="4763" y="20765"/>
                      <a:pt x="3703" y="19277"/>
                    </a:cubicBezTo>
                    <a:lnTo>
                      <a:pt x="3691" y="19253"/>
                    </a:lnTo>
                    <a:cubicBezTo>
                      <a:pt x="3679" y="19229"/>
                      <a:pt x="3644" y="19194"/>
                      <a:pt x="3632" y="19170"/>
                    </a:cubicBezTo>
                    <a:cubicBezTo>
                      <a:pt x="1977" y="16824"/>
                      <a:pt x="0" y="13610"/>
                      <a:pt x="560" y="12121"/>
                    </a:cubicBezTo>
                    <a:cubicBezTo>
                      <a:pt x="917" y="11193"/>
                      <a:pt x="1596" y="10443"/>
                      <a:pt x="2334" y="9883"/>
                    </a:cubicBezTo>
                    <a:cubicBezTo>
                      <a:pt x="3477" y="9002"/>
                      <a:pt x="4822" y="8538"/>
                      <a:pt x="5442" y="8347"/>
                    </a:cubicBezTo>
                    <a:cubicBezTo>
                      <a:pt x="5680" y="8276"/>
                      <a:pt x="5823" y="8240"/>
                      <a:pt x="5823" y="8240"/>
                    </a:cubicBezTo>
                    <a:cubicBezTo>
                      <a:pt x="5823" y="8240"/>
                      <a:pt x="4596" y="561"/>
                      <a:pt x="6132" y="275"/>
                    </a:cubicBezTo>
                    <a:cubicBezTo>
                      <a:pt x="7680" y="1"/>
                      <a:pt x="9513" y="12479"/>
                      <a:pt x="9513" y="12479"/>
                    </a:cubicBezTo>
                    <a:cubicBezTo>
                      <a:pt x="9513" y="12479"/>
                      <a:pt x="10073" y="7776"/>
                      <a:pt x="11430" y="9705"/>
                    </a:cubicBezTo>
                    <a:cubicBezTo>
                      <a:pt x="12335" y="11002"/>
                      <a:pt x="11788" y="15015"/>
                      <a:pt x="11347" y="17491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1" name="Google Shape;3601;p64">
                <a:extLst>
                  <a:ext uri="{FF2B5EF4-FFF2-40B4-BE49-F238E27FC236}">
                    <a16:creationId xmlns:a16="http://schemas.microsoft.com/office/drawing/2014/main" id="{4659E41F-DE2F-A0EE-E9D8-A506F859A69C}"/>
                  </a:ext>
                </a:extLst>
              </p:cNvPr>
              <p:cNvSpPr/>
              <p:nvPr/>
            </p:nvSpPr>
            <p:spPr>
              <a:xfrm>
                <a:off x="636975" y="2099800"/>
                <a:ext cx="283700" cy="337850"/>
              </a:xfrm>
              <a:custGeom>
                <a:avLst/>
                <a:gdLst/>
                <a:ahLst/>
                <a:cxnLst/>
                <a:rect l="l" t="t" r="r" b="b"/>
                <a:pathLst>
                  <a:path w="11348" h="13514" extrusionOk="0">
                    <a:moveTo>
                      <a:pt x="5442" y="0"/>
                    </a:moveTo>
                    <a:cubicBezTo>
                      <a:pt x="4822" y="191"/>
                      <a:pt x="3477" y="655"/>
                      <a:pt x="2334" y="1536"/>
                    </a:cubicBezTo>
                    <a:cubicBezTo>
                      <a:pt x="1596" y="2096"/>
                      <a:pt x="917" y="2846"/>
                      <a:pt x="560" y="3774"/>
                    </a:cubicBezTo>
                    <a:cubicBezTo>
                      <a:pt x="0" y="5263"/>
                      <a:pt x="1977" y="8477"/>
                      <a:pt x="3632" y="10823"/>
                    </a:cubicBezTo>
                    <a:cubicBezTo>
                      <a:pt x="3644" y="10847"/>
                      <a:pt x="3679" y="10882"/>
                      <a:pt x="3691" y="10906"/>
                    </a:cubicBezTo>
                    <a:lnTo>
                      <a:pt x="3703" y="10930"/>
                    </a:lnTo>
                    <a:cubicBezTo>
                      <a:pt x="4763" y="12418"/>
                      <a:pt x="5680" y="13514"/>
                      <a:pt x="5680" y="13514"/>
                    </a:cubicBezTo>
                    <a:cubicBezTo>
                      <a:pt x="5680" y="13514"/>
                      <a:pt x="9204" y="12942"/>
                      <a:pt x="10930" y="11180"/>
                    </a:cubicBezTo>
                    <a:cubicBezTo>
                      <a:pt x="10930" y="11180"/>
                      <a:pt x="11121" y="10335"/>
                      <a:pt x="11347" y="9144"/>
                    </a:cubicBezTo>
                    <a:lnTo>
                      <a:pt x="11347" y="9144"/>
                    </a:lnTo>
                    <a:cubicBezTo>
                      <a:pt x="10347" y="9347"/>
                      <a:pt x="9216" y="9561"/>
                      <a:pt x="8061" y="9811"/>
                    </a:cubicBezTo>
                    <a:cubicBezTo>
                      <a:pt x="8006" y="9821"/>
                      <a:pt x="7952" y="9826"/>
                      <a:pt x="7899" y="9826"/>
                    </a:cubicBezTo>
                    <a:cubicBezTo>
                      <a:pt x="7292" y="9826"/>
                      <a:pt x="6874" y="9165"/>
                      <a:pt x="7192" y="8585"/>
                    </a:cubicBezTo>
                    <a:cubicBezTo>
                      <a:pt x="7608" y="7823"/>
                      <a:pt x="7763" y="6930"/>
                      <a:pt x="7799" y="5906"/>
                    </a:cubicBezTo>
                    <a:cubicBezTo>
                      <a:pt x="7882" y="3048"/>
                      <a:pt x="5918" y="441"/>
                      <a:pt x="5918" y="441"/>
                    </a:cubicBezTo>
                    <a:lnTo>
                      <a:pt x="5442" y="0"/>
                    </a:lnTo>
                    <a:close/>
                  </a:path>
                </a:pathLst>
              </a:custGeom>
              <a:solidFill>
                <a:srgbClr val="7E24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2" name="Google Shape;3602;p64">
                <a:extLst>
                  <a:ext uri="{FF2B5EF4-FFF2-40B4-BE49-F238E27FC236}">
                    <a16:creationId xmlns:a16="http://schemas.microsoft.com/office/drawing/2014/main" id="{98411818-DEC8-F47E-86BD-07ADD4B55AA4}"/>
                  </a:ext>
                </a:extLst>
              </p:cNvPr>
              <p:cNvSpPr/>
              <p:nvPr/>
            </p:nvSpPr>
            <p:spPr>
              <a:xfrm>
                <a:off x="738475" y="2349525"/>
                <a:ext cx="1060275" cy="901925"/>
              </a:xfrm>
              <a:custGeom>
                <a:avLst/>
                <a:gdLst/>
                <a:ahLst/>
                <a:cxnLst/>
                <a:rect l="l" t="t" r="r" b="b"/>
                <a:pathLst>
                  <a:path w="42411" h="36077" extrusionOk="0">
                    <a:moveTo>
                      <a:pt x="7751" y="1"/>
                    </a:moveTo>
                    <a:lnTo>
                      <a:pt x="0" y="2144"/>
                    </a:lnTo>
                    <a:cubicBezTo>
                      <a:pt x="0" y="2144"/>
                      <a:pt x="1203" y="22587"/>
                      <a:pt x="5668" y="31707"/>
                    </a:cubicBezTo>
                    <a:cubicBezTo>
                      <a:pt x="6847" y="34088"/>
                      <a:pt x="8240" y="35719"/>
                      <a:pt x="9883" y="35969"/>
                    </a:cubicBezTo>
                    <a:cubicBezTo>
                      <a:pt x="9954" y="35969"/>
                      <a:pt x="10049" y="35981"/>
                      <a:pt x="10121" y="35993"/>
                    </a:cubicBezTo>
                    <a:cubicBezTo>
                      <a:pt x="10469" y="36050"/>
                      <a:pt x="10813" y="36077"/>
                      <a:pt x="11151" y="36077"/>
                    </a:cubicBezTo>
                    <a:cubicBezTo>
                      <a:pt x="11449" y="36077"/>
                      <a:pt x="11741" y="36056"/>
                      <a:pt x="12026" y="36017"/>
                    </a:cubicBezTo>
                    <a:cubicBezTo>
                      <a:pt x="15086" y="35838"/>
                      <a:pt x="36826" y="34493"/>
                      <a:pt x="42410" y="30897"/>
                    </a:cubicBezTo>
                    <a:cubicBezTo>
                      <a:pt x="42410" y="30897"/>
                      <a:pt x="41244" y="22372"/>
                      <a:pt x="40375" y="19455"/>
                    </a:cubicBezTo>
                    <a:cubicBezTo>
                      <a:pt x="39505" y="16550"/>
                      <a:pt x="38100" y="12645"/>
                      <a:pt x="38100" y="12645"/>
                    </a:cubicBezTo>
                    <a:lnTo>
                      <a:pt x="35898" y="13466"/>
                    </a:lnTo>
                    <a:lnTo>
                      <a:pt x="15252" y="21194"/>
                    </a:lnTo>
                    <a:cubicBezTo>
                      <a:pt x="11895" y="11609"/>
                      <a:pt x="7751" y="1"/>
                      <a:pt x="77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3" name="Google Shape;3603;p64">
                <a:extLst>
                  <a:ext uri="{FF2B5EF4-FFF2-40B4-BE49-F238E27FC236}">
                    <a16:creationId xmlns:a16="http://schemas.microsoft.com/office/drawing/2014/main" id="{4BF3CF79-7E5F-7154-8BC4-85226ACA59CC}"/>
                  </a:ext>
                </a:extLst>
              </p:cNvPr>
              <p:cNvSpPr/>
              <p:nvPr/>
            </p:nvSpPr>
            <p:spPr>
              <a:xfrm>
                <a:off x="738175" y="2349225"/>
                <a:ext cx="952525" cy="529850"/>
              </a:xfrm>
              <a:custGeom>
                <a:avLst/>
                <a:gdLst/>
                <a:ahLst/>
                <a:cxnLst/>
                <a:rect l="l" t="t" r="r" b="b"/>
                <a:pathLst>
                  <a:path w="38101" h="21194" fill="none" extrusionOk="0">
                    <a:moveTo>
                      <a:pt x="1" y="2144"/>
                    </a:moveTo>
                    <a:lnTo>
                      <a:pt x="7751" y="1"/>
                    </a:lnTo>
                    <a:cubicBezTo>
                      <a:pt x="7751" y="1"/>
                      <a:pt x="11895" y="11609"/>
                      <a:pt x="15252" y="21194"/>
                    </a:cubicBezTo>
                    <a:lnTo>
                      <a:pt x="35898" y="13467"/>
                    </a:lnTo>
                    <a:lnTo>
                      <a:pt x="38101" y="12645"/>
                    </a:lnTo>
                  </a:path>
                </a:pathLst>
              </a:custGeom>
              <a:noFill/>
              <a:ln w="3875" cap="flat" cmpd="sng">
                <a:solidFill>
                  <a:srgbClr val="FFFFFF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4" name="Google Shape;3604;p64">
                <a:extLst>
                  <a:ext uri="{FF2B5EF4-FFF2-40B4-BE49-F238E27FC236}">
                    <a16:creationId xmlns:a16="http://schemas.microsoft.com/office/drawing/2014/main" id="{99022639-5472-E4AA-ECB8-18DFD47D4C6E}"/>
                  </a:ext>
                </a:extLst>
              </p:cNvPr>
              <p:cNvSpPr/>
              <p:nvPr/>
            </p:nvSpPr>
            <p:spPr>
              <a:xfrm>
                <a:off x="632200" y="2082825"/>
                <a:ext cx="193500" cy="248875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9955" extrusionOk="0">
                    <a:moveTo>
                      <a:pt x="5990" y="560"/>
                    </a:moveTo>
                    <a:cubicBezTo>
                      <a:pt x="5990" y="560"/>
                      <a:pt x="7740" y="4727"/>
                      <a:pt x="7395" y="6097"/>
                    </a:cubicBezTo>
                    <a:cubicBezTo>
                      <a:pt x="7073" y="7466"/>
                      <a:pt x="5025" y="3572"/>
                      <a:pt x="5025" y="3572"/>
                    </a:cubicBezTo>
                    <a:cubicBezTo>
                      <a:pt x="5025" y="3572"/>
                      <a:pt x="6764" y="6609"/>
                      <a:pt x="6192" y="7442"/>
                    </a:cubicBezTo>
                    <a:cubicBezTo>
                      <a:pt x="5621" y="8275"/>
                      <a:pt x="3335" y="4442"/>
                      <a:pt x="3335" y="4442"/>
                    </a:cubicBezTo>
                    <a:cubicBezTo>
                      <a:pt x="3335" y="4442"/>
                      <a:pt x="5263" y="7894"/>
                      <a:pt x="4287" y="8406"/>
                    </a:cubicBezTo>
                    <a:cubicBezTo>
                      <a:pt x="3358" y="8883"/>
                      <a:pt x="2096" y="5549"/>
                      <a:pt x="2096" y="5549"/>
                    </a:cubicBezTo>
                    <a:cubicBezTo>
                      <a:pt x="2096" y="5549"/>
                      <a:pt x="3049" y="8406"/>
                      <a:pt x="2573" y="9049"/>
                    </a:cubicBezTo>
                    <a:cubicBezTo>
                      <a:pt x="1906" y="9954"/>
                      <a:pt x="1" y="5299"/>
                      <a:pt x="251" y="3930"/>
                    </a:cubicBezTo>
                    <a:cubicBezTo>
                      <a:pt x="537" y="2572"/>
                      <a:pt x="2668" y="1"/>
                      <a:pt x="5990" y="560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5" name="Google Shape;3605;p64">
                <a:extLst>
                  <a:ext uri="{FF2B5EF4-FFF2-40B4-BE49-F238E27FC236}">
                    <a16:creationId xmlns:a16="http://schemas.microsoft.com/office/drawing/2014/main" id="{896A63E2-1999-9F93-3563-C45BFB53C9E9}"/>
                  </a:ext>
                </a:extLst>
              </p:cNvPr>
              <p:cNvSpPr/>
              <p:nvPr/>
            </p:nvSpPr>
            <p:spPr>
              <a:xfrm>
                <a:off x="880150" y="2665625"/>
                <a:ext cx="918600" cy="585825"/>
              </a:xfrm>
              <a:custGeom>
                <a:avLst/>
                <a:gdLst/>
                <a:ahLst/>
                <a:cxnLst/>
                <a:rect l="l" t="t" r="r" b="b"/>
                <a:pathLst>
                  <a:path w="36744" h="23433" extrusionOk="0">
                    <a:moveTo>
                      <a:pt x="32457" y="1"/>
                    </a:moveTo>
                    <a:lnTo>
                      <a:pt x="30243" y="822"/>
                    </a:lnTo>
                    <a:cubicBezTo>
                      <a:pt x="29647" y="3978"/>
                      <a:pt x="27111" y="14848"/>
                      <a:pt x="19456" y="18539"/>
                    </a:cubicBezTo>
                    <a:cubicBezTo>
                      <a:pt x="16848" y="19777"/>
                      <a:pt x="13907" y="20289"/>
                      <a:pt x="11014" y="20372"/>
                    </a:cubicBezTo>
                    <a:cubicBezTo>
                      <a:pt x="10692" y="20382"/>
                      <a:pt x="10371" y="20387"/>
                      <a:pt x="10050" y="20387"/>
                    </a:cubicBezTo>
                    <a:cubicBezTo>
                      <a:pt x="8394" y="20387"/>
                      <a:pt x="6772" y="20262"/>
                      <a:pt x="5275" y="20063"/>
                    </a:cubicBezTo>
                    <a:cubicBezTo>
                      <a:pt x="3239" y="19801"/>
                      <a:pt x="1406" y="19420"/>
                      <a:pt x="1" y="19063"/>
                    </a:cubicBezTo>
                    <a:lnTo>
                      <a:pt x="1" y="19063"/>
                    </a:lnTo>
                    <a:cubicBezTo>
                      <a:pt x="1180" y="21444"/>
                      <a:pt x="2573" y="23075"/>
                      <a:pt x="4216" y="23325"/>
                    </a:cubicBezTo>
                    <a:cubicBezTo>
                      <a:pt x="4287" y="23325"/>
                      <a:pt x="4382" y="23337"/>
                      <a:pt x="4454" y="23349"/>
                    </a:cubicBezTo>
                    <a:cubicBezTo>
                      <a:pt x="4802" y="23406"/>
                      <a:pt x="5146" y="23433"/>
                      <a:pt x="5484" y="23433"/>
                    </a:cubicBezTo>
                    <a:cubicBezTo>
                      <a:pt x="5782" y="23433"/>
                      <a:pt x="6074" y="23412"/>
                      <a:pt x="6359" y="23373"/>
                    </a:cubicBezTo>
                    <a:cubicBezTo>
                      <a:pt x="9419" y="23194"/>
                      <a:pt x="31159" y="21849"/>
                      <a:pt x="36743" y="18253"/>
                    </a:cubicBezTo>
                    <a:cubicBezTo>
                      <a:pt x="36743" y="18253"/>
                      <a:pt x="35577" y="9728"/>
                      <a:pt x="34731" y="6811"/>
                    </a:cubicBezTo>
                    <a:cubicBezTo>
                      <a:pt x="33850" y="3906"/>
                      <a:pt x="32457" y="1"/>
                      <a:pt x="32457" y="1"/>
                    </a:cubicBezTo>
                    <a:close/>
                  </a:path>
                </a:pathLst>
              </a:custGeom>
              <a:solidFill>
                <a:srgbClr val="191919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6" name="Google Shape;3606;p64">
                <a:extLst>
                  <a:ext uri="{FF2B5EF4-FFF2-40B4-BE49-F238E27FC236}">
                    <a16:creationId xmlns:a16="http://schemas.microsoft.com/office/drawing/2014/main" id="{43D02322-0BE7-F9D1-85E3-DE192A17A76E}"/>
                  </a:ext>
                </a:extLst>
              </p:cNvPr>
              <p:cNvSpPr/>
              <p:nvPr/>
            </p:nvSpPr>
            <p:spPr>
              <a:xfrm>
                <a:off x="1617150" y="2613850"/>
                <a:ext cx="1035275" cy="1663625"/>
              </a:xfrm>
              <a:custGeom>
                <a:avLst/>
                <a:gdLst/>
                <a:ahLst/>
                <a:cxnLst/>
                <a:rect l="l" t="t" r="r" b="b"/>
                <a:pathLst>
                  <a:path w="41411" h="66545" extrusionOk="0">
                    <a:moveTo>
                      <a:pt x="20003" y="0"/>
                    </a:moveTo>
                    <a:cubicBezTo>
                      <a:pt x="6871" y="0"/>
                      <a:pt x="2775" y="2143"/>
                      <a:pt x="2775" y="2143"/>
                    </a:cubicBezTo>
                    <a:cubicBezTo>
                      <a:pt x="1501" y="19526"/>
                      <a:pt x="1" y="66544"/>
                      <a:pt x="1" y="66544"/>
                    </a:cubicBezTo>
                    <a:lnTo>
                      <a:pt x="41411" y="66544"/>
                    </a:lnTo>
                    <a:cubicBezTo>
                      <a:pt x="41411" y="51733"/>
                      <a:pt x="37124" y="2155"/>
                      <a:pt x="37124" y="2155"/>
                    </a:cubicBezTo>
                    <a:cubicBezTo>
                      <a:pt x="37124" y="2155"/>
                      <a:pt x="31909" y="12"/>
                      <a:pt x="20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7" name="Google Shape;3607;p64">
                <a:extLst>
                  <a:ext uri="{FF2B5EF4-FFF2-40B4-BE49-F238E27FC236}">
                    <a16:creationId xmlns:a16="http://schemas.microsoft.com/office/drawing/2014/main" id="{49256FFC-3E22-09AB-37B9-3D9A1D57CFF9}"/>
                  </a:ext>
                </a:extLst>
              </p:cNvPr>
              <p:cNvSpPr/>
              <p:nvPr/>
            </p:nvSpPr>
            <p:spPr>
              <a:xfrm>
                <a:off x="1617150" y="2614150"/>
                <a:ext cx="500100" cy="1663325"/>
              </a:xfrm>
              <a:custGeom>
                <a:avLst/>
                <a:gdLst/>
                <a:ahLst/>
                <a:cxnLst/>
                <a:rect l="l" t="t" r="r" b="b"/>
                <a:pathLst>
                  <a:path w="20004" h="66533" fill="none" extrusionOk="0">
                    <a:moveTo>
                      <a:pt x="1" y="66532"/>
                    </a:moveTo>
                    <a:cubicBezTo>
                      <a:pt x="1" y="66532"/>
                      <a:pt x="1501" y="19526"/>
                      <a:pt x="2775" y="2143"/>
                    </a:cubicBezTo>
                    <a:cubicBezTo>
                      <a:pt x="2775" y="2143"/>
                      <a:pt x="6871" y="0"/>
                      <a:pt x="20003" y="0"/>
                    </a:cubicBezTo>
                  </a:path>
                </a:pathLst>
              </a:custGeom>
              <a:noFill/>
              <a:ln w="3875" cap="flat" cmpd="sng">
                <a:solidFill>
                  <a:srgbClr val="FFFFFF"/>
                </a:solidFill>
                <a:prstDash val="solid"/>
                <a:miter lim="119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64">
                <a:extLst>
                  <a:ext uri="{FF2B5EF4-FFF2-40B4-BE49-F238E27FC236}">
                    <a16:creationId xmlns:a16="http://schemas.microsoft.com/office/drawing/2014/main" id="{FD569C49-9F1A-A5F1-C4C5-AC66D1031D7A}"/>
                  </a:ext>
                </a:extLst>
              </p:cNvPr>
              <p:cNvSpPr/>
              <p:nvPr/>
            </p:nvSpPr>
            <p:spPr>
              <a:xfrm>
                <a:off x="2970900" y="2840650"/>
                <a:ext cx="306000" cy="263750"/>
              </a:xfrm>
              <a:custGeom>
                <a:avLst/>
                <a:gdLst/>
                <a:ahLst/>
                <a:cxnLst/>
                <a:rect l="l" t="t" r="r" b="b"/>
                <a:pathLst>
                  <a:path w="12240" h="10550" extrusionOk="0">
                    <a:moveTo>
                      <a:pt x="12240" y="1"/>
                    </a:moveTo>
                    <a:lnTo>
                      <a:pt x="12240" y="1"/>
                    </a:lnTo>
                    <a:cubicBezTo>
                      <a:pt x="10740" y="1168"/>
                      <a:pt x="8311" y="2906"/>
                      <a:pt x="6537" y="3227"/>
                    </a:cubicBezTo>
                    <a:cubicBezTo>
                      <a:pt x="6290" y="3275"/>
                      <a:pt x="6056" y="3297"/>
                      <a:pt x="5833" y="3297"/>
                    </a:cubicBezTo>
                    <a:cubicBezTo>
                      <a:pt x="4664" y="3297"/>
                      <a:pt x="3809" y="2702"/>
                      <a:pt x="3239" y="2132"/>
                    </a:cubicBezTo>
                    <a:cubicBezTo>
                      <a:pt x="2132" y="4192"/>
                      <a:pt x="738" y="6990"/>
                      <a:pt x="0" y="8442"/>
                    </a:cubicBezTo>
                    <a:cubicBezTo>
                      <a:pt x="215" y="8942"/>
                      <a:pt x="405" y="9419"/>
                      <a:pt x="524" y="9704"/>
                    </a:cubicBezTo>
                    <a:cubicBezTo>
                      <a:pt x="1667" y="10049"/>
                      <a:pt x="3602" y="10549"/>
                      <a:pt x="5092" y="10549"/>
                    </a:cubicBezTo>
                    <a:cubicBezTo>
                      <a:pt x="5402" y="10549"/>
                      <a:pt x="5693" y="10528"/>
                      <a:pt x="5953" y="10478"/>
                    </a:cubicBezTo>
                    <a:lnTo>
                      <a:pt x="7596" y="4192"/>
                    </a:lnTo>
                    <a:cubicBezTo>
                      <a:pt x="7596" y="4192"/>
                      <a:pt x="10287" y="2227"/>
                      <a:pt x="12240" y="1"/>
                    </a:cubicBezTo>
                    <a:close/>
                  </a:path>
                </a:pathLst>
              </a:custGeom>
              <a:solidFill>
                <a:srgbClr val="191919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9" name="Google Shape;3609;p64">
                <a:extLst>
                  <a:ext uri="{FF2B5EF4-FFF2-40B4-BE49-F238E27FC236}">
                    <a16:creationId xmlns:a16="http://schemas.microsoft.com/office/drawing/2014/main" id="{D3AB9E1C-8780-821E-B42F-5B0A53305B88}"/>
                  </a:ext>
                </a:extLst>
              </p:cNvPr>
              <p:cNvSpPr/>
              <p:nvPr/>
            </p:nvSpPr>
            <p:spPr>
              <a:xfrm>
                <a:off x="2722350" y="2958525"/>
                <a:ext cx="452475" cy="901675"/>
              </a:xfrm>
              <a:custGeom>
                <a:avLst/>
                <a:gdLst/>
                <a:ahLst/>
                <a:cxnLst/>
                <a:rect l="l" t="t" r="r" b="b"/>
                <a:pathLst>
                  <a:path w="18099" h="36067" extrusionOk="0">
                    <a:moveTo>
                      <a:pt x="10347" y="1"/>
                    </a:moveTo>
                    <a:cubicBezTo>
                      <a:pt x="10347" y="1"/>
                      <a:pt x="6216" y="11609"/>
                      <a:pt x="2846" y="21194"/>
                    </a:cubicBezTo>
                    <a:cubicBezTo>
                      <a:pt x="2084" y="23361"/>
                      <a:pt x="1358" y="25420"/>
                      <a:pt x="739" y="27218"/>
                    </a:cubicBezTo>
                    <a:cubicBezTo>
                      <a:pt x="1" y="29302"/>
                      <a:pt x="358" y="31385"/>
                      <a:pt x="1417" y="33017"/>
                    </a:cubicBezTo>
                    <a:cubicBezTo>
                      <a:pt x="2429" y="34588"/>
                      <a:pt x="4096" y="35731"/>
                      <a:pt x="6061" y="36005"/>
                    </a:cubicBezTo>
                    <a:cubicBezTo>
                      <a:pt x="6354" y="36045"/>
                      <a:pt x="6656" y="36066"/>
                      <a:pt x="6964" y="36066"/>
                    </a:cubicBezTo>
                    <a:cubicBezTo>
                      <a:pt x="7292" y="36066"/>
                      <a:pt x="7627" y="36042"/>
                      <a:pt x="7966" y="35993"/>
                    </a:cubicBezTo>
                    <a:cubicBezTo>
                      <a:pt x="8037" y="35969"/>
                      <a:pt x="8133" y="35957"/>
                      <a:pt x="8204" y="35957"/>
                    </a:cubicBezTo>
                    <a:cubicBezTo>
                      <a:pt x="9859" y="35707"/>
                      <a:pt x="11240" y="34076"/>
                      <a:pt x="12419" y="31695"/>
                    </a:cubicBezTo>
                    <a:cubicBezTo>
                      <a:pt x="16884" y="22575"/>
                      <a:pt x="18098" y="2132"/>
                      <a:pt x="18098" y="2132"/>
                    </a:cubicBezTo>
                    <a:lnTo>
                      <a:pt x="103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64">
                <a:extLst>
                  <a:ext uri="{FF2B5EF4-FFF2-40B4-BE49-F238E27FC236}">
                    <a16:creationId xmlns:a16="http://schemas.microsoft.com/office/drawing/2014/main" id="{A80D64B7-3940-A5C0-F8CE-A096FBCA50B7}"/>
                  </a:ext>
                </a:extLst>
              </p:cNvPr>
              <p:cNvSpPr/>
              <p:nvPr/>
            </p:nvSpPr>
            <p:spPr>
              <a:xfrm>
                <a:off x="2793500" y="2958525"/>
                <a:ext cx="381325" cy="529850"/>
              </a:xfrm>
              <a:custGeom>
                <a:avLst/>
                <a:gdLst/>
                <a:ahLst/>
                <a:cxnLst/>
                <a:rect l="l" t="t" r="r" b="b"/>
                <a:pathLst>
                  <a:path w="15253" h="21194" extrusionOk="0">
                    <a:moveTo>
                      <a:pt x="7501" y="1"/>
                    </a:moveTo>
                    <a:cubicBezTo>
                      <a:pt x="7501" y="1"/>
                      <a:pt x="3370" y="11609"/>
                      <a:pt x="0" y="21194"/>
                    </a:cubicBezTo>
                    <a:lnTo>
                      <a:pt x="15252" y="2132"/>
                    </a:lnTo>
                    <a:lnTo>
                      <a:pt x="7501" y="1"/>
                    </a:lnTo>
                    <a:close/>
                  </a:path>
                </a:pathLst>
              </a:custGeom>
              <a:solidFill>
                <a:srgbClr val="191919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64">
                <a:extLst>
                  <a:ext uri="{FF2B5EF4-FFF2-40B4-BE49-F238E27FC236}">
                    <a16:creationId xmlns:a16="http://schemas.microsoft.com/office/drawing/2014/main" id="{EAEFEE3A-D9FF-09AF-E9A8-479A907E30A4}"/>
                  </a:ext>
                </a:extLst>
              </p:cNvPr>
              <p:cNvSpPr/>
              <p:nvPr/>
            </p:nvSpPr>
            <p:spPr>
              <a:xfrm>
                <a:off x="2016025" y="2309950"/>
                <a:ext cx="224750" cy="612875"/>
              </a:xfrm>
              <a:custGeom>
                <a:avLst/>
                <a:gdLst/>
                <a:ahLst/>
                <a:cxnLst/>
                <a:rect l="l" t="t" r="r" b="b"/>
                <a:pathLst>
                  <a:path w="8990" h="24515" extrusionOk="0">
                    <a:moveTo>
                      <a:pt x="8989" y="0"/>
                    </a:moveTo>
                    <a:lnTo>
                      <a:pt x="8989" y="13871"/>
                    </a:lnTo>
                    <a:cubicBezTo>
                      <a:pt x="8989" y="16002"/>
                      <a:pt x="7501" y="17788"/>
                      <a:pt x="5501" y="18252"/>
                    </a:cubicBezTo>
                    <a:lnTo>
                      <a:pt x="4489" y="24515"/>
                    </a:lnTo>
                    <a:lnTo>
                      <a:pt x="3477" y="18252"/>
                    </a:lnTo>
                    <a:cubicBezTo>
                      <a:pt x="1488" y="17788"/>
                      <a:pt x="0" y="16014"/>
                      <a:pt x="0" y="1387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A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2" name="Google Shape;3612;p64">
                <a:extLst>
                  <a:ext uri="{FF2B5EF4-FFF2-40B4-BE49-F238E27FC236}">
                    <a16:creationId xmlns:a16="http://schemas.microsoft.com/office/drawing/2014/main" id="{7D82B998-AE38-AE50-3353-81FC549D8F6A}"/>
                  </a:ext>
                </a:extLst>
              </p:cNvPr>
              <p:cNvSpPr/>
              <p:nvPr/>
            </p:nvSpPr>
            <p:spPr>
              <a:xfrm>
                <a:off x="2016300" y="2309950"/>
                <a:ext cx="224475" cy="287250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1490" extrusionOk="0">
                    <a:moveTo>
                      <a:pt x="1" y="0"/>
                    </a:moveTo>
                    <a:lnTo>
                      <a:pt x="1" y="11490"/>
                    </a:lnTo>
                    <a:cubicBezTo>
                      <a:pt x="4359" y="11490"/>
                      <a:pt x="7169" y="9668"/>
                      <a:pt x="8978" y="7227"/>
                    </a:cubicBezTo>
                    <a:lnTo>
                      <a:pt x="8978" y="0"/>
                    </a:lnTo>
                    <a:close/>
                  </a:path>
                </a:pathLst>
              </a:custGeom>
              <a:solidFill>
                <a:srgbClr val="191919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3" name="Google Shape;3613;p64">
                <a:extLst>
                  <a:ext uri="{FF2B5EF4-FFF2-40B4-BE49-F238E27FC236}">
                    <a16:creationId xmlns:a16="http://schemas.microsoft.com/office/drawing/2014/main" id="{371BED77-A7C5-A47D-04FF-626B20D00AA1}"/>
                  </a:ext>
                </a:extLst>
              </p:cNvPr>
              <p:cNvSpPr/>
              <p:nvPr/>
            </p:nvSpPr>
            <p:spPr>
              <a:xfrm>
                <a:off x="1729675" y="1892325"/>
                <a:ext cx="583125" cy="652200"/>
              </a:xfrm>
              <a:custGeom>
                <a:avLst/>
                <a:gdLst/>
                <a:ahLst/>
                <a:cxnLst/>
                <a:rect l="l" t="t" r="r" b="b"/>
                <a:pathLst>
                  <a:path w="23325" h="26088" extrusionOk="0">
                    <a:moveTo>
                      <a:pt x="2405" y="6799"/>
                    </a:moveTo>
                    <a:cubicBezTo>
                      <a:pt x="2405" y="6799"/>
                      <a:pt x="0" y="24587"/>
                      <a:pt x="10240" y="25337"/>
                    </a:cubicBezTo>
                    <a:cubicBezTo>
                      <a:pt x="20479" y="26087"/>
                      <a:pt x="23027" y="17348"/>
                      <a:pt x="23325" y="12407"/>
                    </a:cubicBezTo>
                    <a:cubicBezTo>
                      <a:pt x="23325" y="12407"/>
                      <a:pt x="21229" y="12478"/>
                      <a:pt x="19812" y="10680"/>
                    </a:cubicBezTo>
                    <a:cubicBezTo>
                      <a:pt x="18395" y="8883"/>
                      <a:pt x="19074" y="3203"/>
                      <a:pt x="19074" y="3203"/>
                    </a:cubicBezTo>
                    <a:cubicBezTo>
                      <a:pt x="19074" y="3203"/>
                      <a:pt x="6215" y="1"/>
                      <a:pt x="2405" y="6799"/>
                    </a:cubicBezTo>
                    <a:close/>
                  </a:path>
                </a:pathLst>
              </a:custGeom>
              <a:solidFill>
                <a:srgbClr val="FFBA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64">
                <a:extLst>
                  <a:ext uri="{FF2B5EF4-FFF2-40B4-BE49-F238E27FC236}">
                    <a16:creationId xmlns:a16="http://schemas.microsoft.com/office/drawing/2014/main" id="{FD62C482-6C9C-36BC-5D7F-DAFE40FB4238}"/>
                  </a:ext>
                </a:extLst>
              </p:cNvPr>
              <p:cNvSpPr/>
              <p:nvPr/>
            </p:nvSpPr>
            <p:spPr>
              <a:xfrm>
                <a:off x="1870750" y="2352500"/>
                <a:ext cx="187550" cy="65075"/>
              </a:xfrm>
              <a:custGeom>
                <a:avLst/>
                <a:gdLst/>
                <a:ahLst/>
                <a:cxnLst/>
                <a:rect l="l" t="t" r="r" b="b"/>
                <a:pathLst>
                  <a:path w="7502" h="2603" extrusionOk="0">
                    <a:moveTo>
                      <a:pt x="7502" y="1"/>
                    </a:moveTo>
                    <a:lnTo>
                      <a:pt x="1" y="203"/>
                    </a:lnTo>
                    <a:cubicBezTo>
                      <a:pt x="1" y="203"/>
                      <a:pt x="953" y="2322"/>
                      <a:pt x="3489" y="2584"/>
                    </a:cubicBezTo>
                    <a:cubicBezTo>
                      <a:pt x="3604" y="2597"/>
                      <a:pt x="3717" y="2603"/>
                      <a:pt x="3828" y="2603"/>
                    </a:cubicBezTo>
                    <a:cubicBezTo>
                      <a:pt x="6136" y="2603"/>
                      <a:pt x="7502" y="1"/>
                      <a:pt x="75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5" name="Google Shape;3615;p64">
                <a:extLst>
                  <a:ext uri="{FF2B5EF4-FFF2-40B4-BE49-F238E27FC236}">
                    <a16:creationId xmlns:a16="http://schemas.microsoft.com/office/drawing/2014/main" id="{51993AB1-9E1B-D2C4-DEDF-72079DF4B110}"/>
                  </a:ext>
                </a:extLst>
              </p:cNvPr>
              <p:cNvSpPr/>
              <p:nvPr/>
            </p:nvSpPr>
            <p:spPr>
              <a:xfrm>
                <a:off x="2101750" y="2060500"/>
                <a:ext cx="247075" cy="189625"/>
              </a:xfrm>
              <a:custGeom>
                <a:avLst/>
                <a:gdLst/>
                <a:ahLst/>
                <a:cxnLst/>
                <a:rect l="l" t="t" r="r" b="b"/>
                <a:pathLst>
                  <a:path w="9883" h="7585" extrusionOk="0">
                    <a:moveTo>
                      <a:pt x="2191" y="1"/>
                    </a:moveTo>
                    <a:cubicBezTo>
                      <a:pt x="2191" y="1"/>
                      <a:pt x="6227" y="691"/>
                      <a:pt x="9882" y="3299"/>
                    </a:cubicBezTo>
                    <a:lnTo>
                      <a:pt x="9466" y="6144"/>
                    </a:lnTo>
                    <a:cubicBezTo>
                      <a:pt x="9466" y="6144"/>
                      <a:pt x="4870" y="6811"/>
                      <a:pt x="1512" y="7585"/>
                    </a:cubicBezTo>
                    <a:cubicBezTo>
                      <a:pt x="1476" y="7585"/>
                      <a:pt x="0" y="2394"/>
                      <a:pt x="2191" y="1"/>
                    </a:cubicBezTo>
                    <a:close/>
                  </a:path>
                </a:pathLst>
              </a:custGeom>
              <a:solidFill>
                <a:srgbClr val="2D1B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6" name="Google Shape;3616;p64">
                <a:extLst>
                  <a:ext uri="{FF2B5EF4-FFF2-40B4-BE49-F238E27FC236}">
                    <a16:creationId xmlns:a16="http://schemas.microsoft.com/office/drawing/2014/main" id="{C0588090-4D98-D38C-9E71-D2EA7C4AD589}"/>
                  </a:ext>
                </a:extLst>
              </p:cNvPr>
              <p:cNvSpPr/>
              <p:nvPr/>
            </p:nvSpPr>
            <p:spPr>
              <a:xfrm>
                <a:off x="1781175" y="2017925"/>
                <a:ext cx="400350" cy="266725"/>
              </a:xfrm>
              <a:custGeom>
                <a:avLst/>
                <a:gdLst/>
                <a:ahLst/>
                <a:cxnLst/>
                <a:rect l="l" t="t" r="r" b="b"/>
                <a:pathLst>
                  <a:path w="16014" h="10669" extrusionOk="0">
                    <a:moveTo>
                      <a:pt x="13752" y="10669"/>
                    </a:moveTo>
                    <a:lnTo>
                      <a:pt x="2262" y="10669"/>
                    </a:lnTo>
                    <a:cubicBezTo>
                      <a:pt x="1012" y="10669"/>
                      <a:pt x="0" y="9657"/>
                      <a:pt x="0" y="8407"/>
                    </a:cubicBezTo>
                    <a:lnTo>
                      <a:pt x="0" y="2263"/>
                    </a:lnTo>
                    <a:cubicBezTo>
                      <a:pt x="0" y="1013"/>
                      <a:pt x="1012" y="1"/>
                      <a:pt x="2262" y="1"/>
                    </a:cubicBezTo>
                    <a:lnTo>
                      <a:pt x="13752" y="1"/>
                    </a:lnTo>
                    <a:cubicBezTo>
                      <a:pt x="15002" y="1"/>
                      <a:pt x="16014" y="1013"/>
                      <a:pt x="16014" y="2263"/>
                    </a:cubicBezTo>
                    <a:lnTo>
                      <a:pt x="16014" y="8431"/>
                    </a:lnTo>
                    <a:cubicBezTo>
                      <a:pt x="16002" y="9681"/>
                      <a:pt x="14990" y="10669"/>
                      <a:pt x="13752" y="106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7" name="Google Shape;3617;p64">
                <a:extLst>
                  <a:ext uri="{FF2B5EF4-FFF2-40B4-BE49-F238E27FC236}">
                    <a16:creationId xmlns:a16="http://schemas.microsoft.com/office/drawing/2014/main" id="{13AAFE76-5990-4EC8-4220-5C0022E3C9A2}"/>
                  </a:ext>
                </a:extLst>
              </p:cNvPr>
              <p:cNvSpPr/>
              <p:nvPr/>
            </p:nvSpPr>
            <p:spPr>
              <a:xfrm>
                <a:off x="1718350" y="2017925"/>
                <a:ext cx="400375" cy="266725"/>
              </a:xfrm>
              <a:custGeom>
                <a:avLst/>
                <a:gdLst/>
                <a:ahLst/>
                <a:cxnLst/>
                <a:rect l="l" t="t" r="r" b="b"/>
                <a:pathLst>
                  <a:path w="16015" h="10669" extrusionOk="0">
                    <a:moveTo>
                      <a:pt x="13753" y="10669"/>
                    </a:moveTo>
                    <a:lnTo>
                      <a:pt x="2263" y="10669"/>
                    </a:lnTo>
                    <a:cubicBezTo>
                      <a:pt x="1013" y="10669"/>
                      <a:pt x="1" y="9657"/>
                      <a:pt x="1" y="8407"/>
                    </a:cubicBezTo>
                    <a:lnTo>
                      <a:pt x="1" y="2263"/>
                    </a:lnTo>
                    <a:cubicBezTo>
                      <a:pt x="1" y="1013"/>
                      <a:pt x="1013" y="1"/>
                      <a:pt x="2263" y="1"/>
                    </a:cubicBezTo>
                    <a:lnTo>
                      <a:pt x="13753" y="1"/>
                    </a:lnTo>
                    <a:cubicBezTo>
                      <a:pt x="15003" y="1"/>
                      <a:pt x="16015" y="1013"/>
                      <a:pt x="16015" y="2263"/>
                    </a:cubicBezTo>
                    <a:lnTo>
                      <a:pt x="16015" y="8431"/>
                    </a:lnTo>
                    <a:cubicBezTo>
                      <a:pt x="16015" y="9681"/>
                      <a:pt x="15003" y="10669"/>
                      <a:pt x="13753" y="106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8" name="Google Shape;3618;p64">
                <a:extLst>
                  <a:ext uri="{FF2B5EF4-FFF2-40B4-BE49-F238E27FC236}">
                    <a16:creationId xmlns:a16="http://schemas.microsoft.com/office/drawing/2014/main" id="{0B126380-3CA2-2B2D-20B1-B389E6245956}"/>
                  </a:ext>
                </a:extLst>
              </p:cNvPr>
              <p:cNvSpPr/>
              <p:nvPr/>
            </p:nvSpPr>
            <p:spPr>
              <a:xfrm>
                <a:off x="1727875" y="2027450"/>
                <a:ext cx="381025" cy="247975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9919" extrusionOk="0">
                    <a:moveTo>
                      <a:pt x="1882" y="9919"/>
                    </a:moveTo>
                    <a:cubicBezTo>
                      <a:pt x="834" y="9919"/>
                      <a:pt x="1" y="9074"/>
                      <a:pt x="1" y="8050"/>
                    </a:cubicBezTo>
                    <a:lnTo>
                      <a:pt x="1" y="1882"/>
                    </a:lnTo>
                    <a:cubicBezTo>
                      <a:pt x="1" y="846"/>
                      <a:pt x="846" y="1"/>
                      <a:pt x="1882" y="1"/>
                    </a:cubicBezTo>
                    <a:lnTo>
                      <a:pt x="13372" y="1"/>
                    </a:lnTo>
                    <a:cubicBezTo>
                      <a:pt x="14407" y="1"/>
                      <a:pt x="15241" y="858"/>
                      <a:pt x="15241" y="1882"/>
                    </a:cubicBezTo>
                    <a:lnTo>
                      <a:pt x="15241" y="8050"/>
                    </a:lnTo>
                    <a:cubicBezTo>
                      <a:pt x="15241" y="9085"/>
                      <a:pt x="14395" y="9919"/>
                      <a:pt x="13372" y="99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9" name="Google Shape;3619;p64">
                <a:extLst>
                  <a:ext uri="{FF2B5EF4-FFF2-40B4-BE49-F238E27FC236}">
                    <a16:creationId xmlns:a16="http://schemas.microsoft.com/office/drawing/2014/main" id="{70508AF4-B93A-7285-DE6F-1A2741528A2A}"/>
                  </a:ext>
                </a:extLst>
              </p:cNvPr>
              <p:cNvSpPr/>
              <p:nvPr/>
            </p:nvSpPr>
            <p:spPr>
              <a:xfrm>
                <a:off x="2260100" y="2096350"/>
                <a:ext cx="177825" cy="212850"/>
              </a:xfrm>
              <a:custGeom>
                <a:avLst/>
                <a:gdLst/>
                <a:ahLst/>
                <a:cxnLst/>
                <a:rect l="l" t="t" r="r" b="b"/>
                <a:pathLst>
                  <a:path w="7113" h="8514" extrusionOk="0">
                    <a:moveTo>
                      <a:pt x="3868" y="0"/>
                    </a:moveTo>
                    <a:cubicBezTo>
                      <a:pt x="568" y="0"/>
                      <a:pt x="48" y="4424"/>
                      <a:pt x="48" y="4424"/>
                    </a:cubicBezTo>
                    <a:cubicBezTo>
                      <a:pt x="0" y="6699"/>
                      <a:pt x="810" y="8473"/>
                      <a:pt x="810" y="8473"/>
                    </a:cubicBezTo>
                    <a:cubicBezTo>
                      <a:pt x="1031" y="8500"/>
                      <a:pt x="1244" y="8513"/>
                      <a:pt x="1450" y="8513"/>
                    </a:cubicBezTo>
                    <a:cubicBezTo>
                      <a:pt x="6574" y="8513"/>
                      <a:pt x="7112" y="294"/>
                      <a:pt x="4251" y="19"/>
                    </a:cubicBezTo>
                    <a:cubicBezTo>
                      <a:pt x="4119" y="6"/>
                      <a:pt x="3991" y="0"/>
                      <a:pt x="38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0" name="Google Shape;3620;p64">
                <a:extLst>
                  <a:ext uri="{FF2B5EF4-FFF2-40B4-BE49-F238E27FC236}">
                    <a16:creationId xmlns:a16="http://schemas.microsoft.com/office/drawing/2014/main" id="{751B12F0-3832-46B4-9710-A60C633EA5DC}"/>
                  </a:ext>
                </a:extLst>
              </p:cNvPr>
              <p:cNvSpPr/>
              <p:nvPr/>
            </p:nvSpPr>
            <p:spPr>
              <a:xfrm>
                <a:off x="1969275" y="2239100"/>
                <a:ext cx="362275" cy="227125"/>
              </a:xfrm>
              <a:custGeom>
                <a:avLst/>
                <a:gdLst/>
                <a:ahLst/>
                <a:cxnLst/>
                <a:rect l="l" t="t" r="r" b="b"/>
                <a:pathLst>
                  <a:path w="14491" h="9085" extrusionOk="0">
                    <a:moveTo>
                      <a:pt x="453" y="9085"/>
                    </a:moveTo>
                    <a:lnTo>
                      <a:pt x="1" y="9085"/>
                    </a:lnTo>
                    <a:lnTo>
                      <a:pt x="25" y="8287"/>
                    </a:lnTo>
                    <a:lnTo>
                      <a:pt x="441" y="8287"/>
                    </a:lnTo>
                    <a:cubicBezTo>
                      <a:pt x="10050" y="8287"/>
                      <a:pt x="13717" y="84"/>
                      <a:pt x="13752" y="0"/>
                    </a:cubicBezTo>
                    <a:lnTo>
                      <a:pt x="14491" y="310"/>
                    </a:lnTo>
                    <a:cubicBezTo>
                      <a:pt x="14467" y="393"/>
                      <a:pt x="10621" y="9085"/>
                      <a:pt x="453" y="90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1" name="Google Shape;3621;p64">
                <a:extLst>
                  <a:ext uri="{FF2B5EF4-FFF2-40B4-BE49-F238E27FC236}">
                    <a16:creationId xmlns:a16="http://schemas.microsoft.com/office/drawing/2014/main" id="{6E2F0C0B-15E4-AEC9-92B3-AC0686827B45}"/>
                  </a:ext>
                </a:extLst>
              </p:cNvPr>
              <p:cNvSpPr/>
              <p:nvPr/>
            </p:nvSpPr>
            <p:spPr>
              <a:xfrm>
                <a:off x="2208600" y="2053050"/>
                <a:ext cx="258675" cy="283400"/>
              </a:xfrm>
              <a:custGeom>
                <a:avLst/>
                <a:gdLst/>
                <a:ahLst/>
                <a:cxnLst/>
                <a:rect l="l" t="t" r="r" b="b"/>
                <a:pathLst>
                  <a:path w="10347" h="11336" extrusionOk="0">
                    <a:moveTo>
                      <a:pt x="9442" y="7097"/>
                    </a:moveTo>
                    <a:cubicBezTo>
                      <a:pt x="8525" y="9788"/>
                      <a:pt x="5894" y="11336"/>
                      <a:pt x="3525" y="10550"/>
                    </a:cubicBezTo>
                    <a:cubicBezTo>
                      <a:pt x="1179" y="9752"/>
                      <a:pt x="0" y="6930"/>
                      <a:pt x="893" y="4240"/>
                    </a:cubicBezTo>
                    <a:cubicBezTo>
                      <a:pt x="1798" y="1549"/>
                      <a:pt x="4430" y="1"/>
                      <a:pt x="6799" y="787"/>
                    </a:cubicBezTo>
                    <a:cubicBezTo>
                      <a:pt x="9168" y="1573"/>
                      <a:pt x="10347" y="4406"/>
                      <a:pt x="9442" y="70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2" name="Google Shape;3622;p64">
                <a:extLst>
                  <a:ext uri="{FF2B5EF4-FFF2-40B4-BE49-F238E27FC236}">
                    <a16:creationId xmlns:a16="http://schemas.microsoft.com/office/drawing/2014/main" id="{A95D8F4F-43F1-A844-5C3C-EF1BF0333BC8}"/>
                  </a:ext>
                </a:extLst>
              </p:cNvPr>
              <p:cNvSpPr/>
              <p:nvPr/>
            </p:nvSpPr>
            <p:spPr>
              <a:xfrm>
                <a:off x="2271400" y="2108725"/>
                <a:ext cx="165825" cy="181900"/>
              </a:xfrm>
              <a:custGeom>
                <a:avLst/>
                <a:gdLst/>
                <a:ahLst/>
                <a:cxnLst/>
                <a:rect l="l" t="t" r="r" b="b"/>
                <a:pathLst>
                  <a:path w="6633" h="7276" extrusionOk="0">
                    <a:moveTo>
                      <a:pt x="6049" y="4560"/>
                    </a:moveTo>
                    <a:cubicBezTo>
                      <a:pt x="5466" y="6287"/>
                      <a:pt x="3775" y="7275"/>
                      <a:pt x="2263" y="6775"/>
                    </a:cubicBezTo>
                    <a:cubicBezTo>
                      <a:pt x="763" y="6263"/>
                      <a:pt x="1" y="4453"/>
                      <a:pt x="584" y="2727"/>
                    </a:cubicBezTo>
                    <a:cubicBezTo>
                      <a:pt x="1167" y="1001"/>
                      <a:pt x="2858" y="0"/>
                      <a:pt x="4370" y="512"/>
                    </a:cubicBezTo>
                    <a:cubicBezTo>
                      <a:pt x="5870" y="1012"/>
                      <a:pt x="6632" y="2834"/>
                      <a:pt x="6049" y="45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64">
                <a:extLst>
                  <a:ext uri="{FF2B5EF4-FFF2-40B4-BE49-F238E27FC236}">
                    <a16:creationId xmlns:a16="http://schemas.microsoft.com/office/drawing/2014/main" id="{30D141D2-7AB9-542C-B079-5A6AAE9F811E}"/>
                  </a:ext>
                </a:extLst>
              </p:cNvPr>
              <p:cNvSpPr/>
              <p:nvPr/>
            </p:nvSpPr>
            <p:spPr>
              <a:xfrm>
                <a:off x="1921350" y="2424525"/>
                <a:ext cx="103025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4121" h="2359" extrusionOk="0">
                    <a:moveTo>
                      <a:pt x="2954" y="2358"/>
                    </a:moveTo>
                    <a:lnTo>
                      <a:pt x="1180" y="2358"/>
                    </a:lnTo>
                    <a:cubicBezTo>
                      <a:pt x="525" y="2358"/>
                      <a:pt x="1" y="1834"/>
                      <a:pt x="1" y="1180"/>
                    </a:cubicBezTo>
                    <a:lnTo>
                      <a:pt x="1" y="1180"/>
                    </a:lnTo>
                    <a:cubicBezTo>
                      <a:pt x="1" y="525"/>
                      <a:pt x="525" y="1"/>
                      <a:pt x="1180" y="1"/>
                    </a:cubicBezTo>
                    <a:lnTo>
                      <a:pt x="2954" y="1"/>
                    </a:lnTo>
                    <a:cubicBezTo>
                      <a:pt x="3608" y="1"/>
                      <a:pt x="4120" y="525"/>
                      <a:pt x="4120" y="1180"/>
                    </a:cubicBezTo>
                    <a:lnTo>
                      <a:pt x="4120" y="1180"/>
                    </a:lnTo>
                    <a:cubicBezTo>
                      <a:pt x="4120" y="1834"/>
                      <a:pt x="3608" y="2358"/>
                      <a:pt x="2954" y="2358"/>
                    </a:cubicBezTo>
                    <a:close/>
                  </a:path>
                </a:pathLst>
              </a:custGeom>
              <a:solidFill>
                <a:srgbClr val="AF93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64">
                <a:extLst>
                  <a:ext uri="{FF2B5EF4-FFF2-40B4-BE49-F238E27FC236}">
                    <a16:creationId xmlns:a16="http://schemas.microsoft.com/office/drawing/2014/main" id="{90A05560-278E-BE5A-D722-F458C7F14185}"/>
                  </a:ext>
                </a:extLst>
              </p:cNvPr>
              <p:cNvSpPr/>
              <p:nvPr/>
            </p:nvSpPr>
            <p:spPr>
              <a:xfrm>
                <a:off x="1926125" y="2424525"/>
                <a:ext cx="98250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3930" h="2359" extrusionOk="0">
                    <a:moveTo>
                      <a:pt x="3929" y="1180"/>
                    </a:moveTo>
                    <a:cubicBezTo>
                      <a:pt x="3929" y="1513"/>
                      <a:pt x="3798" y="1811"/>
                      <a:pt x="3596" y="2013"/>
                    </a:cubicBezTo>
                    <a:cubicBezTo>
                      <a:pt x="3382" y="2227"/>
                      <a:pt x="3084" y="2358"/>
                      <a:pt x="2763" y="2358"/>
                    </a:cubicBezTo>
                    <a:lnTo>
                      <a:pt x="989" y="2358"/>
                    </a:lnTo>
                    <a:cubicBezTo>
                      <a:pt x="584" y="2358"/>
                      <a:pt x="227" y="2144"/>
                      <a:pt x="0" y="1834"/>
                    </a:cubicBezTo>
                    <a:cubicBezTo>
                      <a:pt x="60" y="1846"/>
                      <a:pt x="143" y="1846"/>
                      <a:pt x="203" y="1846"/>
                    </a:cubicBezTo>
                    <a:lnTo>
                      <a:pt x="1965" y="1846"/>
                    </a:lnTo>
                    <a:cubicBezTo>
                      <a:pt x="2298" y="1846"/>
                      <a:pt x="2596" y="1715"/>
                      <a:pt x="2798" y="1513"/>
                    </a:cubicBezTo>
                    <a:cubicBezTo>
                      <a:pt x="3013" y="1299"/>
                      <a:pt x="3144" y="1001"/>
                      <a:pt x="3144" y="680"/>
                    </a:cubicBezTo>
                    <a:cubicBezTo>
                      <a:pt x="3144" y="441"/>
                      <a:pt x="3072" y="203"/>
                      <a:pt x="2941" y="1"/>
                    </a:cubicBezTo>
                    <a:cubicBezTo>
                      <a:pt x="3501" y="108"/>
                      <a:pt x="3929" y="596"/>
                      <a:pt x="3929" y="118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64">
                <a:extLst>
                  <a:ext uri="{FF2B5EF4-FFF2-40B4-BE49-F238E27FC236}">
                    <a16:creationId xmlns:a16="http://schemas.microsoft.com/office/drawing/2014/main" id="{D1D401EF-2F37-CBE5-0464-33B0F617AD7A}"/>
                  </a:ext>
                </a:extLst>
              </p:cNvPr>
              <p:cNvSpPr/>
              <p:nvPr/>
            </p:nvSpPr>
            <p:spPr>
              <a:xfrm>
                <a:off x="2266350" y="2720100"/>
                <a:ext cx="58650" cy="256025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10241" extrusionOk="0">
                    <a:moveTo>
                      <a:pt x="1739" y="10240"/>
                    </a:moveTo>
                    <a:lnTo>
                      <a:pt x="1500" y="10204"/>
                    </a:lnTo>
                    <a:cubicBezTo>
                      <a:pt x="2096" y="5847"/>
                      <a:pt x="12" y="132"/>
                      <a:pt x="0" y="72"/>
                    </a:cubicBezTo>
                    <a:lnTo>
                      <a:pt x="215" y="1"/>
                    </a:lnTo>
                    <a:cubicBezTo>
                      <a:pt x="250" y="60"/>
                      <a:pt x="2346" y="5823"/>
                      <a:pt x="1739" y="102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64">
                <a:extLst>
                  <a:ext uri="{FF2B5EF4-FFF2-40B4-BE49-F238E27FC236}">
                    <a16:creationId xmlns:a16="http://schemas.microsoft.com/office/drawing/2014/main" id="{A549F131-A649-AA60-AE02-61099B6283BB}"/>
                  </a:ext>
                </a:extLst>
              </p:cNvPr>
              <p:cNvSpPr/>
              <p:nvPr/>
            </p:nvSpPr>
            <p:spPr>
              <a:xfrm>
                <a:off x="2271400" y="2940375"/>
                <a:ext cx="72950" cy="72950"/>
              </a:xfrm>
              <a:custGeom>
                <a:avLst/>
                <a:gdLst/>
                <a:ahLst/>
                <a:cxnLst/>
                <a:rect l="l" t="t" r="r" b="b"/>
                <a:pathLst>
                  <a:path w="2918" h="2918" extrusionOk="0">
                    <a:moveTo>
                      <a:pt x="2918" y="1453"/>
                    </a:moveTo>
                    <a:cubicBezTo>
                      <a:pt x="2918" y="2263"/>
                      <a:pt x="2263" y="2917"/>
                      <a:pt x="1465" y="2917"/>
                    </a:cubicBezTo>
                    <a:cubicBezTo>
                      <a:pt x="655" y="2917"/>
                      <a:pt x="1" y="2263"/>
                      <a:pt x="1" y="1453"/>
                    </a:cubicBezTo>
                    <a:cubicBezTo>
                      <a:pt x="1" y="655"/>
                      <a:pt x="655" y="0"/>
                      <a:pt x="1465" y="0"/>
                    </a:cubicBezTo>
                    <a:cubicBezTo>
                      <a:pt x="2263" y="0"/>
                      <a:pt x="2918" y="655"/>
                      <a:pt x="2918" y="14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64">
                <a:extLst>
                  <a:ext uri="{FF2B5EF4-FFF2-40B4-BE49-F238E27FC236}">
                    <a16:creationId xmlns:a16="http://schemas.microsoft.com/office/drawing/2014/main" id="{1FFB708E-5F4E-1321-4A74-2F5EE8D2ED81}"/>
                  </a:ext>
                </a:extLst>
              </p:cNvPr>
              <p:cNvSpPr/>
              <p:nvPr/>
            </p:nvSpPr>
            <p:spPr>
              <a:xfrm>
                <a:off x="2274075" y="2942450"/>
                <a:ext cx="70275" cy="7087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835" extrusionOk="0">
                    <a:moveTo>
                      <a:pt x="2811" y="1370"/>
                    </a:moveTo>
                    <a:cubicBezTo>
                      <a:pt x="2811" y="2180"/>
                      <a:pt x="2156" y="2834"/>
                      <a:pt x="1358" y="2834"/>
                    </a:cubicBezTo>
                    <a:cubicBezTo>
                      <a:pt x="751" y="2834"/>
                      <a:pt x="215" y="2442"/>
                      <a:pt x="1" y="1906"/>
                    </a:cubicBezTo>
                    <a:cubicBezTo>
                      <a:pt x="251" y="2180"/>
                      <a:pt x="596" y="2334"/>
                      <a:pt x="989" y="2334"/>
                    </a:cubicBezTo>
                    <a:cubicBezTo>
                      <a:pt x="1727" y="2334"/>
                      <a:pt x="2322" y="1727"/>
                      <a:pt x="2322" y="1001"/>
                    </a:cubicBezTo>
                    <a:cubicBezTo>
                      <a:pt x="2322" y="608"/>
                      <a:pt x="2156" y="251"/>
                      <a:pt x="1894" y="1"/>
                    </a:cubicBezTo>
                    <a:cubicBezTo>
                      <a:pt x="2430" y="227"/>
                      <a:pt x="2811" y="763"/>
                      <a:pt x="2811" y="137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8" name="Google Shape;3628;p64">
                <a:extLst>
                  <a:ext uri="{FF2B5EF4-FFF2-40B4-BE49-F238E27FC236}">
                    <a16:creationId xmlns:a16="http://schemas.microsoft.com/office/drawing/2014/main" id="{D77FACEC-517C-1ECD-B765-868A4217968B}"/>
                  </a:ext>
                </a:extLst>
              </p:cNvPr>
              <p:cNvSpPr/>
              <p:nvPr/>
            </p:nvSpPr>
            <p:spPr>
              <a:xfrm>
                <a:off x="1925525" y="2719800"/>
                <a:ext cx="58375" cy="256325"/>
              </a:xfrm>
              <a:custGeom>
                <a:avLst/>
                <a:gdLst/>
                <a:ahLst/>
                <a:cxnLst/>
                <a:rect l="l" t="t" r="r" b="b"/>
                <a:pathLst>
                  <a:path w="2335" h="10253" extrusionOk="0">
                    <a:moveTo>
                      <a:pt x="596" y="10252"/>
                    </a:moveTo>
                    <a:cubicBezTo>
                      <a:pt x="1" y="5823"/>
                      <a:pt x="2096" y="48"/>
                      <a:pt x="2108" y="1"/>
                    </a:cubicBezTo>
                    <a:lnTo>
                      <a:pt x="2334" y="72"/>
                    </a:lnTo>
                    <a:cubicBezTo>
                      <a:pt x="2322" y="132"/>
                      <a:pt x="239" y="5847"/>
                      <a:pt x="834" y="1020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9" name="Google Shape;3629;p64">
                <a:extLst>
                  <a:ext uri="{FF2B5EF4-FFF2-40B4-BE49-F238E27FC236}">
                    <a16:creationId xmlns:a16="http://schemas.microsoft.com/office/drawing/2014/main" id="{D1F0040E-B0CB-3CCE-9572-FC24F1646BC9}"/>
                  </a:ext>
                </a:extLst>
              </p:cNvPr>
              <p:cNvSpPr/>
              <p:nvPr/>
            </p:nvSpPr>
            <p:spPr>
              <a:xfrm>
                <a:off x="1906175" y="2940375"/>
                <a:ext cx="72950" cy="72950"/>
              </a:xfrm>
              <a:custGeom>
                <a:avLst/>
                <a:gdLst/>
                <a:ahLst/>
                <a:cxnLst/>
                <a:rect l="l" t="t" r="r" b="b"/>
                <a:pathLst>
                  <a:path w="2918" h="2918" extrusionOk="0">
                    <a:moveTo>
                      <a:pt x="1" y="1453"/>
                    </a:moveTo>
                    <a:cubicBezTo>
                      <a:pt x="1" y="2263"/>
                      <a:pt x="655" y="2917"/>
                      <a:pt x="1453" y="2917"/>
                    </a:cubicBezTo>
                    <a:cubicBezTo>
                      <a:pt x="2263" y="2917"/>
                      <a:pt x="2918" y="2263"/>
                      <a:pt x="2918" y="1453"/>
                    </a:cubicBezTo>
                    <a:cubicBezTo>
                      <a:pt x="2918" y="655"/>
                      <a:pt x="2263" y="0"/>
                      <a:pt x="1453" y="0"/>
                    </a:cubicBezTo>
                    <a:cubicBezTo>
                      <a:pt x="655" y="0"/>
                      <a:pt x="1" y="655"/>
                      <a:pt x="1" y="14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0" name="Google Shape;3630;p64">
                <a:extLst>
                  <a:ext uri="{FF2B5EF4-FFF2-40B4-BE49-F238E27FC236}">
                    <a16:creationId xmlns:a16="http://schemas.microsoft.com/office/drawing/2014/main" id="{EFD88CC1-6873-BF4A-02AE-1A8FEB5D83D7}"/>
                  </a:ext>
                </a:extLst>
              </p:cNvPr>
              <p:cNvSpPr/>
              <p:nvPr/>
            </p:nvSpPr>
            <p:spPr>
              <a:xfrm>
                <a:off x="1906175" y="2942450"/>
                <a:ext cx="70275" cy="7087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835" extrusionOk="0">
                    <a:moveTo>
                      <a:pt x="1" y="1370"/>
                    </a:moveTo>
                    <a:cubicBezTo>
                      <a:pt x="1" y="2180"/>
                      <a:pt x="655" y="2834"/>
                      <a:pt x="1453" y="2834"/>
                    </a:cubicBezTo>
                    <a:cubicBezTo>
                      <a:pt x="2072" y="2834"/>
                      <a:pt x="2608" y="2442"/>
                      <a:pt x="2811" y="1906"/>
                    </a:cubicBezTo>
                    <a:cubicBezTo>
                      <a:pt x="2560" y="2180"/>
                      <a:pt x="2215" y="2334"/>
                      <a:pt x="1834" y="2334"/>
                    </a:cubicBezTo>
                    <a:cubicBezTo>
                      <a:pt x="1084" y="2334"/>
                      <a:pt x="489" y="1727"/>
                      <a:pt x="489" y="1001"/>
                    </a:cubicBezTo>
                    <a:cubicBezTo>
                      <a:pt x="489" y="608"/>
                      <a:pt x="655" y="251"/>
                      <a:pt x="917" y="1"/>
                    </a:cubicBezTo>
                    <a:cubicBezTo>
                      <a:pt x="370" y="227"/>
                      <a:pt x="1" y="763"/>
                      <a:pt x="1" y="137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631;p64">
                <a:extLst>
                  <a:ext uri="{FF2B5EF4-FFF2-40B4-BE49-F238E27FC236}">
                    <a16:creationId xmlns:a16="http://schemas.microsoft.com/office/drawing/2014/main" id="{7D0DC97D-9FFE-5A47-22AD-27C4B21DA343}"/>
                  </a:ext>
                </a:extLst>
              </p:cNvPr>
              <p:cNvSpPr/>
              <p:nvPr/>
            </p:nvSpPr>
            <p:spPr>
              <a:xfrm>
                <a:off x="269675" y="1368750"/>
                <a:ext cx="1059075" cy="1058775"/>
              </a:xfrm>
              <a:custGeom>
                <a:avLst/>
                <a:gdLst/>
                <a:ahLst/>
                <a:cxnLst/>
                <a:rect l="l" t="t" r="r" b="b"/>
                <a:pathLst>
                  <a:path w="42363" h="42351" extrusionOk="0">
                    <a:moveTo>
                      <a:pt x="42363" y="21182"/>
                    </a:moveTo>
                    <a:cubicBezTo>
                      <a:pt x="42363" y="32874"/>
                      <a:pt x="32873" y="42351"/>
                      <a:pt x="21181" y="42351"/>
                    </a:cubicBezTo>
                    <a:cubicBezTo>
                      <a:pt x="9489" y="42351"/>
                      <a:pt x="0" y="32874"/>
                      <a:pt x="0" y="21182"/>
                    </a:cubicBezTo>
                    <a:cubicBezTo>
                      <a:pt x="0" y="9478"/>
                      <a:pt x="9489" y="1"/>
                      <a:pt x="21181" y="1"/>
                    </a:cubicBezTo>
                    <a:cubicBezTo>
                      <a:pt x="32873" y="1"/>
                      <a:pt x="42363" y="9478"/>
                      <a:pt x="42363" y="21182"/>
                    </a:cubicBez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632;p64">
                <a:extLst>
                  <a:ext uri="{FF2B5EF4-FFF2-40B4-BE49-F238E27FC236}">
                    <a16:creationId xmlns:a16="http://schemas.microsoft.com/office/drawing/2014/main" id="{E1F17C61-62A7-AE93-689B-8BF9EC51D7AF}"/>
                  </a:ext>
                </a:extLst>
              </p:cNvPr>
              <p:cNvSpPr/>
              <p:nvPr/>
            </p:nvSpPr>
            <p:spPr>
              <a:xfrm>
                <a:off x="666450" y="1777500"/>
                <a:ext cx="264925" cy="241275"/>
              </a:xfrm>
              <a:custGeom>
                <a:avLst/>
                <a:gdLst/>
                <a:ahLst/>
                <a:cxnLst/>
                <a:rect l="l" t="t" r="r" b="b"/>
                <a:pathLst>
                  <a:path w="10597" h="9651" extrusionOk="0">
                    <a:moveTo>
                      <a:pt x="5292" y="1"/>
                    </a:moveTo>
                    <a:cubicBezTo>
                      <a:pt x="3110" y="1"/>
                      <a:pt x="1128" y="1499"/>
                      <a:pt x="607" y="3724"/>
                    </a:cubicBezTo>
                    <a:cubicBezTo>
                      <a:pt x="0" y="6320"/>
                      <a:pt x="1607" y="8916"/>
                      <a:pt x="4203" y="9523"/>
                    </a:cubicBezTo>
                    <a:cubicBezTo>
                      <a:pt x="4572" y="9609"/>
                      <a:pt x="4941" y="9650"/>
                      <a:pt x="5304" y="9650"/>
                    </a:cubicBezTo>
                    <a:cubicBezTo>
                      <a:pt x="7496" y="9650"/>
                      <a:pt x="9480" y="8144"/>
                      <a:pt x="10001" y="5927"/>
                    </a:cubicBezTo>
                    <a:cubicBezTo>
                      <a:pt x="10597" y="3332"/>
                      <a:pt x="8989" y="736"/>
                      <a:pt x="6394" y="129"/>
                    </a:cubicBezTo>
                    <a:cubicBezTo>
                      <a:pt x="6025" y="42"/>
                      <a:pt x="5656" y="1"/>
                      <a:pt x="52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3" name="Google Shape;3633;p64">
                <a:extLst>
                  <a:ext uri="{FF2B5EF4-FFF2-40B4-BE49-F238E27FC236}">
                    <a16:creationId xmlns:a16="http://schemas.microsoft.com/office/drawing/2014/main" id="{3853A834-0461-1583-C50A-9AD338E290DD}"/>
                  </a:ext>
                </a:extLst>
              </p:cNvPr>
              <p:cNvSpPr/>
              <p:nvPr/>
            </p:nvSpPr>
            <p:spPr>
              <a:xfrm>
                <a:off x="522075" y="1620875"/>
                <a:ext cx="553975" cy="554550"/>
              </a:xfrm>
              <a:custGeom>
                <a:avLst/>
                <a:gdLst/>
                <a:ahLst/>
                <a:cxnLst/>
                <a:rect l="l" t="t" r="r" b="b"/>
                <a:pathLst>
                  <a:path w="22159" h="22182" extrusionOk="0">
                    <a:moveTo>
                      <a:pt x="11073" y="1988"/>
                    </a:moveTo>
                    <a:cubicBezTo>
                      <a:pt x="14812" y="1988"/>
                      <a:pt x="18003" y="4227"/>
                      <a:pt x="19420" y="7441"/>
                    </a:cubicBezTo>
                    <a:cubicBezTo>
                      <a:pt x="19908" y="8561"/>
                      <a:pt x="20182" y="9799"/>
                      <a:pt x="20182" y="11097"/>
                    </a:cubicBezTo>
                    <a:cubicBezTo>
                      <a:pt x="20182" y="12383"/>
                      <a:pt x="19908" y="13621"/>
                      <a:pt x="19420" y="14740"/>
                    </a:cubicBezTo>
                    <a:cubicBezTo>
                      <a:pt x="18027" y="17955"/>
                      <a:pt x="14812" y="20205"/>
                      <a:pt x="11073" y="20205"/>
                    </a:cubicBezTo>
                    <a:cubicBezTo>
                      <a:pt x="7335" y="20205"/>
                      <a:pt x="4132" y="17955"/>
                      <a:pt x="2727" y="14740"/>
                    </a:cubicBezTo>
                    <a:cubicBezTo>
                      <a:pt x="2227" y="13621"/>
                      <a:pt x="1965" y="12383"/>
                      <a:pt x="1965" y="11097"/>
                    </a:cubicBezTo>
                    <a:cubicBezTo>
                      <a:pt x="1965" y="9799"/>
                      <a:pt x="2227" y="8561"/>
                      <a:pt x="2727" y="7441"/>
                    </a:cubicBezTo>
                    <a:cubicBezTo>
                      <a:pt x="4132" y="4227"/>
                      <a:pt x="7335" y="1988"/>
                      <a:pt x="11073" y="1988"/>
                    </a:cubicBezTo>
                    <a:close/>
                    <a:moveTo>
                      <a:pt x="11073" y="0"/>
                    </a:moveTo>
                    <a:cubicBezTo>
                      <a:pt x="6228" y="0"/>
                      <a:pt x="2108" y="3120"/>
                      <a:pt x="608" y="7441"/>
                    </a:cubicBezTo>
                    <a:cubicBezTo>
                      <a:pt x="203" y="8596"/>
                      <a:pt x="1" y="9811"/>
                      <a:pt x="1" y="11097"/>
                    </a:cubicBezTo>
                    <a:cubicBezTo>
                      <a:pt x="1" y="12371"/>
                      <a:pt x="203" y="13597"/>
                      <a:pt x="608" y="14740"/>
                    </a:cubicBezTo>
                    <a:cubicBezTo>
                      <a:pt x="2108" y="19074"/>
                      <a:pt x="6228" y="22181"/>
                      <a:pt x="11073" y="22181"/>
                    </a:cubicBezTo>
                    <a:cubicBezTo>
                      <a:pt x="15919" y="22181"/>
                      <a:pt x="20051" y="19074"/>
                      <a:pt x="21551" y="14740"/>
                    </a:cubicBezTo>
                    <a:cubicBezTo>
                      <a:pt x="21956" y="13597"/>
                      <a:pt x="22158" y="12371"/>
                      <a:pt x="22158" y="11097"/>
                    </a:cubicBezTo>
                    <a:cubicBezTo>
                      <a:pt x="22158" y="9823"/>
                      <a:pt x="21956" y="8596"/>
                      <a:pt x="21551" y="7441"/>
                    </a:cubicBezTo>
                    <a:cubicBezTo>
                      <a:pt x="20051" y="3120"/>
                      <a:pt x="15919" y="0"/>
                      <a:pt x="110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634;p64">
                <a:extLst>
                  <a:ext uri="{FF2B5EF4-FFF2-40B4-BE49-F238E27FC236}">
                    <a16:creationId xmlns:a16="http://schemas.microsoft.com/office/drawing/2014/main" id="{0E921519-75B9-A473-96F7-0D92A5575C2C}"/>
                  </a:ext>
                </a:extLst>
              </p:cNvPr>
              <p:cNvSpPr/>
              <p:nvPr/>
            </p:nvSpPr>
            <p:spPr>
              <a:xfrm>
                <a:off x="625375" y="1724750"/>
                <a:ext cx="346775" cy="346800"/>
              </a:xfrm>
              <a:custGeom>
                <a:avLst/>
                <a:gdLst/>
                <a:ahLst/>
                <a:cxnLst/>
                <a:rect l="l" t="t" r="r" b="b"/>
                <a:pathLst>
                  <a:path w="13871" h="13872" extrusionOk="0">
                    <a:moveTo>
                      <a:pt x="6953" y="1262"/>
                    </a:moveTo>
                    <a:cubicBezTo>
                      <a:pt x="8715" y="1262"/>
                      <a:pt x="10275" y="2060"/>
                      <a:pt x="11311" y="3310"/>
                    </a:cubicBezTo>
                    <a:cubicBezTo>
                      <a:pt x="12144" y="4287"/>
                      <a:pt x="12644" y="5561"/>
                      <a:pt x="12644" y="6954"/>
                    </a:cubicBezTo>
                    <a:cubicBezTo>
                      <a:pt x="12644" y="8335"/>
                      <a:pt x="12144" y="9609"/>
                      <a:pt x="11311" y="10597"/>
                    </a:cubicBezTo>
                    <a:cubicBezTo>
                      <a:pt x="10275" y="11835"/>
                      <a:pt x="8715" y="12633"/>
                      <a:pt x="6953" y="12633"/>
                    </a:cubicBezTo>
                    <a:cubicBezTo>
                      <a:pt x="5203" y="12633"/>
                      <a:pt x="3620" y="11847"/>
                      <a:pt x="2584" y="10597"/>
                    </a:cubicBezTo>
                    <a:cubicBezTo>
                      <a:pt x="1750" y="9609"/>
                      <a:pt x="1250" y="8335"/>
                      <a:pt x="1250" y="6954"/>
                    </a:cubicBezTo>
                    <a:cubicBezTo>
                      <a:pt x="1250" y="5561"/>
                      <a:pt x="1750" y="4287"/>
                      <a:pt x="2584" y="3310"/>
                    </a:cubicBezTo>
                    <a:cubicBezTo>
                      <a:pt x="3620" y="2060"/>
                      <a:pt x="5203" y="1262"/>
                      <a:pt x="6953" y="1262"/>
                    </a:cubicBezTo>
                    <a:close/>
                    <a:moveTo>
                      <a:pt x="6941" y="0"/>
                    </a:moveTo>
                    <a:cubicBezTo>
                      <a:pt x="4453" y="0"/>
                      <a:pt x="2262" y="1310"/>
                      <a:pt x="1048" y="3286"/>
                    </a:cubicBezTo>
                    <a:cubicBezTo>
                      <a:pt x="393" y="4346"/>
                      <a:pt x="0" y="5596"/>
                      <a:pt x="0" y="6942"/>
                    </a:cubicBezTo>
                    <a:cubicBezTo>
                      <a:pt x="0" y="8275"/>
                      <a:pt x="381" y="9525"/>
                      <a:pt x="1048" y="10585"/>
                    </a:cubicBezTo>
                    <a:cubicBezTo>
                      <a:pt x="2262" y="12550"/>
                      <a:pt x="4441" y="13871"/>
                      <a:pt x="6941" y="13871"/>
                    </a:cubicBezTo>
                    <a:cubicBezTo>
                      <a:pt x="9430" y="13871"/>
                      <a:pt x="11609" y="12561"/>
                      <a:pt x="12835" y="10585"/>
                    </a:cubicBezTo>
                    <a:cubicBezTo>
                      <a:pt x="13490" y="9525"/>
                      <a:pt x="13871" y="8275"/>
                      <a:pt x="13871" y="6942"/>
                    </a:cubicBezTo>
                    <a:cubicBezTo>
                      <a:pt x="13871" y="5608"/>
                      <a:pt x="13502" y="4346"/>
                      <a:pt x="12835" y="3286"/>
                    </a:cubicBezTo>
                    <a:cubicBezTo>
                      <a:pt x="11609" y="1322"/>
                      <a:pt x="9430" y="0"/>
                      <a:pt x="69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64">
                <a:extLst>
                  <a:ext uri="{FF2B5EF4-FFF2-40B4-BE49-F238E27FC236}">
                    <a16:creationId xmlns:a16="http://schemas.microsoft.com/office/drawing/2014/main" id="{AB3799D4-E40F-596A-2DA9-94E43E3BCEC4}"/>
                  </a:ext>
                </a:extLst>
              </p:cNvPr>
              <p:cNvSpPr/>
              <p:nvPr/>
            </p:nvSpPr>
            <p:spPr>
              <a:xfrm>
                <a:off x="736400" y="1836075"/>
                <a:ext cx="125025" cy="124725"/>
              </a:xfrm>
              <a:custGeom>
                <a:avLst/>
                <a:gdLst/>
                <a:ahLst/>
                <a:cxnLst/>
                <a:rect l="l" t="t" r="r" b="b"/>
                <a:pathLst>
                  <a:path w="5001" h="4989" extrusionOk="0">
                    <a:moveTo>
                      <a:pt x="2500" y="0"/>
                    </a:moveTo>
                    <a:cubicBezTo>
                      <a:pt x="1107" y="0"/>
                      <a:pt x="0" y="1096"/>
                      <a:pt x="0" y="2489"/>
                    </a:cubicBezTo>
                    <a:cubicBezTo>
                      <a:pt x="0" y="3870"/>
                      <a:pt x="1107" y="4989"/>
                      <a:pt x="2500" y="4989"/>
                    </a:cubicBezTo>
                    <a:cubicBezTo>
                      <a:pt x="3882" y="4989"/>
                      <a:pt x="5001" y="3870"/>
                      <a:pt x="5001" y="2489"/>
                    </a:cubicBezTo>
                    <a:cubicBezTo>
                      <a:pt x="5001" y="1108"/>
                      <a:pt x="3882" y="0"/>
                      <a:pt x="2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6" name="Google Shape;3636;p64">
                <a:extLst>
                  <a:ext uri="{FF2B5EF4-FFF2-40B4-BE49-F238E27FC236}">
                    <a16:creationId xmlns:a16="http://schemas.microsoft.com/office/drawing/2014/main" id="{107EE615-5F48-6D2F-230E-266F609F0349}"/>
                  </a:ext>
                </a:extLst>
              </p:cNvPr>
              <p:cNvSpPr/>
              <p:nvPr/>
            </p:nvSpPr>
            <p:spPr>
              <a:xfrm>
                <a:off x="522075" y="1806900"/>
                <a:ext cx="68475" cy="182475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7299" extrusionOk="0">
                    <a:moveTo>
                      <a:pt x="608" y="0"/>
                    </a:moveTo>
                    <a:cubicBezTo>
                      <a:pt x="203" y="1155"/>
                      <a:pt x="1" y="2370"/>
                      <a:pt x="1" y="3656"/>
                    </a:cubicBezTo>
                    <a:cubicBezTo>
                      <a:pt x="1" y="4930"/>
                      <a:pt x="203" y="6156"/>
                      <a:pt x="608" y="7299"/>
                    </a:cubicBezTo>
                    <a:lnTo>
                      <a:pt x="2739" y="7299"/>
                    </a:lnTo>
                    <a:cubicBezTo>
                      <a:pt x="2251" y="6180"/>
                      <a:pt x="1977" y="4942"/>
                      <a:pt x="1977" y="3656"/>
                    </a:cubicBezTo>
                    <a:cubicBezTo>
                      <a:pt x="1977" y="2358"/>
                      <a:pt x="2251" y="1120"/>
                      <a:pt x="27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7" name="Google Shape;3637;p64">
                <a:extLst>
                  <a:ext uri="{FF2B5EF4-FFF2-40B4-BE49-F238E27FC236}">
                    <a16:creationId xmlns:a16="http://schemas.microsoft.com/office/drawing/2014/main" id="{9740FDEA-D3F1-C761-B563-D5567BF66F31}"/>
                  </a:ext>
                </a:extLst>
              </p:cNvPr>
              <p:cNvSpPr/>
              <p:nvPr/>
            </p:nvSpPr>
            <p:spPr>
              <a:xfrm>
                <a:off x="625950" y="1806900"/>
                <a:ext cx="64025" cy="182475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7299" extrusionOk="0">
                    <a:moveTo>
                      <a:pt x="1037" y="0"/>
                    </a:moveTo>
                    <a:cubicBezTo>
                      <a:pt x="370" y="1060"/>
                      <a:pt x="1" y="2310"/>
                      <a:pt x="1" y="3656"/>
                    </a:cubicBezTo>
                    <a:cubicBezTo>
                      <a:pt x="1" y="4989"/>
                      <a:pt x="382" y="6239"/>
                      <a:pt x="1037" y="7299"/>
                    </a:cubicBezTo>
                    <a:lnTo>
                      <a:pt x="2561" y="7299"/>
                    </a:lnTo>
                    <a:cubicBezTo>
                      <a:pt x="1727" y="6311"/>
                      <a:pt x="1227" y="5037"/>
                      <a:pt x="1227" y="3656"/>
                    </a:cubicBezTo>
                    <a:cubicBezTo>
                      <a:pt x="1227" y="2263"/>
                      <a:pt x="1739" y="1001"/>
                      <a:pt x="25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8" name="Google Shape;3638;p64">
                <a:extLst>
                  <a:ext uri="{FF2B5EF4-FFF2-40B4-BE49-F238E27FC236}">
                    <a16:creationId xmlns:a16="http://schemas.microsoft.com/office/drawing/2014/main" id="{5A6FED15-BB5E-5729-31E8-EF32B668402B}"/>
                  </a:ext>
                </a:extLst>
              </p:cNvPr>
              <p:cNvSpPr/>
              <p:nvPr/>
            </p:nvSpPr>
            <p:spPr>
              <a:xfrm>
                <a:off x="736400" y="1836075"/>
                <a:ext cx="125025" cy="124725"/>
              </a:xfrm>
              <a:custGeom>
                <a:avLst/>
                <a:gdLst/>
                <a:ahLst/>
                <a:cxnLst/>
                <a:rect l="l" t="t" r="r" b="b"/>
                <a:pathLst>
                  <a:path w="5001" h="4989" extrusionOk="0">
                    <a:moveTo>
                      <a:pt x="2500" y="0"/>
                    </a:moveTo>
                    <a:cubicBezTo>
                      <a:pt x="1107" y="0"/>
                      <a:pt x="0" y="1096"/>
                      <a:pt x="0" y="2489"/>
                    </a:cubicBezTo>
                    <a:cubicBezTo>
                      <a:pt x="0" y="3870"/>
                      <a:pt x="1107" y="4989"/>
                      <a:pt x="2500" y="4989"/>
                    </a:cubicBezTo>
                    <a:cubicBezTo>
                      <a:pt x="3882" y="4989"/>
                      <a:pt x="5001" y="3870"/>
                      <a:pt x="5001" y="2489"/>
                    </a:cubicBezTo>
                    <a:cubicBezTo>
                      <a:pt x="5001" y="1108"/>
                      <a:pt x="3882" y="0"/>
                      <a:pt x="25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9" name="Google Shape;3639;p64">
                <a:extLst>
                  <a:ext uri="{FF2B5EF4-FFF2-40B4-BE49-F238E27FC236}">
                    <a16:creationId xmlns:a16="http://schemas.microsoft.com/office/drawing/2014/main" id="{5B14BB3E-EA3D-97BE-4FEA-729ABDF06B39}"/>
                  </a:ext>
                </a:extLst>
              </p:cNvPr>
              <p:cNvSpPr/>
              <p:nvPr/>
            </p:nvSpPr>
            <p:spPr>
              <a:xfrm>
                <a:off x="908125" y="1806900"/>
                <a:ext cx="64025" cy="182475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7299" extrusionOk="0">
                    <a:moveTo>
                      <a:pt x="1" y="0"/>
                    </a:moveTo>
                    <a:cubicBezTo>
                      <a:pt x="834" y="989"/>
                      <a:pt x="1334" y="2263"/>
                      <a:pt x="1334" y="3656"/>
                    </a:cubicBezTo>
                    <a:cubicBezTo>
                      <a:pt x="1334" y="5037"/>
                      <a:pt x="834" y="6311"/>
                      <a:pt x="1" y="7299"/>
                    </a:cubicBezTo>
                    <a:lnTo>
                      <a:pt x="1525" y="7299"/>
                    </a:lnTo>
                    <a:cubicBezTo>
                      <a:pt x="2192" y="6239"/>
                      <a:pt x="2561" y="4989"/>
                      <a:pt x="2561" y="3656"/>
                    </a:cubicBezTo>
                    <a:cubicBezTo>
                      <a:pt x="2561" y="2322"/>
                      <a:pt x="2192" y="1060"/>
                      <a:pt x="15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0" name="Google Shape;3640;p64">
                <a:extLst>
                  <a:ext uri="{FF2B5EF4-FFF2-40B4-BE49-F238E27FC236}">
                    <a16:creationId xmlns:a16="http://schemas.microsoft.com/office/drawing/2014/main" id="{1D544688-1863-AA7C-0252-BFD2BCF3CE2A}"/>
                  </a:ext>
                </a:extLst>
              </p:cNvPr>
              <p:cNvSpPr/>
              <p:nvPr/>
            </p:nvSpPr>
            <p:spPr>
              <a:xfrm>
                <a:off x="1007550" y="1806900"/>
                <a:ext cx="68500" cy="182475"/>
              </a:xfrm>
              <a:custGeom>
                <a:avLst/>
                <a:gdLst/>
                <a:ahLst/>
                <a:cxnLst/>
                <a:rect l="l" t="t" r="r" b="b"/>
                <a:pathLst>
                  <a:path w="2740" h="7299" extrusionOk="0">
                    <a:moveTo>
                      <a:pt x="1" y="0"/>
                    </a:moveTo>
                    <a:cubicBezTo>
                      <a:pt x="489" y="1120"/>
                      <a:pt x="763" y="2358"/>
                      <a:pt x="763" y="3656"/>
                    </a:cubicBezTo>
                    <a:cubicBezTo>
                      <a:pt x="763" y="4942"/>
                      <a:pt x="489" y="6180"/>
                      <a:pt x="1" y="7299"/>
                    </a:cubicBezTo>
                    <a:lnTo>
                      <a:pt x="2132" y="7299"/>
                    </a:lnTo>
                    <a:cubicBezTo>
                      <a:pt x="2537" y="6156"/>
                      <a:pt x="2739" y="4930"/>
                      <a:pt x="2739" y="3656"/>
                    </a:cubicBezTo>
                    <a:cubicBezTo>
                      <a:pt x="2739" y="2382"/>
                      <a:pt x="2537" y="1155"/>
                      <a:pt x="21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41" name="Google Shape;3641;p64">
              <a:extLst>
                <a:ext uri="{FF2B5EF4-FFF2-40B4-BE49-F238E27FC236}">
                  <a16:creationId xmlns:a16="http://schemas.microsoft.com/office/drawing/2014/main" id="{4FD6FBF8-4974-6B89-853E-C2594B82C1CD}"/>
                </a:ext>
              </a:extLst>
            </p:cNvPr>
            <p:cNvGrpSpPr/>
            <p:nvPr/>
          </p:nvGrpSpPr>
          <p:grpSpPr>
            <a:xfrm>
              <a:off x="5555257" y="3680175"/>
              <a:ext cx="886345" cy="229905"/>
              <a:chOff x="3713250" y="3429425"/>
              <a:chExt cx="659925" cy="171175"/>
            </a:xfrm>
          </p:grpSpPr>
          <p:sp>
            <p:nvSpPr>
              <p:cNvPr id="3642" name="Google Shape;3642;p64">
                <a:extLst>
                  <a:ext uri="{FF2B5EF4-FFF2-40B4-BE49-F238E27FC236}">
                    <a16:creationId xmlns:a16="http://schemas.microsoft.com/office/drawing/2014/main" id="{EEC59CC9-FE33-B98E-C6DC-A4BBD29B873C}"/>
                  </a:ext>
                </a:extLst>
              </p:cNvPr>
              <p:cNvSpPr/>
              <p:nvPr/>
            </p:nvSpPr>
            <p:spPr>
              <a:xfrm>
                <a:off x="4122825" y="3429425"/>
                <a:ext cx="2503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10014" h="775" extrusionOk="0">
                    <a:moveTo>
                      <a:pt x="0" y="0"/>
                    </a:moveTo>
                    <a:lnTo>
                      <a:pt x="0" y="774"/>
                    </a:lnTo>
                    <a:lnTo>
                      <a:pt x="10014" y="774"/>
                    </a:lnTo>
                    <a:lnTo>
                      <a:pt x="1001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3" name="Google Shape;3643;p64">
                <a:extLst>
                  <a:ext uri="{FF2B5EF4-FFF2-40B4-BE49-F238E27FC236}">
                    <a16:creationId xmlns:a16="http://schemas.microsoft.com/office/drawing/2014/main" id="{C42BD4A4-12DC-8F06-86C3-17F461AC3490}"/>
                  </a:ext>
                </a:extLst>
              </p:cNvPr>
              <p:cNvSpPr/>
              <p:nvPr/>
            </p:nvSpPr>
            <p:spPr>
              <a:xfrm>
                <a:off x="4122825" y="3480025"/>
                <a:ext cx="18010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7204" h="775" extrusionOk="0">
                    <a:moveTo>
                      <a:pt x="0" y="0"/>
                    </a:moveTo>
                    <a:lnTo>
                      <a:pt x="0" y="774"/>
                    </a:lnTo>
                    <a:lnTo>
                      <a:pt x="7204" y="774"/>
                    </a:lnTo>
                    <a:lnTo>
                      <a:pt x="72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644;p64">
                <a:extLst>
                  <a:ext uri="{FF2B5EF4-FFF2-40B4-BE49-F238E27FC236}">
                    <a16:creationId xmlns:a16="http://schemas.microsoft.com/office/drawing/2014/main" id="{AA931D28-D5C0-7F32-AA2F-C85F5BFC8B2B}"/>
                  </a:ext>
                </a:extLst>
              </p:cNvPr>
              <p:cNvSpPr/>
              <p:nvPr/>
            </p:nvSpPr>
            <p:spPr>
              <a:xfrm>
                <a:off x="4331475" y="3480025"/>
                <a:ext cx="4170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1668" y="774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5" name="Google Shape;3645;p64">
                <a:extLst>
                  <a:ext uri="{FF2B5EF4-FFF2-40B4-BE49-F238E27FC236}">
                    <a16:creationId xmlns:a16="http://schemas.microsoft.com/office/drawing/2014/main" id="{431E5589-55EC-2F3F-EDFA-65DFBDB777D1}"/>
                  </a:ext>
                </a:extLst>
              </p:cNvPr>
              <p:cNvSpPr/>
              <p:nvPr/>
            </p:nvSpPr>
            <p:spPr>
              <a:xfrm>
                <a:off x="3713250" y="3429425"/>
                <a:ext cx="2503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10014" h="775" extrusionOk="0">
                    <a:moveTo>
                      <a:pt x="0" y="0"/>
                    </a:moveTo>
                    <a:lnTo>
                      <a:pt x="0" y="774"/>
                    </a:lnTo>
                    <a:lnTo>
                      <a:pt x="10014" y="774"/>
                    </a:lnTo>
                    <a:lnTo>
                      <a:pt x="1001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646;p64">
                <a:extLst>
                  <a:ext uri="{FF2B5EF4-FFF2-40B4-BE49-F238E27FC236}">
                    <a16:creationId xmlns:a16="http://schemas.microsoft.com/office/drawing/2014/main" id="{B2398A98-3253-63C1-D6DA-0AF874F7A8FE}"/>
                  </a:ext>
                </a:extLst>
              </p:cNvPr>
              <p:cNvSpPr/>
              <p:nvPr/>
            </p:nvSpPr>
            <p:spPr>
              <a:xfrm>
                <a:off x="3713250" y="3480025"/>
                <a:ext cx="13100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5240" h="775" extrusionOk="0">
                    <a:moveTo>
                      <a:pt x="0" y="0"/>
                    </a:moveTo>
                    <a:lnTo>
                      <a:pt x="0" y="774"/>
                    </a:lnTo>
                    <a:lnTo>
                      <a:pt x="5239" y="774"/>
                    </a:lnTo>
                    <a:lnTo>
                      <a:pt x="5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64">
                <a:extLst>
                  <a:ext uri="{FF2B5EF4-FFF2-40B4-BE49-F238E27FC236}">
                    <a16:creationId xmlns:a16="http://schemas.microsoft.com/office/drawing/2014/main" id="{D815B2B7-E5AD-2F33-A94C-115433A12384}"/>
                  </a:ext>
                </a:extLst>
              </p:cNvPr>
              <p:cNvSpPr/>
              <p:nvPr/>
            </p:nvSpPr>
            <p:spPr>
              <a:xfrm>
                <a:off x="3713250" y="3530625"/>
                <a:ext cx="2857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11431" h="775" extrusionOk="0">
                    <a:moveTo>
                      <a:pt x="0" y="0"/>
                    </a:moveTo>
                    <a:lnTo>
                      <a:pt x="0" y="774"/>
                    </a:lnTo>
                    <a:lnTo>
                      <a:pt x="11430" y="774"/>
                    </a:lnTo>
                    <a:lnTo>
                      <a:pt x="114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8" name="Google Shape;3648;p64">
                <a:extLst>
                  <a:ext uri="{FF2B5EF4-FFF2-40B4-BE49-F238E27FC236}">
                    <a16:creationId xmlns:a16="http://schemas.microsoft.com/office/drawing/2014/main" id="{B9B85DB6-C623-3055-FA06-E05CC3B02287}"/>
                  </a:ext>
                </a:extLst>
              </p:cNvPr>
              <p:cNvSpPr/>
              <p:nvPr/>
            </p:nvSpPr>
            <p:spPr>
              <a:xfrm>
                <a:off x="3713250" y="3581225"/>
                <a:ext cx="1476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5906" h="775" extrusionOk="0">
                    <a:moveTo>
                      <a:pt x="0" y="0"/>
                    </a:moveTo>
                    <a:lnTo>
                      <a:pt x="0" y="774"/>
                    </a:lnTo>
                    <a:lnTo>
                      <a:pt x="5906" y="774"/>
                    </a:lnTo>
                    <a:lnTo>
                      <a:pt x="59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9" name="Google Shape;3649;p64">
                <a:extLst>
                  <a:ext uri="{FF2B5EF4-FFF2-40B4-BE49-F238E27FC236}">
                    <a16:creationId xmlns:a16="http://schemas.microsoft.com/office/drawing/2014/main" id="{30012DD4-8481-14D4-FD9A-892D0F7D0617}"/>
                  </a:ext>
                </a:extLst>
              </p:cNvPr>
              <p:cNvSpPr/>
              <p:nvPr/>
            </p:nvSpPr>
            <p:spPr>
              <a:xfrm>
                <a:off x="3889750" y="3581225"/>
                <a:ext cx="4350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1739" y="774"/>
                    </a:lnTo>
                    <a:lnTo>
                      <a:pt x="17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50" name="Google Shape;3650;p64">
              <a:extLst>
                <a:ext uri="{FF2B5EF4-FFF2-40B4-BE49-F238E27FC236}">
                  <a16:creationId xmlns:a16="http://schemas.microsoft.com/office/drawing/2014/main" id="{E23904E6-4CB3-52F2-BF17-2C0527491828}"/>
                </a:ext>
              </a:extLst>
            </p:cNvPr>
            <p:cNvGrpSpPr/>
            <p:nvPr/>
          </p:nvGrpSpPr>
          <p:grpSpPr>
            <a:xfrm>
              <a:off x="7626109" y="1983935"/>
              <a:ext cx="477853" cy="478182"/>
              <a:chOff x="5098250" y="2364125"/>
              <a:chExt cx="436675" cy="436975"/>
            </a:xfrm>
          </p:grpSpPr>
          <p:sp>
            <p:nvSpPr>
              <p:cNvPr id="3651" name="Google Shape;3651;p64">
                <a:extLst>
                  <a:ext uri="{FF2B5EF4-FFF2-40B4-BE49-F238E27FC236}">
                    <a16:creationId xmlns:a16="http://schemas.microsoft.com/office/drawing/2014/main" id="{D9125E09-6599-2D6A-C06A-F9D4F3325820}"/>
                  </a:ext>
                </a:extLst>
              </p:cNvPr>
              <p:cNvSpPr/>
              <p:nvPr/>
            </p:nvSpPr>
            <p:spPr>
              <a:xfrm>
                <a:off x="5098250" y="2364125"/>
                <a:ext cx="436675" cy="436975"/>
              </a:xfrm>
              <a:custGeom>
                <a:avLst/>
                <a:gdLst/>
                <a:ahLst/>
                <a:cxnLst/>
                <a:rect l="l" t="t" r="r" b="b"/>
                <a:pathLst>
                  <a:path w="17467" h="17479" extrusionOk="0">
                    <a:moveTo>
                      <a:pt x="8728" y="0"/>
                    </a:moveTo>
                    <a:cubicBezTo>
                      <a:pt x="3906" y="0"/>
                      <a:pt x="0" y="3917"/>
                      <a:pt x="0" y="8739"/>
                    </a:cubicBezTo>
                    <a:cubicBezTo>
                      <a:pt x="0" y="13561"/>
                      <a:pt x="3906" y="17478"/>
                      <a:pt x="8728" y="17478"/>
                    </a:cubicBezTo>
                    <a:cubicBezTo>
                      <a:pt x="13550" y="17478"/>
                      <a:pt x="17467" y="13561"/>
                      <a:pt x="17467" y="8739"/>
                    </a:cubicBezTo>
                    <a:cubicBezTo>
                      <a:pt x="17467" y="7346"/>
                      <a:pt x="17145" y="6036"/>
                      <a:pt x="16562" y="4858"/>
                    </a:cubicBezTo>
                    <a:lnTo>
                      <a:pt x="15300" y="5465"/>
                    </a:lnTo>
                    <a:cubicBezTo>
                      <a:pt x="15788" y="6453"/>
                      <a:pt x="16074" y="7560"/>
                      <a:pt x="16074" y="8739"/>
                    </a:cubicBezTo>
                    <a:cubicBezTo>
                      <a:pt x="16074" y="12787"/>
                      <a:pt x="12776" y="16073"/>
                      <a:pt x="8728" y="16073"/>
                    </a:cubicBezTo>
                    <a:cubicBezTo>
                      <a:pt x="4679" y="16073"/>
                      <a:pt x="1393" y="12787"/>
                      <a:pt x="1393" y="8739"/>
                    </a:cubicBezTo>
                    <a:cubicBezTo>
                      <a:pt x="1393" y="4691"/>
                      <a:pt x="4679" y="1405"/>
                      <a:pt x="8728" y="1405"/>
                    </a:cubicBezTo>
                    <a:lnTo>
                      <a:pt x="872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64">
                <a:extLst>
                  <a:ext uri="{FF2B5EF4-FFF2-40B4-BE49-F238E27FC236}">
                    <a16:creationId xmlns:a16="http://schemas.microsoft.com/office/drawing/2014/main" id="{B360643E-2515-EEB3-E4F9-C7A628E9AC93}"/>
                  </a:ext>
                </a:extLst>
              </p:cNvPr>
              <p:cNvSpPr/>
              <p:nvPr/>
            </p:nvSpPr>
            <p:spPr>
              <a:xfrm>
                <a:off x="5316125" y="2364400"/>
                <a:ext cx="195875" cy="136350"/>
              </a:xfrm>
              <a:custGeom>
                <a:avLst/>
                <a:gdLst/>
                <a:ahLst/>
                <a:cxnLst/>
                <a:rect l="l" t="t" r="r" b="b"/>
                <a:pathLst>
                  <a:path w="7835" h="5454" extrusionOk="0">
                    <a:moveTo>
                      <a:pt x="1" y="1"/>
                    </a:moveTo>
                    <a:lnTo>
                      <a:pt x="1" y="1394"/>
                    </a:lnTo>
                    <a:cubicBezTo>
                      <a:pt x="2870" y="1394"/>
                      <a:pt x="5358" y="3049"/>
                      <a:pt x="6561" y="5454"/>
                    </a:cubicBezTo>
                    <a:lnTo>
                      <a:pt x="7835" y="4847"/>
                    </a:lnTo>
                    <a:cubicBezTo>
                      <a:pt x="6406" y="1977"/>
                      <a:pt x="3430" y="1"/>
                      <a:pt x="1" y="1"/>
                    </a:cubicBezTo>
                    <a:close/>
                  </a:path>
                </a:pathLst>
              </a:custGeom>
              <a:solidFill>
                <a:srgbClr val="ABF2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64">
                <a:extLst>
                  <a:ext uri="{FF2B5EF4-FFF2-40B4-BE49-F238E27FC236}">
                    <a16:creationId xmlns:a16="http://schemas.microsoft.com/office/drawing/2014/main" id="{544CF60E-A3FD-3390-DA1D-3A1C92C1F221}"/>
                  </a:ext>
                </a:extLst>
              </p:cNvPr>
              <p:cNvSpPr/>
              <p:nvPr/>
            </p:nvSpPr>
            <p:spPr>
              <a:xfrm>
                <a:off x="5316425" y="2419775"/>
                <a:ext cx="163150" cy="308100"/>
              </a:xfrm>
              <a:custGeom>
                <a:avLst/>
                <a:gdLst/>
                <a:ahLst/>
                <a:cxnLst/>
                <a:rect l="l" t="t" r="r" b="b"/>
                <a:pathLst>
                  <a:path w="6526" h="12324" extrusionOk="0">
                    <a:moveTo>
                      <a:pt x="1" y="1"/>
                    </a:moveTo>
                    <a:lnTo>
                      <a:pt x="1" y="1394"/>
                    </a:lnTo>
                    <a:cubicBezTo>
                      <a:pt x="2834" y="1394"/>
                      <a:pt x="5120" y="3691"/>
                      <a:pt x="5120" y="6513"/>
                    </a:cubicBezTo>
                    <a:cubicBezTo>
                      <a:pt x="5120" y="8502"/>
                      <a:pt x="3989" y="10204"/>
                      <a:pt x="2358" y="11073"/>
                    </a:cubicBezTo>
                    <a:lnTo>
                      <a:pt x="3001" y="12323"/>
                    </a:lnTo>
                    <a:cubicBezTo>
                      <a:pt x="5085" y="11216"/>
                      <a:pt x="6525" y="9037"/>
                      <a:pt x="6525" y="6513"/>
                    </a:cubicBezTo>
                    <a:cubicBezTo>
                      <a:pt x="6525" y="2918"/>
                      <a:pt x="3596" y="1"/>
                      <a:pt x="1" y="1"/>
                    </a:cubicBezTo>
                    <a:close/>
                  </a:path>
                </a:pathLst>
              </a:custGeom>
              <a:solidFill>
                <a:srgbClr val="ABF2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64">
                <a:extLst>
                  <a:ext uri="{FF2B5EF4-FFF2-40B4-BE49-F238E27FC236}">
                    <a16:creationId xmlns:a16="http://schemas.microsoft.com/office/drawing/2014/main" id="{71DED45F-DA54-4E3B-2704-097499E93465}"/>
                  </a:ext>
                </a:extLst>
              </p:cNvPr>
              <p:cNvSpPr/>
              <p:nvPr/>
            </p:nvSpPr>
            <p:spPr>
              <a:xfrm>
                <a:off x="5153300" y="2419775"/>
                <a:ext cx="2375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9503" h="13038" extrusionOk="0">
                    <a:moveTo>
                      <a:pt x="6514" y="1"/>
                    </a:moveTo>
                    <a:cubicBezTo>
                      <a:pt x="2918" y="1"/>
                      <a:pt x="1" y="2929"/>
                      <a:pt x="1" y="6513"/>
                    </a:cubicBezTo>
                    <a:cubicBezTo>
                      <a:pt x="1" y="10121"/>
                      <a:pt x="2930" y="13038"/>
                      <a:pt x="6514" y="13038"/>
                    </a:cubicBezTo>
                    <a:cubicBezTo>
                      <a:pt x="7585" y="13038"/>
                      <a:pt x="8609" y="12764"/>
                      <a:pt x="9502" y="12300"/>
                    </a:cubicBezTo>
                    <a:lnTo>
                      <a:pt x="8871" y="11049"/>
                    </a:lnTo>
                    <a:cubicBezTo>
                      <a:pt x="8169" y="11430"/>
                      <a:pt x="7359" y="11633"/>
                      <a:pt x="6514" y="11633"/>
                    </a:cubicBezTo>
                    <a:cubicBezTo>
                      <a:pt x="3692" y="11633"/>
                      <a:pt x="1394" y="9347"/>
                      <a:pt x="1394" y="6513"/>
                    </a:cubicBezTo>
                    <a:cubicBezTo>
                      <a:pt x="1394" y="3691"/>
                      <a:pt x="3692" y="1394"/>
                      <a:pt x="6514" y="1394"/>
                    </a:cubicBezTo>
                    <a:lnTo>
                      <a:pt x="651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64">
                <a:extLst>
                  <a:ext uri="{FF2B5EF4-FFF2-40B4-BE49-F238E27FC236}">
                    <a16:creationId xmlns:a16="http://schemas.microsoft.com/office/drawing/2014/main" id="{604C2F7C-4F48-9692-5F8B-BD19341F1349}"/>
                  </a:ext>
                </a:extLst>
              </p:cNvPr>
              <p:cNvSpPr/>
              <p:nvPr/>
            </p:nvSpPr>
            <p:spPr>
              <a:xfrm>
                <a:off x="5226225" y="2473650"/>
                <a:ext cx="198875" cy="218200"/>
              </a:xfrm>
              <a:custGeom>
                <a:avLst/>
                <a:gdLst/>
                <a:ahLst/>
                <a:cxnLst/>
                <a:rect l="l" t="t" r="r" b="b"/>
                <a:pathLst>
                  <a:path w="7955" h="8728" extrusionOk="0">
                    <a:moveTo>
                      <a:pt x="3597" y="1"/>
                    </a:moveTo>
                    <a:lnTo>
                      <a:pt x="3597" y="1405"/>
                    </a:lnTo>
                    <a:cubicBezTo>
                      <a:pt x="5240" y="1405"/>
                      <a:pt x="6561" y="2727"/>
                      <a:pt x="6561" y="4358"/>
                    </a:cubicBezTo>
                    <a:cubicBezTo>
                      <a:pt x="6561" y="6001"/>
                      <a:pt x="5240" y="7323"/>
                      <a:pt x="3597" y="7323"/>
                    </a:cubicBezTo>
                    <a:cubicBezTo>
                      <a:pt x="2573" y="7323"/>
                      <a:pt x="1680" y="6799"/>
                      <a:pt x="1144" y="6013"/>
                    </a:cubicBezTo>
                    <a:lnTo>
                      <a:pt x="1" y="6823"/>
                    </a:lnTo>
                    <a:cubicBezTo>
                      <a:pt x="787" y="7966"/>
                      <a:pt x="2108" y="8728"/>
                      <a:pt x="3597" y="8728"/>
                    </a:cubicBezTo>
                    <a:cubicBezTo>
                      <a:pt x="6014" y="8728"/>
                      <a:pt x="7954" y="6763"/>
                      <a:pt x="7954" y="4358"/>
                    </a:cubicBezTo>
                    <a:cubicBezTo>
                      <a:pt x="7954" y="1965"/>
                      <a:pt x="6014" y="1"/>
                      <a:pt x="3597" y="1"/>
                    </a:cubicBezTo>
                    <a:close/>
                  </a:path>
                </a:pathLst>
              </a:custGeom>
              <a:solidFill>
                <a:srgbClr val="ABF2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64">
                <a:extLst>
                  <a:ext uri="{FF2B5EF4-FFF2-40B4-BE49-F238E27FC236}">
                    <a16:creationId xmlns:a16="http://schemas.microsoft.com/office/drawing/2014/main" id="{5E2B6D92-A980-0430-4F12-616829F41F53}"/>
                  </a:ext>
                </a:extLst>
              </p:cNvPr>
              <p:cNvSpPr/>
              <p:nvPr/>
            </p:nvSpPr>
            <p:spPr>
              <a:xfrm>
                <a:off x="5207175" y="2473650"/>
                <a:ext cx="108975" cy="170575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6823" extrusionOk="0">
                    <a:moveTo>
                      <a:pt x="4359" y="1"/>
                    </a:moveTo>
                    <a:cubicBezTo>
                      <a:pt x="1954" y="1"/>
                      <a:pt x="1" y="1965"/>
                      <a:pt x="1" y="4358"/>
                    </a:cubicBezTo>
                    <a:cubicBezTo>
                      <a:pt x="1" y="5275"/>
                      <a:pt x="287" y="6120"/>
                      <a:pt x="763" y="6823"/>
                    </a:cubicBezTo>
                    <a:lnTo>
                      <a:pt x="1906" y="6013"/>
                    </a:lnTo>
                    <a:cubicBezTo>
                      <a:pt x="1596" y="5537"/>
                      <a:pt x="1394" y="4977"/>
                      <a:pt x="1394" y="4358"/>
                    </a:cubicBezTo>
                    <a:cubicBezTo>
                      <a:pt x="1394" y="2727"/>
                      <a:pt x="2727" y="1394"/>
                      <a:pt x="4359" y="1394"/>
                    </a:cubicBezTo>
                    <a:lnTo>
                      <a:pt x="43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57" name="Google Shape;3657;p64">
              <a:extLst>
                <a:ext uri="{FF2B5EF4-FFF2-40B4-BE49-F238E27FC236}">
                  <a16:creationId xmlns:a16="http://schemas.microsoft.com/office/drawing/2014/main" id="{392254C4-7BCD-D654-6ADD-2796C4301696}"/>
                </a:ext>
              </a:extLst>
            </p:cNvPr>
            <p:cNvGrpSpPr/>
            <p:nvPr/>
          </p:nvGrpSpPr>
          <p:grpSpPr>
            <a:xfrm flipH="1">
              <a:off x="5801995" y="4018681"/>
              <a:ext cx="516214" cy="516197"/>
              <a:chOff x="780950" y="891300"/>
              <a:chExt cx="727575" cy="727550"/>
            </a:xfrm>
          </p:grpSpPr>
          <p:sp>
            <p:nvSpPr>
              <p:cNvPr id="3658" name="Google Shape;3658;p64">
                <a:extLst>
                  <a:ext uri="{FF2B5EF4-FFF2-40B4-BE49-F238E27FC236}">
                    <a16:creationId xmlns:a16="http://schemas.microsoft.com/office/drawing/2014/main" id="{1EDA09F4-A978-4081-9FEC-E4F5ED14F977}"/>
                  </a:ext>
                </a:extLst>
              </p:cNvPr>
              <p:cNvSpPr/>
              <p:nvPr/>
            </p:nvSpPr>
            <p:spPr>
              <a:xfrm>
                <a:off x="1354900" y="976875"/>
                <a:ext cx="153625" cy="278200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1128" extrusionOk="0">
                    <a:moveTo>
                      <a:pt x="952" y="1"/>
                    </a:moveTo>
                    <a:lnTo>
                      <a:pt x="1" y="1123"/>
                    </a:lnTo>
                    <a:cubicBezTo>
                      <a:pt x="2968" y="3615"/>
                      <a:pt x="4661" y="7286"/>
                      <a:pt x="4661" y="11128"/>
                    </a:cubicBezTo>
                    <a:lnTo>
                      <a:pt x="6144" y="11128"/>
                    </a:lnTo>
                    <a:cubicBezTo>
                      <a:pt x="6144" y="6829"/>
                      <a:pt x="4261" y="2759"/>
                      <a:pt x="9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64">
                <a:extLst>
                  <a:ext uri="{FF2B5EF4-FFF2-40B4-BE49-F238E27FC236}">
                    <a16:creationId xmlns:a16="http://schemas.microsoft.com/office/drawing/2014/main" id="{BCC6B308-CFF6-9784-DC62-2392B280E575}"/>
                  </a:ext>
                </a:extLst>
              </p:cNvPr>
              <p:cNvSpPr/>
              <p:nvPr/>
            </p:nvSpPr>
            <p:spPr>
              <a:xfrm>
                <a:off x="1410075" y="1329250"/>
                <a:ext cx="88925" cy="13792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5517" extrusionOk="0">
                    <a:moveTo>
                      <a:pt x="2130" y="0"/>
                    </a:moveTo>
                    <a:cubicBezTo>
                      <a:pt x="1750" y="1693"/>
                      <a:pt x="1027" y="3272"/>
                      <a:pt x="0" y="4660"/>
                    </a:cubicBezTo>
                    <a:lnTo>
                      <a:pt x="1198" y="5516"/>
                    </a:lnTo>
                    <a:cubicBezTo>
                      <a:pt x="2321" y="3957"/>
                      <a:pt x="3120" y="2226"/>
                      <a:pt x="3557" y="343"/>
                    </a:cubicBezTo>
                    <a:lnTo>
                      <a:pt x="21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64">
                <a:extLst>
                  <a:ext uri="{FF2B5EF4-FFF2-40B4-BE49-F238E27FC236}">
                    <a16:creationId xmlns:a16="http://schemas.microsoft.com/office/drawing/2014/main" id="{3AFDD534-133C-35EF-7C1D-9B97E49B1618}"/>
                  </a:ext>
                </a:extLst>
              </p:cNvPr>
              <p:cNvSpPr/>
              <p:nvPr/>
            </p:nvSpPr>
            <p:spPr>
              <a:xfrm>
                <a:off x="888900" y="1488075"/>
                <a:ext cx="437975" cy="130775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5231" extrusionOk="0">
                    <a:moveTo>
                      <a:pt x="1027" y="0"/>
                    </a:moveTo>
                    <a:lnTo>
                      <a:pt x="0" y="1046"/>
                    </a:lnTo>
                    <a:cubicBezTo>
                      <a:pt x="2739" y="3766"/>
                      <a:pt x="6372" y="5231"/>
                      <a:pt x="10233" y="5231"/>
                    </a:cubicBezTo>
                    <a:cubicBezTo>
                      <a:pt x="12801" y="5231"/>
                      <a:pt x="15312" y="4565"/>
                      <a:pt x="17518" y="3291"/>
                    </a:cubicBezTo>
                    <a:lnTo>
                      <a:pt x="16796" y="2016"/>
                    </a:lnTo>
                    <a:cubicBezTo>
                      <a:pt x="14818" y="3158"/>
                      <a:pt x="12535" y="3785"/>
                      <a:pt x="10233" y="3785"/>
                    </a:cubicBezTo>
                    <a:cubicBezTo>
                      <a:pt x="6753" y="3785"/>
                      <a:pt x="3500" y="2454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64">
                <a:extLst>
                  <a:ext uri="{FF2B5EF4-FFF2-40B4-BE49-F238E27FC236}">
                    <a16:creationId xmlns:a16="http://schemas.microsoft.com/office/drawing/2014/main" id="{02B8D3BC-681D-E4AF-4F89-41D8D716617F}"/>
                  </a:ext>
                </a:extLst>
              </p:cNvPr>
              <p:cNvSpPr/>
              <p:nvPr/>
            </p:nvSpPr>
            <p:spPr>
              <a:xfrm>
                <a:off x="780950" y="999700"/>
                <a:ext cx="131750" cy="397575"/>
              </a:xfrm>
              <a:custGeom>
                <a:avLst/>
                <a:gdLst/>
                <a:ahLst/>
                <a:cxnLst/>
                <a:rect l="l" t="t" r="r" b="b"/>
                <a:pathLst>
                  <a:path w="5270" h="15903" extrusionOk="0">
                    <a:moveTo>
                      <a:pt x="4223" y="1"/>
                    </a:moveTo>
                    <a:cubicBezTo>
                      <a:pt x="1484" y="2721"/>
                      <a:pt x="1" y="6392"/>
                      <a:pt x="1" y="10272"/>
                    </a:cubicBezTo>
                    <a:cubicBezTo>
                      <a:pt x="1" y="12193"/>
                      <a:pt x="381" y="14095"/>
                      <a:pt x="1142" y="15902"/>
                    </a:cubicBezTo>
                    <a:lnTo>
                      <a:pt x="2492" y="15332"/>
                    </a:lnTo>
                    <a:cubicBezTo>
                      <a:pt x="1808" y="13715"/>
                      <a:pt x="1465" y="12003"/>
                      <a:pt x="1465" y="10234"/>
                    </a:cubicBezTo>
                    <a:cubicBezTo>
                      <a:pt x="1465" y="6772"/>
                      <a:pt x="2816" y="3482"/>
                      <a:pt x="5269" y="1009"/>
                    </a:cubicBezTo>
                    <a:lnTo>
                      <a:pt x="42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64">
                <a:extLst>
                  <a:ext uri="{FF2B5EF4-FFF2-40B4-BE49-F238E27FC236}">
                    <a16:creationId xmlns:a16="http://schemas.microsoft.com/office/drawing/2014/main" id="{1FD3455A-91CF-BE7C-870D-20F05A706E35}"/>
                  </a:ext>
                </a:extLst>
              </p:cNvPr>
              <p:cNvSpPr/>
              <p:nvPr/>
            </p:nvSpPr>
            <p:spPr>
              <a:xfrm>
                <a:off x="976875" y="891300"/>
                <a:ext cx="16692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6677" h="2930" extrusionOk="0">
                    <a:moveTo>
                      <a:pt x="6676" y="0"/>
                    </a:moveTo>
                    <a:cubicBezTo>
                      <a:pt x="4356" y="0"/>
                      <a:pt x="2054" y="571"/>
                      <a:pt x="0" y="1617"/>
                    </a:cubicBezTo>
                    <a:lnTo>
                      <a:pt x="685" y="2929"/>
                    </a:lnTo>
                    <a:cubicBezTo>
                      <a:pt x="2549" y="1959"/>
                      <a:pt x="4565" y="1484"/>
                      <a:pt x="6676" y="1484"/>
                    </a:cubicBezTo>
                    <a:lnTo>
                      <a:pt x="66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64">
                <a:extLst>
                  <a:ext uri="{FF2B5EF4-FFF2-40B4-BE49-F238E27FC236}">
                    <a16:creationId xmlns:a16="http://schemas.microsoft.com/office/drawing/2014/main" id="{B7DCFEE5-13DE-6F30-5FA7-B68F72E8A68D}"/>
                  </a:ext>
                </a:extLst>
              </p:cNvPr>
              <p:cNvSpPr/>
              <p:nvPr/>
            </p:nvSpPr>
            <p:spPr>
              <a:xfrm>
                <a:off x="922175" y="1033000"/>
                <a:ext cx="444650" cy="444625"/>
              </a:xfrm>
              <a:custGeom>
                <a:avLst/>
                <a:gdLst/>
                <a:ahLst/>
                <a:cxnLst/>
                <a:rect l="l" t="t" r="r" b="b"/>
                <a:pathLst>
                  <a:path w="17786" h="17785" extrusionOk="0">
                    <a:moveTo>
                      <a:pt x="8902" y="0"/>
                    </a:moveTo>
                    <a:cubicBezTo>
                      <a:pt x="3976" y="0"/>
                      <a:pt x="1" y="3976"/>
                      <a:pt x="1" y="8883"/>
                    </a:cubicBezTo>
                    <a:cubicBezTo>
                      <a:pt x="1" y="13790"/>
                      <a:pt x="3976" y="17785"/>
                      <a:pt x="8902" y="17785"/>
                    </a:cubicBezTo>
                    <a:cubicBezTo>
                      <a:pt x="13810" y="17785"/>
                      <a:pt x="17785" y="13790"/>
                      <a:pt x="17785" y="8883"/>
                    </a:cubicBezTo>
                    <a:cubicBezTo>
                      <a:pt x="17785" y="3976"/>
                      <a:pt x="13810" y="0"/>
                      <a:pt x="89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64">
                <a:extLst>
                  <a:ext uri="{FF2B5EF4-FFF2-40B4-BE49-F238E27FC236}">
                    <a16:creationId xmlns:a16="http://schemas.microsoft.com/office/drawing/2014/main" id="{28D91147-2CAD-9A3A-3338-3B93290F44D1}"/>
                  </a:ext>
                </a:extLst>
              </p:cNvPr>
              <p:cNvSpPr/>
              <p:nvPr/>
            </p:nvSpPr>
            <p:spPr>
              <a:xfrm flipH="1">
                <a:off x="1028700" y="1107650"/>
                <a:ext cx="233500" cy="287725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11509" extrusionOk="0">
                    <a:moveTo>
                      <a:pt x="4109" y="3082"/>
                    </a:moveTo>
                    <a:lnTo>
                      <a:pt x="4109" y="4927"/>
                    </a:lnTo>
                    <a:cubicBezTo>
                      <a:pt x="3976" y="4927"/>
                      <a:pt x="3843" y="4927"/>
                      <a:pt x="3728" y="4946"/>
                    </a:cubicBezTo>
                    <a:cubicBezTo>
                      <a:pt x="3614" y="4965"/>
                      <a:pt x="3500" y="4965"/>
                      <a:pt x="3405" y="4965"/>
                    </a:cubicBezTo>
                    <a:cubicBezTo>
                      <a:pt x="2949" y="4965"/>
                      <a:pt x="2606" y="4870"/>
                      <a:pt x="2397" y="4737"/>
                    </a:cubicBezTo>
                    <a:cubicBezTo>
                      <a:pt x="2188" y="4585"/>
                      <a:pt x="2074" y="4375"/>
                      <a:pt x="2074" y="4147"/>
                    </a:cubicBezTo>
                    <a:cubicBezTo>
                      <a:pt x="2074" y="4014"/>
                      <a:pt x="2112" y="3900"/>
                      <a:pt x="2188" y="3805"/>
                    </a:cubicBezTo>
                    <a:cubicBezTo>
                      <a:pt x="2264" y="3691"/>
                      <a:pt x="2359" y="3557"/>
                      <a:pt x="2511" y="3481"/>
                    </a:cubicBezTo>
                    <a:cubicBezTo>
                      <a:pt x="2663" y="3348"/>
                      <a:pt x="2873" y="3291"/>
                      <a:pt x="3139" y="3215"/>
                    </a:cubicBezTo>
                    <a:cubicBezTo>
                      <a:pt x="3405" y="3139"/>
                      <a:pt x="3728" y="3120"/>
                      <a:pt x="4109" y="3082"/>
                    </a:cubicBezTo>
                    <a:close/>
                    <a:moveTo>
                      <a:pt x="6030" y="6277"/>
                    </a:moveTo>
                    <a:cubicBezTo>
                      <a:pt x="6563" y="6277"/>
                      <a:pt x="6943" y="6373"/>
                      <a:pt x="7171" y="6544"/>
                    </a:cubicBezTo>
                    <a:cubicBezTo>
                      <a:pt x="7438" y="6715"/>
                      <a:pt x="7552" y="6943"/>
                      <a:pt x="7552" y="7228"/>
                    </a:cubicBezTo>
                    <a:cubicBezTo>
                      <a:pt x="7552" y="7400"/>
                      <a:pt x="7514" y="7571"/>
                      <a:pt x="7438" y="7704"/>
                    </a:cubicBezTo>
                    <a:cubicBezTo>
                      <a:pt x="7361" y="7875"/>
                      <a:pt x="7247" y="7989"/>
                      <a:pt x="7057" y="8103"/>
                    </a:cubicBezTo>
                    <a:cubicBezTo>
                      <a:pt x="6867" y="8237"/>
                      <a:pt x="6658" y="8332"/>
                      <a:pt x="6372" y="8389"/>
                    </a:cubicBezTo>
                    <a:cubicBezTo>
                      <a:pt x="6087" y="8465"/>
                      <a:pt x="5745" y="8522"/>
                      <a:pt x="5345" y="8541"/>
                    </a:cubicBezTo>
                    <a:lnTo>
                      <a:pt x="5326" y="8541"/>
                    </a:lnTo>
                    <a:lnTo>
                      <a:pt x="5326" y="6334"/>
                    </a:lnTo>
                    <a:cubicBezTo>
                      <a:pt x="5440" y="6334"/>
                      <a:pt x="5554" y="6334"/>
                      <a:pt x="5688" y="6296"/>
                    </a:cubicBezTo>
                    <a:cubicBezTo>
                      <a:pt x="5802" y="6277"/>
                      <a:pt x="5916" y="6277"/>
                      <a:pt x="6030" y="6277"/>
                    </a:cubicBezTo>
                    <a:close/>
                    <a:moveTo>
                      <a:pt x="4109" y="1"/>
                    </a:moveTo>
                    <a:lnTo>
                      <a:pt x="4109" y="1560"/>
                    </a:lnTo>
                    <a:cubicBezTo>
                      <a:pt x="3424" y="1598"/>
                      <a:pt x="2835" y="1693"/>
                      <a:pt x="2359" y="1846"/>
                    </a:cubicBezTo>
                    <a:cubicBezTo>
                      <a:pt x="1883" y="2017"/>
                      <a:pt x="1503" y="2226"/>
                      <a:pt x="1180" y="2473"/>
                    </a:cubicBezTo>
                    <a:cubicBezTo>
                      <a:pt x="894" y="2701"/>
                      <a:pt x="685" y="2987"/>
                      <a:pt x="552" y="3310"/>
                    </a:cubicBezTo>
                    <a:cubicBezTo>
                      <a:pt x="419" y="3614"/>
                      <a:pt x="362" y="3938"/>
                      <a:pt x="362" y="4261"/>
                    </a:cubicBezTo>
                    <a:cubicBezTo>
                      <a:pt x="362" y="4604"/>
                      <a:pt x="457" y="4946"/>
                      <a:pt x="590" y="5231"/>
                    </a:cubicBezTo>
                    <a:cubicBezTo>
                      <a:pt x="742" y="5517"/>
                      <a:pt x="951" y="5745"/>
                      <a:pt x="1218" y="5935"/>
                    </a:cubicBezTo>
                    <a:cubicBezTo>
                      <a:pt x="1446" y="6144"/>
                      <a:pt x="1750" y="6277"/>
                      <a:pt x="2093" y="6373"/>
                    </a:cubicBezTo>
                    <a:cubicBezTo>
                      <a:pt x="2416" y="6468"/>
                      <a:pt x="2777" y="6525"/>
                      <a:pt x="3139" y="6525"/>
                    </a:cubicBezTo>
                    <a:cubicBezTo>
                      <a:pt x="3310" y="6525"/>
                      <a:pt x="3443" y="6525"/>
                      <a:pt x="3614" y="6487"/>
                    </a:cubicBezTo>
                    <a:cubicBezTo>
                      <a:pt x="3748" y="6487"/>
                      <a:pt x="3938" y="6468"/>
                      <a:pt x="4109" y="6449"/>
                    </a:cubicBezTo>
                    <a:lnTo>
                      <a:pt x="4109" y="8484"/>
                    </a:lnTo>
                    <a:cubicBezTo>
                      <a:pt x="3805" y="8465"/>
                      <a:pt x="3500" y="8446"/>
                      <a:pt x="3215" y="8370"/>
                    </a:cubicBezTo>
                    <a:cubicBezTo>
                      <a:pt x="2930" y="8332"/>
                      <a:pt x="2644" y="8256"/>
                      <a:pt x="2378" y="8160"/>
                    </a:cubicBezTo>
                    <a:cubicBezTo>
                      <a:pt x="2112" y="8065"/>
                      <a:pt x="1845" y="7970"/>
                      <a:pt x="1598" y="7856"/>
                    </a:cubicBezTo>
                    <a:cubicBezTo>
                      <a:pt x="1332" y="7723"/>
                      <a:pt x="1085" y="7609"/>
                      <a:pt x="837" y="7476"/>
                    </a:cubicBezTo>
                    <a:lnTo>
                      <a:pt x="0" y="8769"/>
                    </a:lnTo>
                    <a:cubicBezTo>
                      <a:pt x="571" y="9073"/>
                      <a:pt x="1180" y="9340"/>
                      <a:pt x="1902" y="9549"/>
                    </a:cubicBezTo>
                    <a:cubicBezTo>
                      <a:pt x="2587" y="9777"/>
                      <a:pt x="3348" y="9891"/>
                      <a:pt x="4166" y="9929"/>
                    </a:cubicBezTo>
                    <a:lnTo>
                      <a:pt x="4166" y="11508"/>
                    </a:lnTo>
                    <a:lnTo>
                      <a:pt x="5402" y="11508"/>
                    </a:lnTo>
                    <a:lnTo>
                      <a:pt x="5402" y="9910"/>
                    </a:lnTo>
                    <a:cubicBezTo>
                      <a:pt x="6011" y="9891"/>
                      <a:pt x="6563" y="9777"/>
                      <a:pt x="7038" y="9625"/>
                    </a:cubicBezTo>
                    <a:cubicBezTo>
                      <a:pt x="7514" y="9454"/>
                      <a:pt x="7932" y="9264"/>
                      <a:pt x="8274" y="9016"/>
                    </a:cubicBezTo>
                    <a:cubicBezTo>
                      <a:pt x="8598" y="8750"/>
                      <a:pt x="8864" y="8465"/>
                      <a:pt x="9054" y="8103"/>
                    </a:cubicBezTo>
                    <a:cubicBezTo>
                      <a:pt x="9245" y="7780"/>
                      <a:pt x="9340" y="7362"/>
                      <a:pt x="9340" y="6943"/>
                    </a:cubicBezTo>
                    <a:cubicBezTo>
                      <a:pt x="9340" y="6582"/>
                      <a:pt x="9264" y="6277"/>
                      <a:pt x="9149" y="5992"/>
                    </a:cubicBezTo>
                    <a:cubicBezTo>
                      <a:pt x="9016" y="5726"/>
                      <a:pt x="8845" y="5460"/>
                      <a:pt x="8579" y="5269"/>
                    </a:cubicBezTo>
                    <a:cubicBezTo>
                      <a:pt x="8351" y="5079"/>
                      <a:pt x="8027" y="4946"/>
                      <a:pt x="7647" y="4832"/>
                    </a:cubicBezTo>
                    <a:cubicBezTo>
                      <a:pt x="7266" y="4699"/>
                      <a:pt x="6848" y="4661"/>
                      <a:pt x="6372" y="4661"/>
                    </a:cubicBezTo>
                    <a:cubicBezTo>
                      <a:pt x="6201" y="4661"/>
                      <a:pt x="6030" y="4661"/>
                      <a:pt x="5878" y="4680"/>
                    </a:cubicBezTo>
                    <a:cubicBezTo>
                      <a:pt x="5707" y="4699"/>
                      <a:pt x="5535" y="4699"/>
                      <a:pt x="5364" y="4737"/>
                    </a:cubicBezTo>
                    <a:lnTo>
                      <a:pt x="5364" y="3063"/>
                    </a:lnTo>
                    <a:cubicBezTo>
                      <a:pt x="5821" y="3139"/>
                      <a:pt x="6258" y="3215"/>
                      <a:pt x="6658" y="3329"/>
                    </a:cubicBezTo>
                    <a:cubicBezTo>
                      <a:pt x="7057" y="3443"/>
                      <a:pt x="7419" y="3595"/>
                      <a:pt x="7780" y="3729"/>
                    </a:cubicBezTo>
                    <a:lnTo>
                      <a:pt x="8484" y="2397"/>
                    </a:lnTo>
                    <a:cubicBezTo>
                      <a:pt x="8027" y="2207"/>
                      <a:pt x="7533" y="2036"/>
                      <a:pt x="7019" y="1903"/>
                    </a:cubicBezTo>
                    <a:cubicBezTo>
                      <a:pt x="6487" y="1750"/>
                      <a:pt x="5916" y="1655"/>
                      <a:pt x="5345" y="1617"/>
                    </a:cubicBezTo>
                    <a:lnTo>
                      <a:pt x="534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65" name="Google Shape;3665;p64">
              <a:extLst>
                <a:ext uri="{FF2B5EF4-FFF2-40B4-BE49-F238E27FC236}">
                  <a16:creationId xmlns:a16="http://schemas.microsoft.com/office/drawing/2014/main" id="{EDAAAFBE-8A24-3EA6-574A-C81A04E5A140}"/>
                </a:ext>
              </a:extLst>
            </p:cNvPr>
            <p:cNvGrpSpPr/>
            <p:nvPr/>
          </p:nvGrpSpPr>
          <p:grpSpPr>
            <a:xfrm>
              <a:off x="7550306" y="4338957"/>
              <a:ext cx="707361" cy="229909"/>
              <a:chOff x="7289663" y="3996131"/>
              <a:chExt cx="1021756" cy="332094"/>
            </a:xfrm>
          </p:grpSpPr>
          <p:sp>
            <p:nvSpPr>
              <p:cNvPr id="3666" name="Google Shape;3666;p64">
                <a:extLst>
                  <a:ext uri="{FF2B5EF4-FFF2-40B4-BE49-F238E27FC236}">
                    <a16:creationId xmlns:a16="http://schemas.microsoft.com/office/drawing/2014/main" id="{E6C5FCCD-F331-E17C-441A-E529DE92013C}"/>
                  </a:ext>
                </a:extLst>
              </p:cNvPr>
              <p:cNvSpPr/>
              <p:nvPr/>
            </p:nvSpPr>
            <p:spPr>
              <a:xfrm>
                <a:off x="7289663" y="4044216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6" y="0"/>
                      <a:pt x="0" y="2836"/>
                      <a:pt x="0" y="6305"/>
                    </a:cubicBezTo>
                    <a:cubicBezTo>
                      <a:pt x="0" y="9774"/>
                      <a:pt x="2836" y="12609"/>
                      <a:pt x="6305" y="12609"/>
                    </a:cubicBezTo>
                    <a:lnTo>
                      <a:pt x="38227" y="12609"/>
                    </a:lnTo>
                    <a:cubicBezTo>
                      <a:pt x="41697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64">
                <a:extLst>
                  <a:ext uri="{FF2B5EF4-FFF2-40B4-BE49-F238E27FC236}">
                    <a16:creationId xmlns:a16="http://schemas.microsoft.com/office/drawing/2014/main" id="{72048BEC-E2BE-5AD1-60A6-9E4523C584AF}"/>
                  </a:ext>
                </a:extLst>
              </p:cNvPr>
              <p:cNvSpPr/>
              <p:nvPr/>
            </p:nvSpPr>
            <p:spPr>
              <a:xfrm>
                <a:off x="7308447" y="3996131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5" y="0"/>
                      <a:pt x="0" y="2836"/>
                      <a:pt x="0" y="6305"/>
                    </a:cubicBezTo>
                    <a:cubicBezTo>
                      <a:pt x="0" y="9774"/>
                      <a:pt x="2835" y="12609"/>
                      <a:pt x="6305" y="12609"/>
                    </a:cubicBezTo>
                    <a:lnTo>
                      <a:pt x="38227" y="12609"/>
                    </a:lnTo>
                    <a:cubicBezTo>
                      <a:pt x="41730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64">
                <a:extLst>
                  <a:ext uri="{FF2B5EF4-FFF2-40B4-BE49-F238E27FC236}">
                    <a16:creationId xmlns:a16="http://schemas.microsoft.com/office/drawing/2014/main" id="{B543CCFF-9194-5185-984D-2A909FA691A0}"/>
                  </a:ext>
                </a:extLst>
              </p:cNvPr>
              <p:cNvSpPr/>
              <p:nvPr/>
            </p:nvSpPr>
            <p:spPr>
              <a:xfrm>
                <a:off x="7433897" y="4044036"/>
                <a:ext cx="209639" cy="188175"/>
              </a:xfrm>
              <a:custGeom>
                <a:avLst/>
                <a:gdLst/>
                <a:ahLst/>
                <a:cxnLst/>
                <a:rect l="l" t="t" r="r" b="b"/>
                <a:pathLst>
                  <a:path w="9308" h="8355" extrusionOk="0">
                    <a:moveTo>
                      <a:pt x="4646" y="1"/>
                    </a:moveTo>
                    <a:cubicBezTo>
                      <a:pt x="3684" y="1"/>
                      <a:pt x="2718" y="332"/>
                      <a:pt x="1935" y="1009"/>
                    </a:cubicBezTo>
                    <a:cubicBezTo>
                      <a:pt x="168" y="2543"/>
                      <a:pt x="1" y="5179"/>
                      <a:pt x="1502" y="6913"/>
                    </a:cubicBezTo>
                    <a:cubicBezTo>
                      <a:pt x="2326" y="7865"/>
                      <a:pt x="3491" y="8355"/>
                      <a:pt x="4662" y="8355"/>
                    </a:cubicBezTo>
                    <a:cubicBezTo>
                      <a:pt x="5624" y="8355"/>
                      <a:pt x="6590" y="8024"/>
                      <a:pt x="7373" y="7347"/>
                    </a:cubicBezTo>
                    <a:cubicBezTo>
                      <a:pt x="9107" y="5846"/>
                      <a:pt x="9307" y="3210"/>
                      <a:pt x="7806" y="1443"/>
                    </a:cubicBezTo>
                    <a:cubicBezTo>
                      <a:pt x="6982" y="491"/>
                      <a:pt x="5817" y="1"/>
                      <a:pt x="46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64">
                <a:extLst>
                  <a:ext uri="{FF2B5EF4-FFF2-40B4-BE49-F238E27FC236}">
                    <a16:creationId xmlns:a16="http://schemas.microsoft.com/office/drawing/2014/main" id="{ED7562E3-5EF2-38D1-772F-F761D8C5D14F}"/>
                  </a:ext>
                </a:extLst>
              </p:cNvPr>
              <p:cNvSpPr/>
              <p:nvPr/>
            </p:nvSpPr>
            <p:spPr>
              <a:xfrm>
                <a:off x="7705879" y="4044689"/>
                <a:ext cx="208108" cy="187612"/>
              </a:xfrm>
              <a:custGeom>
                <a:avLst/>
                <a:gdLst/>
                <a:ahLst/>
                <a:cxnLst/>
                <a:rect l="l" t="t" r="r" b="b"/>
                <a:pathLst>
                  <a:path w="9240" h="8330" extrusionOk="0">
                    <a:moveTo>
                      <a:pt x="4637" y="1"/>
                    </a:moveTo>
                    <a:cubicBezTo>
                      <a:pt x="3626" y="1"/>
                      <a:pt x="2609" y="369"/>
                      <a:pt x="1801" y="1113"/>
                    </a:cubicBezTo>
                    <a:cubicBezTo>
                      <a:pt x="100" y="2681"/>
                      <a:pt x="0" y="5316"/>
                      <a:pt x="1568" y="6984"/>
                    </a:cubicBezTo>
                    <a:cubicBezTo>
                      <a:pt x="2392" y="7878"/>
                      <a:pt x="3510" y="8330"/>
                      <a:pt x="4633" y="8330"/>
                    </a:cubicBezTo>
                    <a:cubicBezTo>
                      <a:pt x="5647" y="8330"/>
                      <a:pt x="6665" y="7962"/>
                      <a:pt x="7472" y="7218"/>
                    </a:cubicBezTo>
                    <a:cubicBezTo>
                      <a:pt x="9140" y="5650"/>
                      <a:pt x="9240" y="3015"/>
                      <a:pt x="7672" y="1347"/>
                    </a:cubicBezTo>
                    <a:cubicBezTo>
                      <a:pt x="6866" y="453"/>
                      <a:pt x="5756" y="1"/>
                      <a:pt x="46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64">
                <a:extLst>
                  <a:ext uri="{FF2B5EF4-FFF2-40B4-BE49-F238E27FC236}">
                    <a16:creationId xmlns:a16="http://schemas.microsoft.com/office/drawing/2014/main" id="{0F1381B8-2C74-5EE0-1E56-051830392F1F}"/>
                  </a:ext>
                </a:extLst>
              </p:cNvPr>
              <p:cNvSpPr/>
              <p:nvPr/>
            </p:nvSpPr>
            <p:spPr>
              <a:xfrm>
                <a:off x="7979347" y="4043856"/>
                <a:ext cx="206621" cy="187793"/>
              </a:xfrm>
              <a:custGeom>
                <a:avLst/>
                <a:gdLst/>
                <a:ahLst/>
                <a:cxnLst/>
                <a:rect l="l" t="t" r="r" b="b"/>
                <a:pathLst>
                  <a:path w="9174" h="8338" extrusionOk="0">
                    <a:moveTo>
                      <a:pt x="4594" y="1"/>
                    </a:moveTo>
                    <a:cubicBezTo>
                      <a:pt x="2710" y="1"/>
                      <a:pt x="989" y="1277"/>
                      <a:pt x="534" y="3185"/>
                    </a:cubicBezTo>
                    <a:cubicBezTo>
                      <a:pt x="0" y="5420"/>
                      <a:pt x="1368" y="7688"/>
                      <a:pt x="3603" y="8222"/>
                    </a:cubicBezTo>
                    <a:cubicBezTo>
                      <a:pt x="3929" y="8300"/>
                      <a:pt x="4256" y="8337"/>
                      <a:pt x="4577" y="8337"/>
                    </a:cubicBezTo>
                    <a:cubicBezTo>
                      <a:pt x="6455" y="8337"/>
                      <a:pt x="8155" y="7061"/>
                      <a:pt x="8640" y="5153"/>
                    </a:cubicBezTo>
                    <a:cubicBezTo>
                      <a:pt x="9173" y="2918"/>
                      <a:pt x="7806" y="683"/>
                      <a:pt x="5571" y="116"/>
                    </a:cubicBezTo>
                    <a:cubicBezTo>
                      <a:pt x="5244" y="38"/>
                      <a:pt x="4917" y="1"/>
                      <a:pt x="45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Google Shape;1639;p40">
            <a:extLst>
              <a:ext uri="{FF2B5EF4-FFF2-40B4-BE49-F238E27FC236}">
                <a16:creationId xmlns:a16="http://schemas.microsoft.com/office/drawing/2014/main" id="{14D0D5AB-7A53-02A9-5281-8DCA1FBED0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52" y="2541948"/>
            <a:ext cx="5102258" cy="698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1"/>
                </a:solidFill>
              </a:rPr>
              <a:t>Teste Unitário:</a:t>
            </a:r>
            <a:endParaRPr sz="3000" dirty="0">
              <a:solidFill>
                <a:schemeClr val="accent1"/>
              </a:solidFill>
            </a:endParaRPr>
          </a:p>
        </p:txBody>
      </p:sp>
      <p:sp>
        <p:nvSpPr>
          <p:cNvPr id="15" name="Google Shape;1640;p40">
            <a:extLst>
              <a:ext uri="{FF2B5EF4-FFF2-40B4-BE49-F238E27FC236}">
                <a16:creationId xmlns:a16="http://schemas.microsoft.com/office/drawing/2014/main" id="{D138373C-7C37-B5D7-8B6B-A6B313936FBB}"/>
              </a:ext>
            </a:extLst>
          </p:cNvPr>
          <p:cNvSpPr txBox="1">
            <a:spLocks/>
          </p:cNvSpPr>
          <p:nvPr/>
        </p:nvSpPr>
        <p:spPr>
          <a:xfrm>
            <a:off x="1658370" y="1703459"/>
            <a:ext cx="1688046" cy="794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6500" b="1" dirty="0">
                <a:solidFill>
                  <a:schemeClr val="tx1"/>
                </a:solidFill>
                <a:latin typeface="Orbitron" panose="020B0604020202020204" charset="0"/>
              </a:rPr>
              <a:t>04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0CBFBE72-C909-9723-9B85-B39031A6C938}"/>
              </a:ext>
            </a:extLst>
          </p:cNvPr>
          <p:cNvSpPr txBox="1">
            <a:spLocks/>
          </p:cNvSpPr>
          <p:nvPr/>
        </p:nvSpPr>
        <p:spPr>
          <a:xfrm>
            <a:off x="1350819" y="3270891"/>
            <a:ext cx="2169913" cy="60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chivo Light"/>
              <a:buChar char="●"/>
              <a:defRPr sz="12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●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○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Char char="■"/>
              <a:defRPr sz="1400" b="0" i="0" u="none" strike="noStrike" cap="none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pPr marL="139700" indent="0">
              <a:buNone/>
            </a:pPr>
            <a:r>
              <a:rPr lang="en" sz="2400" dirty="0">
                <a:latin typeface="Arial Rounded MT Bold" panose="020F0704030504030204" pitchFamily="34" charset="0"/>
              </a:rPr>
              <a:t> Benefícios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2486866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47"/>
          <p:cNvSpPr txBox="1">
            <a:spLocks noGrp="1"/>
          </p:cNvSpPr>
          <p:nvPr>
            <p:ph type="title"/>
          </p:nvPr>
        </p:nvSpPr>
        <p:spPr>
          <a:xfrm>
            <a:off x="5188500" y="706529"/>
            <a:ext cx="3234154" cy="739579"/>
          </a:xfrm>
          <a:prstGeom prst="rect">
            <a:avLst/>
          </a:prstGeom>
        </p:spPr>
        <p:txBody>
          <a:bodyPr spcFirstLastPara="1" wrap="square" lIns="91425" tIns="91425" rIns="36575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Benefícios:</a:t>
            </a:r>
            <a:endParaRPr dirty="0"/>
          </a:p>
        </p:txBody>
      </p:sp>
      <p:sp>
        <p:nvSpPr>
          <p:cNvPr id="2008" name="Google Shape;2008;p47"/>
          <p:cNvSpPr txBox="1">
            <a:spLocks noGrp="1"/>
          </p:cNvSpPr>
          <p:nvPr>
            <p:ph type="subTitle" idx="1"/>
          </p:nvPr>
        </p:nvSpPr>
        <p:spPr>
          <a:xfrm>
            <a:off x="4893694" y="1685246"/>
            <a:ext cx="4021706" cy="26776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Redução de bugs;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Facilita a refatoração</a:t>
            </a:r>
            <a:r>
              <a:rPr lang="pt-BR" sz="1700" b="1" dirty="0"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Documentação viva;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Melhora a qualidade do código;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Frameworks e Ferramentas</a:t>
            </a:r>
            <a:r>
              <a:rPr lang="pt-BR" sz="1700" b="1" dirty="0"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700" b="1" kern="100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Estratégias comuns;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09" name="Google Shape;2009;p47"/>
          <p:cNvSpPr/>
          <p:nvPr/>
        </p:nvSpPr>
        <p:spPr>
          <a:xfrm>
            <a:off x="721197" y="654263"/>
            <a:ext cx="4003200" cy="3708600"/>
          </a:xfrm>
          <a:prstGeom prst="roundRect">
            <a:avLst>
              <a:gd name="adj" fmla="val 8047"/>
            </a:avLst>
          </a:prstGeom>
          <a:solidFill>
            <a:schemeClr val="dk2"/>
          </a:solidFill>
          <a:ln>
            <a:noFill/>
          </a:ln>
          <a:effectLst>
            <a:outerShdw dist="161925" dir="786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0" name="Google Shape;2010;p47"/>
          <p:cNvPicPr preferRelativeResize="0"/>
          <p:nvPr/>
        </p:nvPicPr>
        <p:blipFill rotWithShape="1">
          <a:blip r:embed="rId3">
            <a:alphaModFix/>
          </a:blip>
          <a:srcRect l="14192" r="14199"/>
          <a:stretch/>
        </p:blipFill>
        <p:spPr>
          <a:xfrm flipH="1">
            <a:off x="721346" y="654263"/>
            <a:ext cx="3984600" cy="3708600"/>
          </a:xfrm>
          <a:prstGeom prst="roundRect">
            <a:avLst>
              <a:gd name="adj" fmla="val 7898"/>
            </a:avLst>
          </a:prstGeom>
          <a:noFill/>
          <a:ln>
            <a:noFill/>
          </a:ln>
        </p:spPr>
      </p:pic>
      <p:sp>
        <p:nvSpPr>
          <p:cNvPr id="2011" name="Google Shape;2011;p47"/>
          <p:cNvSpPr/>
          <p:nvPr/>
        </p:nvSpPr>
        <p:spPr>
          <a:xfrm>
            <a:off x="3675094" y="1460351"/>
            <a:ext cx="462359" cy="462382"/>
          </a:xfrm>
          <a:custGeom>
            <a:avLst/>
            <a:gdLst/>
            <a:ahLst/>
            <a:cxnLst/>
            <a:rect l="l" t="t" r="r" b="b"/>
            <a:pathLst>
              <a:path w="19848" h="19849" extrusionOk="0">
                <a:moveTo>
                  <a:pt x="9640" y="935"/>
                </a:moveTo>
                <a:lnTo>
                  <a:pt x="9640" y="3803"/>
                </a:lnTo>
                <a:cubicBezTo>
                  <a:pt x="8907" y="3803"/>
                  <a:pt x="8173" y="3803"/>
                  <a:pt x="7506" y="3837"/>
                </a:cubicBezTo>
                <a:cubicBezTo>
                  <a:pt x="8306" y="2469"/>
                  <a:pt x="9140" y="1468"/>
                  <a:pt x="9640" y="935"/>
                </a:cubicBezTo>
                <a:close/>
                <a:moveTo>
                  <a:pt x="10241" y="801"/>
                </a:moveTo>
                <a:cubicBezTo>
                  <a:pt x="10741" y="1302"/>
                  <a:pt x="11742" y="2436"/>
                  <a:pt x="12643" y="4004"/>
                </a:cubicBezTo>
                <a:cubicBezTo>
                  <a:pt x="11809" y="3937"/>
                  <a:pt x="11008" y="3837"/>
                  <a:pt x="10241" y="3837"/>
                </a:cubicBezTo>
                <a:lnTo>
                  <a:pt x="10241" y="801"/>
                </a:lnTo>
                <a:close/>
                <a:moveTo>
                  <a:pt x="9073" y="768"/>
                </a:moveTo>
                <a:lnTo>
                  <a:pt x="9073" y="768"/>
                </a:lnTo>
                <a:cubicBezTo>
                  <a:pt x="8440" y="1435"/>
                  <a:pt x="7572" y="2503"/>
                  <a:pt x="6805" y="3937"/>
                </a:cubicBezTo>
                <a:cubicBezTo>
                  <a:pt x="5771" y="4004"/>
                  <a:pt x="4837" y="4170"/>
                  <a:pt x="4003" y="4337"/>
                </a:cubicBezTo>
                <a:cubicBezTo>
                  <a:pt x="5237" y="2636"/>
                  <a:pt x="6972" y="1402"/>
                  <a:pt x="9073" y="768"/>
                </a:cubicBezTo>
                <a:close/>
                <a:moveTo>
                  <a:pt x="10975" y="768"/>
                </a:moveTo>
                <a:lnTo>
                  <a:pt x="10975" y="768"/>
                </a:lnTo>
                <a:cubicBezTo>
                  <a:pt x="13176" y="1402"/>
                  <a:pt x="15011" y="2803"/>
                  <a:pt x="16245" y="4637"/>
                </a:cubicBezTo>
                <a:cubicBezTo>
                  <a:pt x="15244" y="4437"/>
                  <a:pt x="14277" y="4237"/>
                  <a:pt x="13310" y="4104"/>
                </a:cubicBezTo>
                <a:cubicBezTo>
                  <a:pt x="12509" y="2603"/>
                  <a:pt x="11608" y="1468"/>
                  <a:pt x="10975" y="768"/>
                </a:cubicBezTo>
                <a:close/>
                <a:moveTo>
                  <a:pt x="6805" y="1102"/>
                </a:moveTo>
                <a:lnTo>
                  <a:pt x="6805" y="1102"/>
                </a:lnTo>
                <a:cubicBezTo>
                  <a:pt x="5337" y="1935"/>
                  <a:pt x="4103" y="3103"/>
                  <a:pt x="3169" y="4571"/>
                </a:cubicBezTo>
                <a:cubicBezTo>
                  <a:pt x="2769" y="4671"/>
                  <a:pt x="2402" y="4771"/>
                  <a:pt x="2002" y="4871"/>
                </a:cubicBezTo>
                <a:cubicBezTo>
                  <a:pt x="3169" y="3136"/>
                  <a:pt x="4837" y="1802"/>
                  <a:pt x="6805" y="1102"/>
                </a:cubicBezTo>
                <a:close/>
                <a:moveTo>
                  <a:pt x="13543" y="1302"/>
                </a:moveTo>
                <a:lnTo>
                  <a:pt x="13543" y="1302"/>
                </a:lnTo>
                <a:cubicBezTo>
                  <a:pt x="15411" y="2069"/>
                  <a:pt x="16946" y="3437"/>
                  <a:pt x="17980" y="5138"/>
                </a:cubicBezTo>
                <a:cubicBezTo>
                  <a:pt x="17646" y="5038"/>
                  <a:pt x="17346" y="4971"/>
                  <a:pt x="17012" y="4871"/>
                </a:cubicBezTo>
                <a:cubicBezTo>
                  <a:pt x="16178" y="3437"/>
                  <a:pt x="14978" y="2169"/>
                  <a:pt x="13543" y="1302"/>
                </a:cubicBezTo>
                <a:close/>
                <a:moveTo>
                  <a:pt x="6505" y="4471"/>
                </a:moveTo>
                <a:lnTo>
                  <a:pt x="6505" y="4471"/>
                </a:lnTo>
                <a:cubicBezTo>
                  <a:pt x="5838" y="5838"/>
                  <a:pt x="5337" y="7506"/>
                  <a:pt x="5271" y="9341"/>
                </a:cubicBezTo>
                <a:lnTo>
                  <a:pt x="5271" y="9574"/>
                </a:lnTo>
                <a:lnTo>
                  <a:pt x="2268" y="9574"/>
                </a:lnTo>
                <a:cubicBezTo>
                  <a:pt x="2302" y="7906"/>
                  <a:pt x="2802" y="6339"/>
                  <a:pt x="3603" y="4971"/>
                </a:cubicBezTo>
                <a:cubicBezTo>
                  <a:pt x="4103" y="4871"/>
                  <a:pt x="4737" y="4771"/>
                  <a:pt x="5337" y="4637"/>
                </a:cubicBezTo>
                <a:cubicBezTo>
                  <a:pt x="5738" y="4604"/>
                  <a:pt x="6105" y="4504"/>
                  <a:pt x="6505" y="4471"/>
                </a:cubicBezTo>
                <a:close/>
                <a:moveTo>
                  <a:pt x="2802" y="5238"/>
                </a:moveTo>
                <a:cubicBezTo>
                  <a:pt x="2135" y="6539"/>
                  <a:pt x="1735" y="8006"/>
                  <a:pt x="1668" y="9608"/>
                </a:cubicBezTo>
                <a:lnTo>
                  <a:pt x="567" y="9608"/>
                </a:lnTo>
                <a:cubicBezTo>
                  <a:pt x="601" y="8173"/>
                  <a:pt x="968" y="6806"/>
                  <a:pt x="1601" y="5638"/>
                </a:cubicBezTo>
                <a:cubicBezTo>
                  <a:pt x="1935" y="5505"/>
                  <a:pt x="2335" y="5405"/>
                  <a:pt x="2802" y="5238"/>
                </a:cubicBezTo>
                <a:close/>
                <a:moveTo>
                  <a:pt x="8888" y="4376"/>
                </a:moveTo>
                <a:cubicBezTo>
                  <a:pt x="9135" y="4376"/>
                  <a:pt x="9386" y="4384"/>
                  <a:pt x="9640" y="4404"/>
                </a:cubicBezTo>
                <a:lnTo>
                  <a:pt x="9640" y="9608"/>
                </a:lnTo>
                <a:lnTo>
                  <a:pt x="5804" y="9608"/>
                </a:lnTo>
                <a:lnTo>
                  <a:pt x="5804" y="9441"/>
                </a:lnTo>
                <a:cubicBezTo>
                  <a:pt x="5904" y="7506"/>
                  <a:pt x="6471" y="5838"/>
                  <a:pt x="7172" y="4471"/>
                </a:cubicBezTo>
                <a:cubicBezTo>
                  <a:pt x="7714" y="4423"/>
                  <a:pt x="8290" y="4376"/>
                  <a:pt x="8888" y="4376"/>
                </a:cubicBezTo>
                <a:close/>
                <a:moveTo>
                  <a:pt x="10241" y="4404"/>
                </a:moveTo>
                <a:cubicBezTo>
                  <a:pt x="11075" y="4437"/>
                  <a:pt x="11975" y="4504"/>
                  <a:pt x="12943" y="4637"/>
                </a:cubicBezTo>
                <a:cubicBezTo>
                  <a:pt x="13610" y="5972"/>
                  <a:pt x="14144" y="7606"/>
                  <a:pt x="14244" y="9441"/>
                </a:cubicBezTo>
                <a:lnTo>
                  <a:pt x="14244" y="9608"/>
                </a:lnTo>
                <a:lnTo>
                  <a:pt x="10241" y="9608"/>
                </a:lnTo>
                <a:lnTo>
                  <a:pt x="10241" y="4404"/>
                </a:lnTo>
                <a:close/>
                <a:moveTo>
                  <a:pt x="13643" y="4737"/>
                </a:moveTo>
                <a:cubicBezTo>
                  <a:pt x="14611" y="4871"/>
                  <a:pt x="15611" y="5104"/>
                  <a:pt x="16679" y="5338"/>
                </a:cubicBezTo>
                <a:cubicBezTo>
                  <a:pt x="17313" y="6605"/>
                  <a:pt x="17746" y="8073"/>
                  <a:pt x="17813" y="9608"/>
                </a:cubicBezTo>
                <a:lnTo>
                  <a:pt x="14811" y="9608"/>
                </a:lnTo>
                <a:lnTo>
                  <a:pt x="14811" y="9407"/>
                </a:lnTo>
                <a:cubicBezTo>
                  <a:pt x="14744" y="7640"/>
                  <a:pt x="14277" y="6072"/>
                  <a:pt x="13643" y="4737"/>
                </a:cubicBezTo>
                <a:close/>
                <a:moveTo>
                  <a:pt x="17346" y="5571"/>
                </a:moveTo>
                <a:lnTo>
                  <a:pt x="17346" y="5571"/>
                </a:lnTo>
                <a:cubicBezTo>
                  <a:pt x="17679" y="5638"/>
                  <a:pt x="18013" y="5772"/>
                  <a:pt x="18347" y="5838"/>
                </a:cubicBezTo>
                <a:cubicBezTo>
                  <a:pt x="18914" y="6972"/>
                  <a:pt x="19247" y="8273"/>
                  <a:pt x="19314" y="9608"/>
                </a:cubicBezTo>
                <a:lnTo>
                  <a:pt x="18347" y="9608"/>
                </a:lnTo>
                <a:cubicBezTo>
                  <a:pt x="18313" y="8140"/>
                  <a:pt x="17946" y="6806"/>
                  <a:pt x="17346" y="5571"/>
                </a:cubicBezTo>
                <a:close/>
                <a:moveTo>
                  <a:pt x="1668" y="10108"/>
                </a:moveTo>
                <a:lnTo>
                  <a:pt x="1668" y="10141"/>
                </a:lnTo>
                <a:cubicBezTo>
                  <a:pt x="1735" y="11843"/>
                  <a:pt x="2168" y="13477"/>
                  <a:pt x="2969" y="14911"/>
                </a:cubicBezTo>
                <a:cubicBezTo>
                  <a:pt x="2602" y="14811"/>
                  <a:pt x="2235" y="14678"/>
                  <a:pt x="1801" y="14578"/>
                </a:cubicBezTo>
                <a:cubicBezTo>
                  <a:pt x="1068" y="13210"/>
                  <a:pt x="601" y="11742"/>
                  <a:pt x="567" y="10108"/>
                </a:cubicBezTo>
                <a:close/>
                <a:moveTo>
                  <a:pt x="19314" y="10141"/>
                </a:moveTo>
                <a:cubicBezTo>
                  <a:pt x="19281" y="11843"/>
                  <a:pt x="18780" y="13444"/>
                  <a:pt x="17946" y="14811"/>
                </a:cubicBezTo>
                <a:cubicBezTo>
                  <a:pt x="17646" y="14911"/>
                  <a:pt x="17313" y="15012"/>
                  <a:pt x="16946" y="15112"/>
                </a:cubicBezTo>
                <a:cubicBezTo>
                  <a:pt x="17813" y="13677"/>
                  <a:pt x="18313" y="11976"/>
                  <a:pt x="18347" y="10141"/>
                </a:cubicBezTo>
                <a:close/>
                <a:moveTo>
                  <a:pt x="5237" y="10141"/>
                </a:moveTo>
                <a:cubicBezTo>
                  <a:pt x="5271" y="12009"/>
                  <a:pt x="5771" y="13844"/>
                  <a:pt x="6738" y="15679"/>
                </a:cubicBezTo>
                <a:cubicBezTo>
                  <a:pt x="5771" y="15579"/>
                  <a:pt x="4770" y="15345"/>
                  <a:pt x="3736" y="15112"/>
                </a:cubicBezTo>
                <a:cubicBezTo>
                  <a:pt x="2802" y="13677"/>
                  <a:pt x="2268" y="11976"/>
                  <a:pt x="2235" y="10141"/>
                </a:cubicBezTo>
                <a:close/>
                <a:moveTo>
                  <a:pt x="17813" y="10141"/>
                </a:moveTo>
                <a:cubicBezTo>
                  <a:pt x="17780" y="12076"/>
                  <a:pt x="17179" y="13844"/>
                  <a:pt x="16145" y="15345"/>
                </a:cubicBezTo>
                <a:cubicBezTo>
                  <a:pt x="15645" y="15479"/>
                  <a:pt x="15111" y="15612"/>
                  <a:pt x="14511" y="15679"/>
                </a:cubicBezTo>
                <a:cubicBezTo>
                  <a:pt x="14110" y="15779"/>
                  <a:pt x="13677" y="15812"/>
                  <a:pt x="13243" y="15845"/>
                </a:cubicBezTo>
                <a:cubicBezTo>
                  <a:pt x="14244" y="13977"/>
                  <a:pt x="14777" y="12109"/>
                  <a:pt x="14811" y="10141"/>
                </a:cubicBezTo>
                <a:close/>
                <a:moveTo>
                  <a:pt x="9640" y="10141"/>
                </a:moveTo>
                <a:lnTo>
                  <a:pt x="9640" y="15946"/>
                </a:lnTo>
                <a:cubicBezTo>
                  <a:pt x="8940" y="15912"/>
                  <a:pt x="8173" y="15845"/>
                  <a:pt x="7439" y="15779"/>
                </a:cubicBezTo>
                <a:cubicBezTo>
                  <a:pt x="6405" y="13944"/>
                  <a:pt x="5838" y="12076"/>
                  <a:pt x="5804" y="10141"/>
                </a:cubicBezTo>
                <a:close/>
                <a:moveTo>
                  <a:pt x="14244" y="10141"/>
                </a:moveTo>
                <a:cubicBezTo>
                  <a:pt x="14177" y="12109"/>
                  <a:pt x="13610" y="14011"/>
                  <a:pt x="12509" y="15912"/>
                </a:cubicBezTo>
                <a:cubicBezTo>
                  <a:pt x="11809" y="15979"/>
                  <a:pt x="11075" y="15979"/>
                  <a:pt x="10241" y="15979"/>
                </a:cubicBezTo>
                <a:lnTo>
                  <a:pt x="10241" y="10141"/>
                </a:lnTo>
                <a:close/>
                <a:moveTo>
                  <a:pt x="17446" y="15612"/>
                </a:moveTo>
                <a:cubicBezTo>
                  <a:pt x="16445" y="16913"/>
                  <a:pt x="15111" y="17947"/>
                  <a:pt x="13577" y="18614"/>
                </a:cubicBezTo>
                <a:cubicBezTo>
                  <a:pt x="14744" y="17914"/>
                  <a:pt x="15745" y="16946"/>
                  <a:pt x="16512" y="15845"/>
                </a:cubicBezTo>
                <a:cubicBezTo>
                  <a:pt x="16846" y="15779"/>
                  <a:pt x="17146" y="15679"/>
                  <a:pt x="17446" y="15612"/>
                </a:cubicBezTo>
                <a:close/>
                <a:moveTo>
                  <a:pt x="2268" y="15312"/>
                </a:moveTo>
                <a:lnTo>
                  <a:pt x="2268" y="15312"/>
                </a:lnTo>
                <a:cubicBezTo>
                  <a:pt x="2635" y="15445"/>
                  <a:pt x="3002" y="15512"/>
                  <a:pt x="3403" y="15612"/>
                </a:cubicBezTo>
                <a:cubicBezTo>
                  <a:pt x="4270" y="16913"/>
                  <a:pt x="5437" y="18014"/>
                  <a:pt x="6805" y="18781"/>
                </a:cubicBezTo>
                <a:cubicBezTo>
                  <a:pt x="4970" y="18147"/>
                  <a:pt x="3336" y="16913"/>
                  <a:pt x="2268" y="15312"/>
                </a:cubicBezTo>
                <a:close/>
                <a:moveTo>
                  <a:pt x="7772" y="16413"/>
                </a:moveTo>
                <a:lnTo>
                  <a:pt x="7772" y="16413"/>
                </a:lnTo>
                <a:cubicBezTo>
                  <a:pt x="8440" y="16446"/>
                  <a:pt x="9073" y="16479"/>
                  <a:pt x="9640" y="16513"/>
                </a:cubicBezTo>
                <a:lnTo>
                  <a:pt x="9640" y="18914"/>
                </a:lnTo>
                <a:cubicBezTo>
                  <a:pt x="8940" y="18080"/>
                  <a:pt x="8306" y="17246"/>
                  <a:pt x="7772" y="16413"/>
                </a:cubicBezTo>
                <a:close/>
                <a:moveTo>
                  <a:pt x="12176" y="16479"/>
                </a:moveTo>
                <a:lnTo>
                  <a:pt x="12176" y="16479"/>
                </a:lnTo>
                <a:cubicBezTo>
                  <a:pt x="11642" y="17347"/>
                  <a:pt x="10975" y="18247"/>
                  <a:pt x="10241" y="19081"/>
                </a:cubicBezTo>
                <a:lnTo>
                  <a:pt x="10241" y="16513"/>
                </a:lnTo>
                <a:lnTo>
                  <a:pt x="10608" y="16513"/>
                </a:lnTo>
                <a:cubicBezTo>
                  <a:pt x="11141" y="16513"/>
                  <a:pt x="11675" y="16513"/>
                  <a:pt x="12176" y="16479"/>
                </a:cubicBezTo>
                <a:close/>
                <a:moveTo>
                  <a:pt x="4237" y="15812"/>
                </a:moveTo>
                <a:cubicBezTo>
                  <a:pt x="5237" y="16012"/>
                  <a:pt x="6171" y="16179"/>
                  <a:pt x="7105" y="16312"/>
                </a:cubicBezTo>
                <a:cubicBezTo>
                  <a:pt x="7639" y="17280"/>
                  <a:pt x="8339" y="18247"/>
                  <a:pt x="9140" y="19148"/>
                </a:cubicBezTo>
                <a:cubicBezTo>
                  <a:pt x="7139" y="18614"/>
                  <a:pt x="5437" y="17413"/>
                  <a:pt x="4237" y="15812"/>
                </a:cubicBezTo>
                <a:close/>
                <a:moveTo>
                  <a:pt x="15645" y="16012"/>
                </a:moveTo>
                <a:lnTo>
                  <a:pt x="15645" y="16012"/>
                </a:lnTo>
                <a:cubicBezTo>
                  <a:pt x="14444" y="17480"/>
                  <a:pt x="12809" y="18614"/>
                  <a:pt x="10908" y="19148"/>
                </a:cubicBezTo>
                <a:cubicBezTo>
                  <a:pt x="11675" y="18247"/>
                  <a:pt x="12342" y="17347"/>
                  <a:pt x="12909" y="16446"/>
                </a:cubicBezTo>
                <a:cubicBezTo>
                  <a:pt x="13943" y="16346"/>
                  <a:pt x="14844" y="16179"/>
                  <a:pt x="15645" y="16012"/>
                </a:cubicBezTo>
                <a:close/>
                <a:moveTo>
                  <a:pt x="9941" y="1"/>
                </a:moveTo>
                <a:cubicBezTo>
                  <a:pt x="4470" y="1"/>
                  <a:pt x="0" y="4471"/>
                  <a:pt x="0" y="9941"/>
                </a:cubicBezTo>
                <a:cubicBezTo>
                  <a:pt x="0" y="15412"/>
                  <a:pt x="4470" y="19848"/>
                  <a:pt x="9941" y="19848"/>
                </a:cubicBezTo>
                <a:lnTo>
                  <a:pt x="10174" y="19848"/>
                </a:lnTo>
                <a:cubicBezTo>
                  <a:pt x="15511" y="19782"/>
                  <a:pt x="19848" y="15345"/>
                  <a:pt x="19848" y="9941"/>
                </a:cubicBezTo>
                <a:cubicBezTo>
                  <a:pt x="19848" y="4504"/>
                  <a:pt x="15511" y="134"/>
                  <a:pt x="10141" y="1"/>
                </a:cubicBezTo>
                <a:close/>
              </a:path>
            </a:pathLst>
          </a:custGeom>
          <a:solidFill>
            <a:srgbClr val="92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12" name="Google Shape;2012;p47"/>
          <p:cNvGrpSpPr/>
          <p:nvPr/>
        </p:nvGrpSpPr>
        <p:grpSpPr>
          <a:xfrm>
            <a:off x="865512" y="991637"/>
            <a:ext cx="609540" cy="583574"/>
            <a:chOff x="3105300" y="593625"/>
            <a:chExt cx="256800" cy="245850"/>
          </a:xfrm>
        </p:grpSpPr>
        <p:sp>
          <p:nvSpPr>
            <p:cNvPr id="2013" name="Google Shape;2013;p47"/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7"/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7"/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7"/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>
          <a:extLst>
            <a:ext uri="{FF2B5EF4-FFF2-40B4-BE49-F238E27FC236}">
              <a16:creationId xmlns:a16="http://schemas.microsoft.com/office/drawing/2014/main" id="{673B2243-C512-6C0F-E628-E75D5E1A6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47">
            <a:extLst>
              <a:ext uri="{FF2B5EF4-FFF2-40B4-BE49-F238E27FC236}">
                <a16:creationId xmlns:a16="http://schemas.microsoft.com/office/drawing/2014/main" id="{E922C80E-0871-A3B0-B817-746197F940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88500" y="706529"/>
            <a:ext cx="3234154" cy="739579"/>
          </a:xfrm>
          <a:prstGeom prst="rect">
            <a:avLst/>
          </a:prstGeom>
        </p:spPr>
        <p:txBody>
          <a:bodyPr spcFirstLastPara="1" wrap="square" lIns="91425" tIns="91425" rIns="36575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Benefícios:</a:t>
            </a:r>
            <a:endParaRPr dirty="0"/>
          </a:p>
        </p:txBody>
      </p:sp>
      <p:sp>
        <p:nvSpPr>
          <p:cNvPr id="2008" name="Google Shape;2008;p47">
            <a:extLst>
              <a:ext uri="{FF2B5EF4-FFF2-40B4-BE49-F238E27FC236}">
                <a16:creationId xmlns:a16="http://schemas.microsoft.com/office/drawing/2014/main" id="{B3577C19-2DE9-8FF5-6B0A-C49742FC2DD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68024" y="1746987"/>
            <a:ext cx="4021706" cy="26776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Teste de caixa preta;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Test-</a:t>
            </a:r>
            <a:r>
              <a:rPr lang="pt-BR" sz="1700" b="1" dirty="0" err="1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Driven</a:t>
            </a: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700" b="1" dirty="0" err="1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Development</a:t>
            </a: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(TDD);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700" b="1" i="0" dirty="0">
                <a:solidFill>
                  <a:srgbClr val="ECECEC"/>
                </a:solidFill>
                <a:effectLst/>
                <a:latin typeface="Arial Rounded MT Bold" panose="020F0704030504030204" pitchFamily="34" charset="0"/>
              </a:rPr>
              <a:t>Melhores práticas;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700" b="1" i="0" dirty="0">
                <a:solidFill>
                  <a:srgbClr val="ECECEC"/>
                </a:solidFill>
                <a:effectLst/>
                <a:latin typeface="Arial Rounded MT Bold" panose="020F0704030504030204" pitchFamily="34" charset="0"/>
              </a:rPr>
              <a:t>Limitações</a:t>
            </a:r>
            <a:r>
              <a:rPr lang="pt-BR" sz="1700" b="0" i="0" dirty="0">
                <a:solidFill>
                  <a:srgbClr val="ECECEC"/>
                </a:solidFill>
                <a:effectLst/>
                <a:latin typeface="Arial Rounded MT Bold" panose="020F0704030504030204" pitchFamily="34" charset="0"/>
              </a:rPr>
              <a:t>: Não garante ausência total de bugs.</a:t>
            </a:r>
          </a:p>
          <a:p>
            <a:br>
              <a:rPr lang="pt-BR" sz="2000" dirty="0"/>
            </a:br>
            <a:endParaRPr lang="pt-BR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11" name="Google Shape;2011;p47">
            <a:extLst>
              <a:ext uri="{FF2B5EF4-FFF2-40B4-BE49-F238E27FC236}">
                <a16:creationId xmlns:a16="http://schemas.microsoft.com/office/drawing/2014/main" id="{954EC8B0-F8C7-BB12-176F-658E4EB631A5}"/>
              </a:ext>
            </a:extLst>
          </p:cNvPr>
          <p:cNvSpPr/>
          <p:nvPr/>
        </p:nvSpPr>
        <p:spPr>
          <a:xfrm>
            <a:off x="3675094" y="1460351"/>
            <a:ext cx="462359" cy="462382"/>
          </a:xfrm>
          <a:custGeom>
            <a:avLst/>
            <a:gdLst/>
            <a:ahLst/>
            <a:cxnLst/>
            <a:rect l="l" t="t" r="r" b="b"/>
            <a:pathLst>
              <a:path w="19848" h="19849" extrusionOk="0">
                <a:moveTo>
                  <a:pt x="9640" y="935"/>
                </a:moveTo>
                <a:lnTo>
                  <a:pt x="9640" y="3803"/>
                </a:lnTo>
                <a:cubicBezTo>
                  <a:pt x="8907" y="3803"/>
                  <a:pt x="8173" y="3803"/>
                  <a:pt x="7506" y="3837"/>
                </a:cubicBezTo>
                <a:cubicBezTo>
                  <a:pt x="8306" y="2469"/>
                  <a:pt x="9140" y="1468"/>
                  <a:pt x="9640" y="935"/>
                </a:cubicBezTo>
                <a:close/>
                <a:moveTo>
                  <a:pt x="10241" y="801"/>
                </a:moveTo>
                <a:cubicBezTo>
                  <a:pt x="10741" y="1302"/>
                  <a:pt x="11742" y="2436"/>
                  <a:pt x="12643" y="4004"/>
                </a:cubicBezTo>
                <a:cubicBezTo>
                  <a:pt x="11809" y="3937"/>
                  <a:pt x="11008" y="3837"/>
                  <a:pt x="10241" y="3837"/>
                </a:cubicBezTo>
                <a:lnTo>
                  <a:pt x="10241" y="801"/>
                </a:lnTo>
                <a:close/>
                <a:moveTo>
                  <a:pt x="9073" y="768"/>
                </a:moveTo>
                <a:lnTo>
                  <a:pt x="9073" y="768"/>
                </a:lnTo>
                <a:cubicBezTo>
                  <a:pt x="8440" y="1435"/>
                  <a:pt x="7572" y="2503"/>
                  <a:pt x="6805" y="3937"/>
                </a:cubicBezTo>
                <a:cubicBezTo>
                  <a:pt x="5771" y="4004"/>
                  <a:pt x="4837" y="4170"/>
                  <a:pt x="4003" y="4337"/>
                </a:cubicBezTo>
                <a:cubicBezTo>
                  <a:pt x="5237" y="2636"/>
                  <a:pt x="6972" y="1402"/>
                  <a:pt x="9073" y="768"/>
                </a:cubicBezTo>
                <a:close/>
                <a:moveTo>
                  <a:pt x="10975" y="768"/>
                </a:moveTo>
                <a:lnTo>
                  <a:pt x="10975" y="768"/>
                </a:lnTo>
                <a:cubicBezTo>
                  <a:pt x="13176" y="1402"/>
                  <a:pt x="15011" y="2803"/>
                  <a:pt x="16245" y="4637"/>
                </a:cubicBezTo>
                <a:cubicBezTo>
                  <a:pt x="15244" y="4437"/>
                  <a:pt x="14277" y="4237"/>
                  <a:pt x="13310" y="4104"/>
                </a:cubicBezTo>
                <a:cubicBezTo>
                  <a:pt x="12509" y="2603"/>
                  <a:pt x="11608" y="1468"/>
                  <a:pt x="10975" y="768"/>
                </a:cubicBezTo>
                <a:close/>
                <a:moveTo>
                  <a:pt x="6805" y="1102"/>
                </a:moveTo>
                <a:lnTo>
                  <a:pt x="6805" y="1102"/>
                </a:lnTo>
                <a:cubicBezTo>
                  <a:pt x="5337" y="1935"/>
                  <a:pt x="4103" y="3103"/>
                  <a:pt x="3169" y="4571"/>
                </a:cubicBezTo>
                <a:cubicBezTo>
                  <a:pt x="2769" y="4671"/>
                  <a:pt x="2402" y="4771"/>
                  <a:pt x="2002" y="4871"/>
                </a:cubicBezTo>
                <a:cubicBezTo>
                  <a:pt x="3169" y="3136"/>
                  <a:pt x="4837" y="1802"/>
                  <a:pt x="6805" y="1102"/>
                </a:cubicBezTo>
                <a:close/>
                <a:moveTo>
                  <a:pt x="13543" y="1302"/>
                </a:moveTo>
                <a:lnTo>
                  <a:pt x="13543" y="1302"/>
                </a:lnTo>
                <a:cubicBezTo>
                  <a:pt x="15411" y="2069"/>
                  <a:pt x="16946" y="3437"/>
                  <a:pt x="17980" y="5138"/>
                </a:cubicBezTo>
                <a:cubicBezTo>
                  <a:pt x="17646" y="5038"/>
                  <a:pt x="17346" y="4971"/>
                  <a:pt x="17012" y="4871"/>
                </a:cubicBezTo>
                <a:cubicBezTo>
                  <a:pt x="16178" y="3437"/>
                  <a:pt x="14978" y="2169"/>
                  <a:pt x="13543" y="1302"/>
                </a:cubicBezTo>
                <a:close/>
                <a:moveTo>
                  <a:pt x="6505" y="4471"/>
                </a:moveTo>
                <a:lnTo>
                  <a:pt x="6505" y="4471"/>
                </a:lnTo>
                <a:cubicBezTo>
                  <a:pt x="5838" y="5838"/>
                  <a:pt x="5337" y="7506"/>
                  <a:pt x="5271" y="9341"/>
                </a:cubicBezTo>
                <a:lnTo>
                  <a:pt x="5271" y="9574"/>
                </a:lnTo>
                <a:lnTo>
                  <a:pt x="2268" y="9574"/>
                </a:lnTo>
                <a:cubicBezTo>
                  <a:pt x="2302" y="7906"/>
                  <a:pt x="2802" y="6339"/>
                  <a:pt x="3603" y="4971"/>
                </a:cubicBezTo>
                <a:cubicBezTo>
                  <a:pt x="4103" y="4871"/>
                  <a:pt x="4737" y="4771"/>
                  <a:pt x="5337" y="4637"/>
                </a:cubicBezTo>
                <a:cubicBezTo>
                  <a:pt x="5738" y="4604"/>
                  <a:pt x="6105" y="4504"/>
                  <a:pt x="6505" y="4471"/>
                </a:cubicBezTo>
                <a:close/>
                <a:moveTo>
                  <a:pt x="2802" y="5238"/>
                </a:moveTo>
                <a:cubicBezTo>
                  <a:pt x="2135" y="6539"/>
                  <a:pt x="1735" y="8006"/>
                  <a:pt x="1668" y="9608"/>
                </a:cubicBezTo>
                <a:lnTo>
                  <a:pt x="567" y="9608"/>
                </a:lnTo>
                <a:cubicBezTo>
                  <a:pt x="601" y="8173"/>
                  <a:pt x="968" y="6806"/>
                  <a:pt x="1601" y="5638"/>
                </a:cubicBezTo>
                <a:cubicBezTo>
                  <a:pt x="1935" y="5505"/>
                  <a:pt x="2335" y="5405"/>
                  <a:pt x="2802" y="5238"/>
                </a:cubicBezTo>
                <a:close/>
                <a:moveTo>
                  <a:pt x="8888" y="4376"/>
                </a:moveTo>
                <a:cubicBezTo>
                  <a:pt x="9135" y="4376"/>
                  <a:pt x="9386" y="4384"/>
                  <a:pt x="9640" y="4404"/>
                </a:cubicBezTo>
                <a:lnTo>
                  <a:pt x="9640" y="9608"/>
                </a:lnTo>
                <a:lnTo>
                  <a:pt x="5804" y="9608"/>
                </a:lnTo>
                <a:lnTo>
                  <a:pt x="5804" y="9441"/>
                </a:lnTo>
                <a:cubicBezTo>
                  <a:pt x="5904" y="7506"/>
                  <a:pt x="6471" y="5838"/>
                  <a:pt x="7172" y="4471"/>
                </a:cubicBezTo>
                <a:cubicBezTo>
                  <a:pt x="7714" y="4423"/>
                  <a:pt x="8290" y="4376"/>
                  <a:pt x="8888" y="4376"/>
                </a:cubicBezTo>
                <a:close/>
                <a:moveTo>
                  <a:pt x="10241" y="4404"/>
                </a:moveTo>
                <a:cubicBezTo>
                  <a:pt x="11075" y="4437"/>
                  <a:pt x="11975" y="4504"/>
                  <a:pt x="12943" y="4637"/>
                </a:cubicBezTo>
                <a:cubicBezTo>
                  <a:pt x="13610" y="5972"/>
                  <a:pt x="14144" y="7606"/>
                  <a:pt x="14244" y="9441"/>
                </a:cubicBezTo>
                <a:lnTo>
                  <a:pt x="14244" y="9608"/>
                </a:lnTo>
                <a:lnTo>
                  <a:pt x="10241" y="9608"/>
                </a:lnTo>
                <a:lnTo>
                  <a:pt x="10241" y="4404"/>
                </a:lnTo>
                <a:close/>
                <a:moveTo>
                  <a:pt x="13643" y="4737"/>
                </a:moveTo>
                <a:cubicBezTo>
                  <a:pt x="14611" y="4871"/>
                  <a:pt x="15611" y="5104"/>
                  <a:pt x="16679" y="5338"/>
                </a:cubicBezTo>
                <a:cubicBezTo>
                  <a:pt x="17313" y="6605"/>
                  <a:pt x="17746" y="8073"/>
                  <a:pt x="17813" y="9608"/>
                </a:cubicBezTo>
                <a:lnTo>
                  <a:pt x="14811" y="9608"/>
                </a:lnTo>
                <a:lnTo>
                  <a:pt x="14811" y="9407"/>
                </a:lnTo>
                <a:cubicBezTo>
                  <a:pt x="14744" y="7640"/>
                  <a:pt x="14277" y="6072"/>
                  <a:pt x="13643" y="4737"/>
                </a:cubicBezTo>
                <a:close/>
                <a:moveTo>
                  <a:pt x="17346" y="5571"/>
                </a:moveTo>
                <a:lnTo>
                  <a:pt x="17346" y="5571"/>
                </a:lnTo>
                <a:cubicBezTo>
                  <a:pt x="17679" y="5638"/>
                  <a:pt x="18013" y="5772"/>
                  <a:pt x="18347" y="5838"/>
                </a:cubicBezTo>
                <a:cubicBezTo>
                  <a:pt x="18914" y="6972"/>
                  <a:pt x="19247" y="8273"/>
                  <a:pt x="19314" y="9608"/>
                </a:cubicBezTo>
                <a:lnTo>
                  <a:pt x="18347" y="9608"/>
                </a:lnTo>
                <a:cubicBezTo>
                  <a:pt x="18313" y="8140"/>
                  <a:pt x="17946" y="6806"/>
                  <a:pt x="17346" y="5571"/>
                </a:cubicBezTo>
                <a:close/>
                <a:moveTo>
                  <a:pt x="1668" y="10108"/>
                </a:moveTo>
                <a:lnTo>
                  <a:pt x="1668" y="10141"/>
                </a:lnTo>
                <a:cubicBezTo>
                  <a:pt x="1735" y="11843"/>
                  <a:pt x="2168" y="13477"/>
                  <a:pt x="2969" y="14911"/>
                </a:cubicBezTo>
                <a:cubicBezTo>
                  <a:pt x="2602" y="14811"/>
                  <a:pt x="2235" y="14678"/>
                  <a:pt x="1801" y="14578"/>
                </a:cubicBezTo>
                <a:cubicBezTo>
                  <a:pt x="1068" y="13210"/>
                  <a:pt x="601" y="11742"/>
                  <a:pt x="567" y="10108"/>
                </a:cubicBezTo>
                <a:close/>
                <a:moveTo>
                  <a:pt x="19314" y="10141"/>
                </a:moveTo>
                <a:cubicBezTo>
                  <a:pt x="19281" y="11843"/>
                  <a:pt x="18780" y="13444"/>
                  <a:pt x="17946" y="14811"/>
                </a:cubicBezTo>
                <a:cubicBezTo>
                  <a:pt x="17646" y="14911"/>
                  <a:pt x="17313" y="15012"/>
                  <a:pt x="16946" y="15112"/>
                </a:cubicBezTo>
                <a:cubicBezTo>
                  <a:pt x="17813" y="13677"/>
                  <a:pt x="18313" y="11976"/>
                  <a:pt x="18347" y="10141"/>
                </a:cubicBezTo>
                <a:close/>
                <a:moveTo>
                  <a:pt x="5237" y="10141"/>
                </a:moveTo>
                <a:cubicBezTo>
                  <a:pt x="5271" y="12009"/>
                  <a:pt x="5771" y="13844"/>
                  <a:pt x="6738" y="15679"/>
                </a:cubicBezTo>
                <a:cubicBezTo>
                  <a:pt x="5771" y="15579"/>
                  <a:pt x="4770" y="15345"/>
                  <a:pt x="3736" y="15112"/>
                </a:cubicBezTo>
                <a:cubicBezTo>
                  <a:pt x="2802" y="13677"/>
                  <a:pt x="2268" y="11976"/>
                  <a:pt x="2235" y="10141"/>
                </a:cubicBezTo>
                <a:close/>
                <a:moveTo>
                  <a:pt x="17813" y="10141"/>
                </a:moveTo>
                <a:cubicBezTo>
                  <a:pt x="17780" y="12076"/>
                  <a:pt x="17179" y="13844"/>
                  <a:pt x="16145" y="15345"/>
                </a:cubicBezTo>
                <a:cubicBezTo>
                  <a:pt x="15645" y="15479"/>
                  <a:pt x="15111" y="15612"/>
                  <a:pt x="14511" y="15679"/>
                </a:cubicBezTo>
                <a:cubicBezTo>
                  <a:pt x="14110" y="15779"/>
                  <a:pt x="13677" y="15812"/>
                  <a:pt x="13243" y="15845"/>
                </a:cubicBezTo>
                <a:cubicBezTo>
                  <a:pt x="14244" y="13977"/>
                  <a:pt x="14777" y="12109"/>
                  <a:pt x="14811" y="10141"/>
                </a:cubicBezTo>
                <a:close/>
                <a:moveTo>
                  <a:pt x="9640" y="10141"/>
                </a:moveTo>
                <a:lnTo>
                  <a:pt x="9640" y="15946"/>
                </a:lnTo>
                <a:cubicBezTo>
                  <a:pt x="8940" y="15912"/>
                  <a:pt x="8173" y="15845"/>
                  <a:pt x="7439" y="15779"/>
                </a:cubicBezTo>
                <a:cubicBezTo>
                  <a:pt x="6405" y="13944"/>
                  <a:pt x="5838" y="12076"/>
                  <a:pt x="5804" y="10141"/>
                </a:cubicBezTo>
                <a:close/>
                <a:moveTo>
                  <a:pt x="14244" y="10141"/>
                </a:moveTo>
                <a:cubicBezTo>
                  <a:pt x="14177" y="12109"/>
                  <a:pt x="13610" y="14011"/>
                  <a:pt x="12509" y="15912"/>
                </a:cubicBezTo>
                <a:cubicBezTo>
                  <a:pt x="11809" y="15979"/>
                  <a:pt x="11075" y="15979"/>
                  <a:pt x="10241" y="15979"/>
                </a:cubicBezTo>
                <a:lnTo>
                  <a:pt x="10241" y="10141"/>
                </a:lnTo>
                <a:close/>
                <a:moveTo>
                  <a:pt x="17446" y="15612"/>
                </a:moveTo>
                <a:cubicBezTo>
                  <a:pt x="16445" y="16913"/>
                  <a:pt x="15111" y="17947"/>
                  <a:pt x="13577" y="18614"/>
                </a:cubicBezTo>
                <a:cubicBezTo>
                  <a:pt x="14744" y="17914"/>
                  <a:pt x="15745" y="16946"/>
                  <a:pt x="16512" y="15845"/>
                </a:cubicBezTo>
                <a:cubicBezTo>
                  <a:pt x="16846" y="15779"/>
                  <a:pt x="17146" y="15679"/>
                  <a:pt x="17446" y="15612"/>
                </a:cubicBezTo>
                <a:close/>
                <a:moveTo>
                  <a:pt x="2268" y="15312"/>
                </a:moveTo>
                <a:lnTo>
                  <a:pt x="2268" y="15312"/>
                </a:lnTo>
                <a:cubicBezTo>
                  <a:pt x="2635" y="15445"/>
                  <a:pt x="3002" y="15512"/>
                  <a:pt x="3403" y="15612"/>
                </a:cubicBezTo>
                <a:cubicBezTo>
                  <a:pt x="4270" y="16913"/>
                  <a:pt x="5437" y="18014"/>
                  <a:pt x="6805" y="18781"/>
                </a:cubicBezTo>
                <a:cubicBezTo>
                  <a:pt x="4970" y="18147"/>
                  <a:pt x="3336" y="16913"/>
                  <a:pt x="2268" y="15312"/>
                </a:cubicBezTo>
                <a:close/>
                <a:moveTo>
                  <a:pt x="7772" y="16413"/>
                </a:moveTo>
                <a:lnTo>
                  <a:pt x="7772" y="16413"/>
                </a:lnTo>
                <a:cubicBezTo>
                  <a:pt x="8440" y="16446"/>
                  <a:pt x="9073" y="16479"/>
                  <a:pt x="9640" y="16513"/>
                </a:cubicBezTo>
                <a:lnTo>
                  <a:pt x="9640" y="18914"/>
                </a:lnTo>
                <a:cubicBezTo>
                  <a:pt x="8940" y="18080"/>
                  <a:pt x="8306" y="17246"/>
                  <a:pt x="7772" y="16413"/>
                </a:cubicBezTo>
                <a:close/>
                <a:moveTo>
                  <a:pt x="12176" y="16479"/>
                </a:moveTo>
                <a:lnTo>
                  <a:pt x="12176" y="16479"/>
                </a:lnTo>
                <a:cubicBezTo>
                  <a:pt x="11642" y="17347"/>
                  <a:pt x="10975" y="18247"/>
                  <a:pt x="10241" y="19081"/>
                </a:cubicBezTo>
                <a:lnTo>
                  <a:pt x="10241" y="16513"/>
                </a:lnTo>
                <a:lnTo>
                  <a:pt x="10608" y="16513"/>
                </a:lnTo>
                <a:cubicBezTo>
                  <a:pt x="11141" y="16513"/>
                  <a:pt x="11675" y="16513"/>
                  <a:pt x="12176" y="16479"/>
                </a:cubicBezTo>
                <a:close/>
                <a:moveTo>
                  <a:pt x="4237" y="15812"/>
                </a:moveTo>
                <a:cubicBezTo>
                  <a:pt x="5237" y="16012"/>
                  <a:pt x="6171" y="16179"/>
                  <a:pt x="7105" y="16312"/>
                </a:cubicBezTo>
                <a:cubicBezTo>
                  <a:pt x="7639" y="17280"/>
                  <a:pt x="8339" y="18247"/>
                  <a:pt x="9140" y="19148"/>
                </a:cubicBezTo>
                <a:cubicBezTo>
                  <a:pt x="7139" y="18614"/>
                  <a:pt x="5437" y="17413"/>
                  <a:pt x="4237" y="15812"/>
                </a:cubicBezTo>
                <a:close/>
                <a:moveTo>
                  <a:pt x="15645" y="16012"/>
                </a:moveTo>
                <a:lnTo>
                  <a:pt x="15645" y="16012"/>
                </a:lnTo>
                <a:cubicBezTo>
                  <a:pt x="14444" y="17480"/>
                  <a:pt x="12809" y="18614"/>
                  <a:pt x="10908" y="19148"/>
                </a:cubicBezTo>
                <a:cubicBezTo>
                  <a:pt x="11675" y="18247"/>
                  <a:pt x="12342" y="17347"/>
                  <a:pt x="12909" y="16446"/>
                </a:cubicBezTo>
                <a:cubicBezTo>
                  <a:pt x="13943" y="16346"/>
                  <a:pt x="14844" y="16179"/>
                  <a:pt x="15645" y="16012"/>
                </a:cubicBezTo>
                <a:close/>
                <a:moveTo>
                  <a:pt x="9941" y="1"/>
                </a:moveTo>
                <a:cubicBezTo>
                  <a:pt x="4470" y="1"/>
                  <a:pt x="0" y="4471"/>
                  <a:pt x="0" y="9941"/>
                </a:cubicBezTo>
                <a:cubicBezTo>
                  <a:pt x="0" y="15412"/>
                  <a:pt x="4470" y="19848"/>
                  <a:pt x="9941" y="19848"/>
                </a:cubicBezTo>
                <a:lnTo>
                  <a:pt x="10174" y="19848"/>
                </a:lnTo>
                <a:cubicBezTo>
                  <a:pt x="15511" y="19782"/>
                  <a:pt x="19848" y="15345"/>
                  <a:pt x="19848" y="9941"/>
                </a:cubicBezTo>
                <a:cubicBezTo>
                  <a:pt x="19848" y="4504"/>
                  <a:pt x="15511" y="134"/>
                  <a:pt x="10141" y="1"/>
                </a:cubicBezTo>
                <a:close/>
              </a:path>
            </a:pathLst>
          </a:custGeom>
          <a:solidFill>
            <a:srgbClr val="92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12" name="Google Shape;2012;p47">
            <a:extLst>
              <a:ext uri="{FF2B5EF4-FFF2-40B4-BE49-F238E27FC236}">
                <a16:creationId xmlns:a16="http://schemas.microsoft.com/office/drawing/2014/main" id="{FAF50998-EE48-1E87-29A1-2DF9FBAE7404}"/>
              </a:ext>
            </a:extLst>
          </p:cNvPr>
          <p:cNvGrpSpPr/>
          <p:nvPr/>
        </p:nvGrpSpPr>
        <p:grpSpPr>
          <a:xfrm>
            <a:off x="865512" y="991637"/>
            <a:ext cx="609540" cy="583574"/>
            <a:chOff x="3105300" y="593625"/>
            <a:chExt cx="256800" cy="245850"/>
          </a:xfrm>
        </p:grpSpPr>
        <p:sp>
          <p:nvSpPr>
            <p:cNvPr id="2013" name="Google Shape;2013;p47">
              <a:extLst>
                <a:ext uri="{FF2B5EF4-FFF2-40B4-BE49-F238E27FC236}">
                  <a16:creationId xmlns:a16="http://schemas.microsoft.com/office/drawing/2014/main" id="{66A37D7D-F60D-4501-27B5-BC7FE6851CAD}"/>
                </a:ext>
              </a:extLst>
            </p:cNvPr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7">
              <a:extLst>
                <a:ext uri="{FF2B5EF4-FFF2-40B4-BE49-F238E27FC236}">
                  <a16:creationId xmlns:a16="http://schemas.microsoft.com/office/drawing/2014/main" id="{4D183251-98D3-588E-DBA9-082614064B38}"/>
                </a:ext>
              </a:extLst>
            </p:cNvPr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7">
              <a:extLst>
                <a:ext uri="{FF2B5EF4-FFF2-40B4-BE49-F238E27FC236}">
                  <a16:creationId xmlns:a16="http://schemas.microsoft.com/office/drawing/2014/main" id="{E27718DE-F8C2-5A67-8C9C-58229E4EEBD3}"/>
                </a:ext>
              </a:extLst>
            </p:cNvPr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7">
              <a:extLst>
                <a:ext uri="{FF2B5EF4-FFF2-40B4-BE49-F238E27FC236}">
                  <a16:creationId xmlns:a16="http://schemas.microsoft.com/office/drawing/2014/main" id="{3BC72C94-0768-64BF-1357-870647144289}"/>
                </a:ext>
              </a:extLst>
            </p:cNvPr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441;p64">
            <a:extLst>
              <a:ext uri="{FF2B5EF4-FFF2-40B4-BE49-F238E27FC236}">
                <a16:creationId xmlns:a16="http://schemas.microsoft.com/office/drawing/2014/main" id="{6382D9B0-25D0-896F-CA97-A0DC17F2D485}"/>
              </a:ext>
            </a:extLst>
          </p:cNvPr>
          <p:cNvGrpSpPr/>
          <p:nvPr/>
        </p:nvGrpSpPr>
        <p:grpSpPr>
          <a:xfrm>
            <a:off x="174944" y="2039180"/>
            <a:ext cx="4759751" cy="3058219"/>
            <a:chOff x="3230750" y="2151881"/>
            <a:chExt cx="2850375" cy="1572244"/>
          </a:xfrm>
        </p:grpSpPr>
        <p:sp>
          <p:nvSpPr>
            <p:cNvPr id="3" name="Google Shape;3442;p64">
              <a:extLst>
                <a:ext uri="{FF2B5EF4-FFF2-40B4-BE49-F238E27FC236}">
                  <a16:creationId xmlns:a16="http://schemas.microsoft.com/office/drawing/2014/main" id="{D5DB7FFA-3B77-E7A2-F7C1-09E72B32DAEB}"/>
                </a:ext>
              </a:extLst>
            </p:cNvPr>
            <p:cNvSpPr/>
            <p:nvPr/>
          </p:nvSpPr>
          <p:spPr>
            <a:xfrm>
              <a:off x="4163900" y="3502050"/>
              <a:ext cx="1311200" cy="139925"/>
            </a:xfrm>
            <a:custGeom>
              <a:avLst/>
              <a:gdLst/>
              <a:ahLst/>
              <a:cxnLst/>
              <a:rect l="l" t="t" r="r" b="b"/>
              <a:pathLst>
                <a:path w="52448" h="5597" extrusionOk="0">
                  <a:moveTo>
                    <a:pt x="26218" y="0"/>
                  </a:moveTo>
                  <a:cubicBezTo>
                    <a:pt x="11740" y="0"/>
                    <a:pt x="1" y="1250"/>
                    <a:pt x="1" y="2798"/>
                  </a:cubicBezTo>
                  <a:cubicBezTo>
                    <a:pt x="1" y="4346"/>
                    <a:pt x="11740" y="5596"/>
                    <a:pt x="26218" y="5596"/>
                  </a:cubicBezTo>
                  <a:cubicBezTo>
                    <a:pt x="40708" y="5596"/>
                    <a:pt x="52448" y="4346"/>
                    <a:pt x="52448" y="2798"/>
                  </a:cubicBezTo>
                  <a:cubicBezTo>
                    <a:pt x="52448" y="1250"/>
                    <a:pt x="40708" y="0"/>
                    <a:pt x="26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443;p64">
              <a:extLst>
                <a:ext uri="{FF2B5EF4-FFF2-40B4-BE49-F238E27FC236}">
                  <a16:creationId xmlns:a16="http://schemas.microsoft.com/office/drawing/2014/main" id="{02D30E97-7D31-0D7F-25D9-01A52D62ECEE}"/>
                </a:ext>
              </a:extLst>
            </p:cNvPr>
            <p:cNvSpPr/>
            <p:nvPr/>
          </p:nvSpPr>
          <p:spPr>
            <a:xfrm>
              <a:off x="4198725" y="3505925"/>
              <a:ext cx="1241250" cy="132175"/>
            </a:xfrm>
            <a:custGeom>
              <a:avLst/>
              <a:gdLst/>
              <a:ahLst/>
              <a:cxnLst/>
              <a:rect l="l" t="t" r="r" b="b"/>
              <a:pathLst>
                <a:path w="49650" h="5287" extrusionOk="0">
                  <a:moveTo>
                    <a:pt x="24825" y="0"/>
                  </a:moveTo>
                  <a:cubicBezTo>
                    <a:pt x="11121" y="0"/>
                    <a:pt x="1" y="1179"/>
                    <a:pt x="1" y="2643"/>
                  </a:cubicBezTo>
                  <a:cubicBezTo>
                    <a:pt x="1" y="4108"/>
                    <a:pt x="11121" y="5286"/>
                    <a:pt x="24825" y="5286"/>
                  </a:cubicBezTo>
                  <a:cubicBezTo>
                    <a:pt x="38541" y="5286"/>
                    <a:pt x="49650" y="4108"/>
                    <a:pt x="49650" y="2643"/>
                  </a:cubicBezTo>
                  <a:cubicBezTo>
                    <a:pt x="49650" y="1179"/>
                    <a:pt x="38541" y="0"/>
                    <a:pt x="248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444;p64">
              <a:extLst>
                <a:ext uri="{FF2B5EF4-FFF2-40B4-BE49-F238E27FC236}">
                  <a16:creationId xmlns:a16="http://schemas.microsoft.com/office/drawing/2014/main" id="{BB00693B-B2DF-EDAA-F602-414007C8ABE6}"/>
                </a:ext>
              </a:extLst>
            </p:cNvPr>
            <p:cNvSpPr/>
            <p:nvPr/>
          </p:nvSpPr>
          <p:spPr>
            <a:xfrm>
              <a:off x="4279975" y="3514850"/>
              <a:ext cx="1079050" cy="99425"/>
            </a:xfrm>
            <a:custGeom>
              <a:avLst/>
              <a:gdLst/>
              <a:ahLst/>
              <a:cxnLst/>
              <a:rect l="l" t="t" r="r" b="b"/>
              <a:pathLst>
                <a:path w="43162" h="3977" extrusionOk="0">
                  <a:moveTo>
                    <a:pt x="21575" y="0"/>
                  </a:moveTo>
                  <a:cubicBezTo>
                    <a:pt x="9657" y="0"/>
                    <a:pt x="1" y="881"/>
                    <a:pt x="1" y="1989"/>
                  </a:cubicBezTo>
                  <a:cubicBezTo>
                    <a:pt x="1" y="3096"/>
                    <a:pt x="9657" y="3977"/>
                    <a:pt x="21575" y="3977"/>
                  </a:cubicBezTo>
                  <a:cubicBezTo>
                    <a:pt x="33493" y="3977"/>
                    <a:pt x="43161" y="3096"/>
                    <a:pt x="43161" y="1989"/>
                  </a:cubicBezTo>
                  <a:cubicBezTo>
                    <a:pt x="43161" y="881"/>
                    <a:pt x="33493" y="0"/>
                    <a:pt x="21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445;p64">
              <a:extLst>
                <a:ext uri="{FF2B5EF4-FFF2-40B4-BE49-F238E27FC236}">
                  <a16:creationId xmlns:a16="http://schemas.microsoft.com/office/drawing/2014/main" id="{05F02F34-2AE4-C519-FA52-87AA07DA852B}"/>
                </a:ext>
              </a:extLst>
            </p:cNvPr>
            <p:cNvSpPr/>
            <p:nvPr/>
          </p:nvSpPr>
          <p:spPr>
            <a:xfrm>
              <a:off x="3990375" y="2739975"/>
              <a:ext cx="127700" cy="139700"/>
            </a:xfrm>
            <a:custGeom>
              <a:avLst/>
              <a:gdLst/>
              <a:ahLst/>
              <a:cxnLst/>
              <a:rect l="l" t="t" r="r" b="b"/>
              <a:pathLst>
                <a:path w="5108" h="5588" extrusionOk="0">
                  <a:moveTo>
                    <a:pt x="1121" y="1"/>
                  </a:moveTo>
                  <a:cubicBezTo>
                    <a:pt x="971" y="1"/>
                    <a:pt x="819" y="37"/>
                    <a:pt x="679" y="111"/>
                  </a:cubicBezTo>
                  <a:cubicBezTo>
                    <a:pt x="179" y="361"/>
                    <a:pt x="0" y="992"/>
                    <a:pt x="286" y="1480"/>
                  </a:cubicBezTo>
                  <a:lnTo>
                    <a:pt x="2739" y="5588"/>
                  </a:lnTo>
                  <a:lnTo>
                    <a:pt x="5108" y="5111"/>
                  </a:lnTo>
                  <a:lnTo>
                    <a:pt x="1905" y="432"/>
                  </a:lnTo>
                  <a:cubicBezTo>
                    <a:pt x="1729" y="152"/>
                    <a:pt x="1429" y="1"/>
                    <a:pt x="1121" y="1"/>
                  </a:cubicBez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446;p64">
              <a:extLst>
                <a:ext uri="{FF2B5EF4-FFF2-40B4-BE49-F238E27FC236}">
                  <a16:creationId xmlns:a16="http://schemas.microsoft.com/office/drawing/2014/main" id="{3014F936-50F2-9E4A-EAE0-0A52174FF04F}"/>
                </a:ext>
              </a:extLst>
            </p:cNvPr>
            <p:cNvSpPr/>
            <p:nvPr/>
          </p:nvSpPr>
          <p:spPr>
            <a:xfrm>
              <a:off x="4185025" y="2854050"/>
              <a:ext cx="348600" cy="587600"/>
            </a:xfrm>
            <a:custGeom>
              <a:avLst/>
              <a:gdLst/>
              <a:ahLst/>
              <a:cxnLst/>
              <a:rect l="l" t="t" r="r" b="b"/>
              <a:pathLst>
                <a:path w="13944" h="23504" extrusionOk="0">
                  <a:moveTo>
                    <a:pt x="13574" y="1"/>
                  </a:moveTo>
                  <a:cubicBezTo>
                    <a:pt x="11002" y="334"/>
                    <a:pt x="8859" y="2179"/>
                    <a:pt x="8157" y="4680"/>
                  </a:cubicBezTo>
                  <a:lnTo>
                    <a:pt x="5323" y="14681"/>
                  </a:lnTo>
                  <a:lnTo>
                    <a:pt x="1" y="18788"/>
                  </a:lnTo>
                  <a:lnTo>
                    <a:pt x="287" y="19729"/>
                  </a:lnTo>
                  <a:cubicBezTo>
                    <a:pt x="966" y="21983"/>
                    <a:pt x="3046" y="23504"/>
                    <a:pt x="5368" y="23504"/>
                  </a:cubicBezTo>
                  <a:cubicBezTo>
                    <a:pt x="5487" y="23504"/>
                    <a:pt x="5607" y="23500"/>
                    <a:pt x="5728" y="23491"/>
                  </a:cubicBezTo>
                  <a:cubicBezTo>
                    <a:pt x="7573" y="23360"/>
                    <a:pt x="9228" y="22289"/>
                    <a:pt x="10074" y="20634"/>
                  </a:cubicBezTo>
                  <a:lnTo>
                    <a:pt x="13943" y="13169"/>
                  </a:lnTo>
                  <a:lnTo>
                    <a:pt x="135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447;p64">
              <a:extLst>
                <a:ext uri="{FF2B5EF4-FFF2-40B4-BE49-F238E27FC236}">
                  <a16:creationId xmlns:a16="http://schemas.microsoft.com/office/drawing/2014/main" id="{7059DE11-3825-06F5-8AF3-9AD4FE032CAD}"/>
                </a:ext>
              </a:extLst>
            </p:cNvPr>
            <p:cNvSpPr/>
            <p:nvPr/>
          </p:nvSpPr>
          <p:spPr>
            <a:xfrm>
              <a:off x="4317800" y="3144275"/>
              <a:ext cx="53300" cy="202725"/>
            </a:xfrm>
            <a:custGeom>
              <a:avLst/>
              <a:gdLst/>
              <a:ahLst/>
              <a:cxnLst/>
              <a:rect l="l" t="t" r="r" b="b"/>
              <a:pathLst>
                <a:path w="2132" h="8109" extrusionOk="0">
                  <a:moveTo>
                    <a:pt x="869" y="0"/>
                  </a:moveTo>
                  <a:lnTo>
                    <a:pt x="0" y="3060"/>
                  </a:lnTo>
                  <a:lnTo>
                    <a:pt x="1655" y="8108"/>
                  </a:lnTo>
                  <a:cubicBezTo>
                    <a:pt x="1965" y="7537"/>
                    <a:pt x="2131" y="6691"/>
                    <a:pt x="2012" y="6048"/>
                  </a:cubicBezTo>
                  <a:cubicBezTo>
                    <a:pt x="1857" y="4941"/>
                    <a:pt x="1107" y="3941"/>
                    <a:pt x="1191" y="2822"/>
                  </a:cubicBezTo>
                  <a:cubicBezTo>
                    <a:pt x="1226" y="2477"/>
                    <a:pt x="1310" y="2155"/>
                    <a:pt x="1405" y="1822"/>
                  </a:cubicBezTo>
                  <a:cubicBezTo>
                    <a:pt x="1488" y="1500"/>
                    <a:pt x="1548" y="1143"/>
                    <a:pt x="1476" y="810"/>
                  </a:cubicBezTo>
                  <a:cubicBezTo>
                    <a:pt x="1417" y="488"/>
                    <a:pt x="1203" y="0"/>
                    <a:pt x="869" y="0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448;p64">
              <a:extLst>
                <a:ext uri="{FF2B5EF4-FFF2-40B4-BE49-F238E27FC236}">
                  <a16:creationId xmlns:a16="http://schemas.microsoft.com/office/drawing/2014/main" id="{88BFF45C-8FAE-6A01-F52C-C213A76D95EC}"/>
                </a:ext>
              </a:extLst>
            </p:cNvPr>
            <p:cNvSpPr/>
            <p:nvPr/>
          </p:nvSpPr>
          <p:spPr>
            <a:xfrm>
              <a:off x="4485375" y="2994850"/>
              <a:ext cx="48250" cy="205100"/>
            </a:xfrm>
            <a:custGeom>
              <a:avLst/>
              <a:gdLst/>
              <a:ahLst/>
              <a:cxnLst/>
              <a:rect l="l" t="t" r="r" b="b"/>
              <a:pathLst>
                <a:path w="1930" h="8204" extrusionOk="0">
                  <a:moveTo>
                    <a:pt x="1727" y="0"/>
                  </a:moveTo>
                  <a:cubicBezTo>
                    <a:pt x="72" y="2512"/>
                    <a:pt x="0" y="5703"/>
                    <a:pt x="1584" y="8204"/>
                  </a:cubicBezTo>
                  <a:lnTo>
                    <a:pt x="1929" y="7537"/>
                  </a:lnTo>
                  <a:lnTo>
                    <a:pt x="1727" y="0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449;p64">
              <a:extLst>
                <a:ext uri="{FF2B5EF4-FFF2-40B4-BE49-F238E27FC236}">
                  <a16:creationId xmlns:a16="http://schemas.microsoft.com/office/drawing/2014/main" id="{943F0015-D180-3F7F-619C-F3875DC54A62}"/>
                </a:ext>
              </a:extLst>
            </p:cNvPr>
            <p:cNvSpPr/>
            <p:nvPr/>
          </p:nvSpPr>
          <p:spPr>
            <a:xfrm>
              <a:off x="4140375" y="3165350"/>
              <a:ext cx="213450" cy="160150"/>
            </a:xfrm>
            <a:custGeom>
              <a:avLst/>
              <a:gdLst/>
              <a:ahLst/>
              <a:cxnLst/>
              <a:rect l="l" t="t" r="r" b="b"/>
              <a:pathLst>
                <a:path w="8538" h="6406" extrusionOk="0">
                  <a:moveTo>
                    <a:pt x="3459" y="1"/>
                  </a:moveTo>
                  <a:cubicBezTo>
                    <a:pt x="2146" y="1"/>
                    <a:pt x="901" y="276"/>
                    <a:pt x="311" y="1264"/>
                  </a:cubicBezTo>
                  <a:cubicBezTo>
                    <a:pt x="1" y="1812"/>
                    <a:pt x="168" y="2515"/>
                    <a:pt x="406" y="3098"/>
                  </a:cubicBezTo>
                  <a:cubicBezTo>
                    <a:pt x="644" y="3681"/>
                    <a:pt x="953" y="4277"/>
                    <a:pt x="918" y="4896"/>
                  </a:cubicBezTo>
                  <a:cubicBezTo>
                    <a:pt x="906" y="5289"/>
                    <a:pt x="775" y="5717"/>
                    <a:pt x="1013" y="6015"/>
                  </a:cubicBezTo>
                  <a:cubicBezTo>
                    <a:pt x="1192" y="6241"/>
                    <a:pt x="1489" y="6301"/>
                    <a:pt x="1775" y="6325"/>
                  </a:cubicBezTo>
                  <a:cubicBezTo>
                    <a:pt x="2224" y="6379"/>
                    <a:pt x="2678" y="6405"/>
                    <a:pt x="3132" y="6405"/>
                  </a:cubicBezTo>
                  <a:cubicBezTo>
                    <a:pt x="4579" y="6405"/>
                    <a:pt x="6033" y="6133"/>
                    <a:pt x="7383" y="5598"/>
                  </a:cubicBezTo>
                  <a:cubicBezTo>
                    <a:pt x="7800" y="5444"/>
                    <a:pt x="8228" y="5229"/>
                    <a:pt x="8383" y="4824"/>
                  </a:cubicBezTo>
                  <a:cubicBezTo>
                    <a:pt x="8538" y="4420"/>
                    <a:pt x="8383" y="3979"/>
                    <a:pt x="8145" y="3622"/>
                  </a:cubicBezTo>
                  <a:cubicBezTo>
                    <a:pt x="7907" y="3241"/>
                    <a:pt x="7609" y="2931"/>
                    <a:pt x="7454" y="2527"/>
                  </a:cubicBezTo>
                  <a:cubicBezTo>
                    <a:pt x="7335" y="2205"/>
                    <a:pt x="7323" y="1836"/>
                    <a:pt x="7299" y="1491"/>
                  </a:cubicBezTo>
                  <a:cubicBezTo>
                    <a:pt x="7252" y="1145"/>
                    <a:pt x="7192" y="788"/>
                    <a:pt x="6966" y="502"/>
                  </a:cubicBezTo>
                  <a:cubicBezTo>
                    <a:pt x="6803" y="313"/>
                    <a:pt x="6546" y="174"/>
                    <a:pt x="6299" y="174"/>
                  </a:cubicBezTo>
                  <a:cubicBezTo>
                    <a:pt x="6205" y="174"/>
                    <a:pt x="6111" y="194"/>
                    <a:pt x="6026" y="241"/>
                  </a:cubicBezTo>
                  <a:cubicBezTo>
                    <a:pt x="5259" y="126"/>
                    <a:pt x="4344" y="1"/>
                    <a:pt x="345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450;p64">
              <a:extLst>
                <a:ext uri="{FF2B5EF4-FFF2-40B4-BE49-F238E27FC236}">
                  <a16:creationId xmlns:a16="http://schemas.microsoft.com/office/drawing/2014/main" id="{0FF291BA-BFFF-B4D2-E27C-5A539A1F97A3}"/>
                </a:ext>
              </a:extLst>
            </p:cNvPr>
            <p:cNvSpPr/>
            <p:nvPr/>
          </p:nvSpPr>
          <p:spPr>
            <a:xfrm>
              <a:off x="3932325" y="2722500"/>
              <a:ext cx="370300" cy="494450"/>
            </a:xfrm>
            <a:custGeom>
              <a:avLst/>
              <a:gdLst/>
              <a:ahLst/>
              <a:cxnLst/>
              <a:rect l="l" t="t" r="r" b="b"/>
              <a:pathLst>
                <a:path w="14812" h="19778" extrusionOk="0">
                  <a:moveTo>
                    <a:pt x="3549" y="0"/>
                  </a:moveTo>
                  <a:cubicBezTo>
                    <a:pt x="3037" y="0"/>
                    <a:pt x="2656" y="441"/>
                    <a:pt x="2679" y="929"/>
                  </a:cubicBezTo>
                  <a:lnTo>
                    <a:pt x="2834" y="3322"/>
                  </a:lnTo>
                  <a:lnTo>
                    <a:pt x="3525" y="5584"/>
                  </a:lnTo>
                  <a:lnTo>
                    <a:pt x="1858" y="3417"/>
                  </a:lnTo>
                  <a:lnTo>
                    <a:pt x="1501" y="1524"/>
                  </a:lnTo>
                  <a:cubicBezTo>
                    <a:pt x="1429" y="1167"/>
                    <a:pt x="1132" y="917"/>
                    <a:pt x="774" y="917"/>
                  </a:cubicBezTo>
                  <a:cubicBezTo>
                    <a:pt x="346" y="917"/>
                    <a:pt x="0" y="1298"/>
                    <a:pt x="48" y="1726"/>
                  </a:cubicBezTo>
                  <a:lnTo>
                    <a:pt x="286" y="3893"/>
                  </a:lnTo>
                  <a:lnTo>
                    <a:pt x="1429" y="6453"/>
                  </a:lnTo>
                  <a:cubicBezTo>
                    <a:pt x="1703" y="7049"/>
                    <a:pt x="2167" y="7525"/>
                    <a:pt x="2727" y="7834"/>
                  </a:cubicBezTo>
                  <a:lnTo>
                    <a:pt x="7299" y="10299"/>
                  </a:lnTo>
                  <a:lnTo>
                    <a:pt x="9395" y="19705"/>
                  </a:lnTo>
                  <a:cubicBezTo>
                    <a:pt x="9395" y="19705"/>
                    <a:pt x="9941" y="19778"/>
                    <a:pt x="10722" y="19778"/>
                  </a:cubicBezTo>
                  <a:cubicBezTo>
                    <a:pt x="11912" y="19778"/>
                    <a:pt x="13647" y="19608"/>
                    <a:pt x="14812" y="18752"/>
                  </a:cubicBezTo>
                  <a:lnTo>
                    <a:pt x="11764" y="9858"/>
                  </a:lnTo>
                  <a:cubicBezTo>
                    <a:pt x="11764" y="9858"/>
                    <a:pt x="11764" y="6763"/>
                    <a:pt x="9525" y="6239"/>
                  </a:cubicBezTo>
                  <a:lnTo>
                    <a:pt x="9264" y="4084"/>
                  </a:lnTo>
                  <a:lnTo>
                    <a:pt x="9597" y="2727"/>
                  </a:lnTo>
                  <a:cubicBezTo>
                    <a:pt x="9704" y="2322"/>
                    <a:pt x="9454" y="1929"/>
                    <a:pt x="9049" y="1834"/>
                  </a:cubicBezTo>
                  <a:cubicBezTo>
                    <a:pt x="8998" y="1822"/>
                    <a:pt x="8946" y="1817"/>
                    <a:pt x="8895" y="1817"/>
                  </a:cubicBezTo>
                  <a:cubicBezTo>
                    <a:pt x="8565" y="1817"/>
                    <a:pt x="8251" y="2040"/>
                    <a:pt x="8168" y="2369"/>
                  </a:cubicBezTo>
                  <a:lnTo>
                    <a:pt x="7847" y="3715"/>
                  </a:lnTo>
                  <a:lnTo>
                    <a:pt x="7775" y="5917"/>
                  </a:lnTo>
                  <a:lnTo>
                    <a:pt x="6858" y="3179"/>
                  </a:lnTo>
                  <a:lnTo>
                    <a:pt x="6942" y="1191"/>
                  </a:lnTo>
                  <a:cubicBezTo>
                    <a:pt x="6954" y="750"/>
                    <a:pt x="6620" y="381"/>
                    <a:pt x="6180" y="345"/>
                  </a:cubicBezTo>
                  <a:cubicBezTo>
                    <a:pt x="6165" y="345"/>
                    <a:pt x="6151" y="344"/>
                    <a:pt x="6136" y="344"/>
                  </a:cubicBezTo>
                  <a:cubicBezTo>
                    <a:pt x="5690" y="344"/>
                    <a:pt x="5310" y="693"/>
                    <a:pt x="5299" y="1131"/>
                  </a:cubicBezTo>
                  <a:lnTo>
                    <a:pt x="5227" y="3131"/>
                  </a:lnTo>
                  <a:lnTo>
                    <a:pt x="5787" y="5917"/>
                  </a:lnTo>
                  <a:lnTo>
                    <a:pt x="4537" y="3131"/>
                  </a:lnTo>
                  <a:lnTo>
                    <a:pt x="4406" y="822"/>
                  </a:lnTo>
                  <a:cubicBezTo>
                    <a:pt x="4382" y="357"/>
                    <a:pt x="4001" y="0"/>
                    <a:pt x="3549" y="0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451;p64">
              <a:extLst>
                <a:ext uri="{FF2B5EF4-FFF2-40B4-BE49-F238E27FC236}">
                  <a16:creationId xmlns:a16="http://schemas.microsoft.com/office/drawing/2014/main" id="{DB235E1E-0D1F-5180-0808-93F3EC6692BE}"/>
                </a:ext>
              </a:extLst>
            </p:cNvPr>
            <p:cNvSpPr/>
            <p:nvPr/>
          </p:nvSpPr>
          <p:spPr>
            <a:xfrm>
              <a:off x="5095575" y="2838275"/>
              <a:ext cx="257775" cy="697625"/>
            </a:xfrm>
            <a:custGeom>
              <a:avLst/>
              <a:gdLst/>
              <a:ahLst/>
              <a:cxnLst/>
              <a:rect l="l" t="t" r="r" b="b"/>
              <a:pathLst>
                <a:path w="10311" h="27905" extrusionOk="0">
                  <a:moveTo>
                    <a:pt x="453" y="1"/>
                  </a:moveTo>
                  <a:lnTo>
                    <a:pt x="0" y="13097"/>
                  </a:lnTo>
                  <a:cubicBezTo>
                    <a:pt x="0" y="13097"/>
                    <a:pt x="1250" y="21944"/>
                    <a:pt x="2786" y="25170"/>
                  </a:cubicBezTo>
                  <a:cubicBezTo>
                    <a:pt x="3663" y="26997"/>
                    <a:pt x="5371" y="27904"/>
                    <a:pt x="7021" y="27904"/>
                  </a:cubicBezTo>
                  <a:cubicBezTo>
                    <a:pt x="8286" y="27904"/>
                    <a:pt x="9516" y="27372"/>
                    <a:pt x="10311" y="26313"/>
                  </a:cubicBezTo>
                  <a:lnTo>
                    <a:pt x="7846" y="17336"/>
                  </a:lnTo>
                  <a:lnTo>
                    <a:pt x="5882" y="4823"/>
                  </a:lnTo>
                  <a:cubicBezTo>
                    <a:pt x="5441" y="2132"/>
                    <a:pt x="3179" y="108"/>
                    <a:pt x="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452;p64">
              <a:extLst>
                <a:ext uri="{FF2B5EF4-FFF2-40B4-BE49-F238E27FC236}">
                  <a16:creationId xmlns:a16="http://schemas.microsoft.com/office/drawing/2014/main" id="{67CECB19-D4D9-7BB5-4DDD-D4EB1C60ED2D}"/>
                </a:ext>
              </a:extLst>
            </p:cNvPr>
            <p:cNvSpPr/>
            <p:nvPr/>
          </p:nvSpPr>
          <p:spPr>
            <a:xfrm>
              <a:off x="5169975" y="3134750"/>
              <a:ext cx="183375" cy="380500"/>
            </a:xfrm>
            <a:custGeom>
              <a:avLst/>
              <a:gdLst/>
              <a:ahLst/>
              <a:cxnLst/>
              <a:rect l="l" t="t" r="r" b="b"/>
              <a:pathLst>
                <a:path w="7335" h="15220" extrusionOk="0">
                  <a:moveTo>
                    <a:pt x="4001" y="0"/>
                  </a:moveTo>
                  <a:cubicBezTo>
                    <a:pt x="3061" y="1762"/>
                    <a:pt x="1727" y="4155"/>
                    <a:pt x="786" y="5894"/>
                  </a:cubicBezTo>
                  <a:cubicBezTo>
                    <a:pt x="584" y="6298"/>
                    <a:pt x="405" y="6810"/>
                    <a:pt x="477" y="7251"/>
                  </a:cubicBezTo>
                  <a:cubicBezTo>
                    <a:pt x="548" y="7703"/>
                    <a:pt x="679" y="8144"/>
                    <a:pt x="596" y="8596"/>
                  </a:cubicBezTo>
                  <a:cubicBezTo>
                    <a:pt x="525" y="8954"/>
                    <a:pt x="298" y="9263"/>
                    <a:pt x="179" y="9608"/>
                  </a:cubicBezTo>
                  <a:cubicBezTo>
                    <a:pt x="1" y="10061"/>
                    <a:pt x="1" y="10585"/>
                    <a:pt x="167" y="11049"/>
                  </a:cubicBezTo>
                  <a:cubicBezTo>
                    <a:pt x="322" y="11513"/>
                    <a:pt x="667" y="11906"/>
                    <a:pt x="1096" y="12168"/>
                  </a:cubicBezTo>
                  <a:lnTo>
                    <a:pt x="548" y="12585"/>
                  </a:lnTo>
                  <a:cubicBezTo>
                    <a:pt x="911" y="14037"/>
                    <a:pt x="2577" y="15220"/>
                    <a:pt x="4572" y="15220"/>
                  </a:cubicBezTo>
                  <a:cubicBezTo>
                    <a:pt x="5457" y="15220"/>
                    <a:pt x="6406" y="14987"/>
                    <a:pt x="7335" y="14442"/>
                  </a:cubicBezTo>
                  <a:lnTo>
                    <a:pt x="4870" y="5465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453;p64">
              <a:extLst>
                <a:ext uri="{FF2B5EF4-FFF2-40B4-BE49-F238E27FC236}">
                  <a16:creationId xmlns:a16="http://schemas.microsoft.com/office/drawing/2014/main" id="{FE5905C4-A5A1-921E-B876-B06B58FCDF75}"/>
                </a:ext>
              </a:extLst>
            </p:cNvPr>
            <p:cNvSpPr/>
            <p:nvPr/>
          </p:nvSpPr>
          <p:spPr>
            <a:xfrm>
              <a:off x="5095575" y="2994550"/>
              <a:ext cx="73525" cy="197950"/>
            </a:xfrm>
            <a:custGeom>
              <a:avLst/>
              <a:gdLst/>
              <a:ahLst/>
              <a:cxnLst/>
              <a:rect l="l" t="t" r="r" b="b"/>
              <a:pathLst>
                <a:path w="2941" h="7918" extrusionOk="0">
                  <a:moveTo>
                    <a:pt x="250" y="0"/>
                  </a:moveTo>
                  <a:lnTo>
                    <a:pt x="0" y="6834"/>
                  </a:lnTo>
                  <a:lnTo>
                    <a:pt x="167" y="7918"/>
                  </a:lnTo>
                  <a:cubicBezTo>
                    <a:pt x="167" y="7918"/>
                    <a:pt x="2941" y="3346"/>
                    <a:pt x="250" y="0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454;p64">
              <a:extLst>
                <a:ext uri="{FF2B5EF4-FFF2-40B4-BE49-F238E27FC236}">
                  <a16:creationId xmlns:a16="http://schemas.microsoft.com/office/drawing/2014/main" id="{400CFA5E-B3D2-3B41-48C1-4778D477FBAB}"/>
                </a:ext>
              </a:extLst>
            </p:cNvPr>
            <p:cNvSpPr/>
            <p:nvPr/>
          </p:nvSpPr>
          <p:spPr>
            <a:xfrm>
              <a:off x="5174450" y="3313925"/>
              <a:ext cx="202125" cy="192425"/>
            </a:xfrm>
            <a:custGeom>
              <a:avLst/>
              <a:gdLst/>
              <a:ahLst/>
              <a:cxnLst/>
              <a:rect l="l" t="t" r="r" b="b"/>
              <a:pathLst>
                <a:path w="8085" h="7697" extrusionOk="0">
                  <a:moveTo>
                    <a:pt x="1452" y="0"/>
                  </a:moveTo>
                  <a:cubicBezTo>
                    <a:pt x="1201" y="0"/>
                    <a:pt x="942" y="167"/>
                    <a:pt x="810" y="393"/>
                  </a:cubicBezTo>
                  <a:cubicBezTo>
                    <a:pt x="655" y="679"/>
                    <a:pt x="631" y="1036"/>
                    <a:pt x="667" y="1358"/>
                  </a:cubicBezTo>
                  <a:cubicBezTo>
                    <a:pt x="679" y="1691"/>
                    <a:pt x="738" y="2013"/>
                    <a:pt x="703" y="2346"/>
                  </a:cubicBezTo>
                  <a:cubicBezTo>
                    <a:pt x="619" y="2941"/>
                    <a:pt x="191" y="3430"/>
                    <a:pt x="84" y="4025"/>
                  </a:cubicBezTo>
                  <a:cubicBezTo>
                    <a:pt x="0" y="4501"/>
                    <a:pt x="131" y="4989"/>
                    <a:pt x="369" y="5406"/>
                  </a:cubicBezTo>
                  <a:cubicBezTo>
                    <a:pt x="619" y="5823"/>
                    <a:pt x="965" y="6168"/>
                    <a:pt x="1358" y="6454"/>
                  </a:cubicBezTo>
                  <a:cubicBezTo>
                    <a:pt x="2420" y="7259"/>
                    <a:pt x="3752" y="7696"/>
                    <a:pt x="5084" y="7696"/>
                  </a:cubicBezTo>
                  <a:cubicBezTo>
                    <a:pt x="5544" y="7696"/>
                    <a:pt x="6004" y="7644"/>
                    <a:pt x="6453" y="7537"/>
                  </a:cubicBezTo>
                  <a:cubicBezTo>
                    <a:pt x="6870" y="7442"/>
                    <a:pt x="7323" y="7275"/>
                    <a:pt x="7525" y="6882"/>
                  </a:cubicBezTo>
                  <a:cubicBezTo>
                    <a:pt x="7727" y="6525"/>
                    <a:pt x="7632" y="6085"/>
                    <a:pt x="7632" y="5680"/>
                  </a:cubicBezTo>
                  <a:cubicBezTo>
                    <a:pt x="7632" y="5192"/>
                    <a:pt x="7751" y="4704"/>
                    <a:pt x="7870" y="4203"/>
                  </a:cubicBezTo>
                  <a:cubicBezTo>
                    <a:pt x="7977" y="3715"/>
                    <a:pt x="8085" y="3215"/>
                    <a:pt x="8025" y="2715"/>
                  </a:cubicBezTo>
                  <a:cubicBezTo>
                    <a:pt x="7977" y="2227"/>
                    <a:pt x="7739" y="1727"/>
                    <a:pt x="7311" y="1465"/>
                  </a:cubicBezTo>
                  <a:cubicBezTo>
                    <a:pt x="5727" y="513"/>
                    <a:pt x="3358" y="774"/>
                    <a:pt x="1643" y="36"/>
                  </a:cubicBezTo>
                  <a:cubicBezTo>
                    <a:pt x="1582" y="12"/>
                    <a:pt x="1517" y="0"/>
                    <a:pt x="145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455;p64">
              <a:extLst>
                <a:ext uri="{FF2B5EF4-FFF2-40B4-BE49-F238E27FC236}">
                  <a16:creationId xmlns:a16="http://schemas.microsoft.com/office/drawing/2014/main" id="{70EB9547-8608-69B4-16C8-E1C4A1B7E015}"/>
                </a:ext>
              </a:extLst>
            </p:cNvPr>
            <p:cNvSpPr/>
            <p:nvPr/>
          </p:nvSpPr>
          <p:spPr>
            <a:xfrm>
              <a:off x="5203325" y="3043650"/>
              <a:ext cx="214325" cy="363225"/>
            </a:xfrm>
            <a:custGeom>
              <a:avLst/>
              <a:gdLst/>
              <a:ahLst/>
              <a:cxnLst/>
              <a:rect l="l" t="t" r="r" b="b"/>
              <a:pathLst>
                <a:path w="8573" h="14529" extrusionOk="0">
                  <a:moveTo>
                    <a:pt x="3810" y="1"/>
                  </a:moveTo>
                  <a:lnTo>
                    <a:pt x="0" y="12074"/>
                  </a:lnTo>
                  <a:cubicBezTo>
                    <a:pt x="526" y="14036"/>
                    <a:pt x="2961" y="14528"/>
                    <a:pt x="4702" y="14528"/>
                  </a:cubicBezTo>
                  <a:cubicBezTo>
                    <a:pt x="5443" y="14528"/>
                    <a:pt x="6058" y="14439"/>
                    <a:pt x="6346" y="14336"/>
                  </a:cubicBezTo>
                  <a:cubicBezTo>
                    <a:pt x="8013" y="5418"/>
                    <a:pt x="8573" y="13"/>
                    <a:pt x="8573" y="13"/>
                  </a:cubicBezTo>
                  <a:lnTo>
                    <a:pt x="3810" y="13"/>
                  </a:lnTo>
                  <a:lnTo>
                    <a:pt x="3810" y="1"/>
                  </a:lnTo>
                  <a:close/>
                </a:path>
              </a:pathLst>
            </a:custGeom>
            <a:solidFill>
              <a:srgbClr val="DD8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456;p64">
              <a:extLst>
                <a:ext uri="{FF2B5EF4-FFF2-40B4-BE49-F238E27FC236}">
                  <a16:creationId xmlns:a16="http://schemas.microsoft.com/office/drawing/2014/main" id="{45B489DB-D7F8-CCE5-41B1-FFECB0A69D3F}"/>
                </a:ext>
              </a:extLst>
            </p:cNvPr>
            <p:cNvSpPr/>
            <p:nvPr/>
          </p:nvSpPr>
          <p:spPr>
            <a:xfrm>
              <a:off x="5161050" y="2893050"/>
              <a:ext cx="257200" cy="179725"/>
            </a:xfrm>
            <a:custGeom>
              <a:avLst/>
              <a:gdLst/>
              <a:ahLst/>
              <a:cxnLst/>
              <a:rect l="l" t="t" r="r" b="b"/>
              <a:pathLst>
                <a:path w="10288" h="7189" extrusionOk="0">
                  <a:moveTo>
                    <a:pt x="6573" y="0"/>
                  </a:moveTo>
                  <a:lnTo>
                    <a:pt x="5168" y="2322"/>
                  </a:lnTo>
                  <a:lnTo>
                    <a:pt x="2989" y="2322"/>
                  </a:lnTo>
                  <a:lnTo>
                    <a:pt x="1560" y="1429"/>
                  </a:lnTo>
                  <a:cubicBezTo>
                    <a:pt x="1406" y="1337"/>
                    <a:pt x="1236" y="1291"/>
                    <a:pt x="1069" y="1291"/>
                  </a:cubicBezTo>
                  <a:cubicBezTo>
                    <a:pt x="782" y="1291"/>
                    <a:pt x="502" y="1424"/>
                    <a:pt x="322" y="1679"/>
                  </a:cubicBezTo>
                  <a:cubicBezTo>
                    <a:pt x="0" y="2143"/>
                    <a:pt x="179" y="2786"/>
                    <a:pt x="679" y="3024"/>
                  </a:cubicBezTo>
                  <a:lnTo>
                    <a:pt x="3108" y="4179"/>
                  </a:lnTo>
                  <a:cubicBezTo>
                    <a:pt x="3560" y="5370"/>
                    <a:pt x="5108" y="6156"/>
                    <a:pt x="5108" y="6156"/>
                  </a:cubicBezTo>
                  <a:cubicBezTo>
                    <a:pt x="5738" y="6834"/>
                    <a:pt x="7446" y="7189"/>
                    <a:pt x="8536" y="7189"/>
                  </a:cubicBezTo>
                  <a:cubicBezTo>
                    <a:pt x="8786" y="7189"/>
                    <a:pt x="9004" y="7170"/>
                    <a:pt x="9168" y="7132"/>
                  </a:cubicBezTo>
                  <a:cubicBezTo>
                    <a:pt x="10061" y="6918"/>
                    <a:pt x="10287" y="4048"/>
                    <a:pt x="10287" y="4048"/>
                  </a:cubicBezTo>
                  <a:lnTo>
                    <a:pt x="8633" y="0"/>
                  </a:ln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457;p64">
              <a:extLst>
                <a:ext uri="{FF2B5EF4-FFF2-40B4-BE49-F238E27FC236}">
                  <a16:creationId xmlns:a16="http://schemas.microsoft.com/office/drawing/2014/main" id="{02279AB2-BBDE-9D82-AC05-ABA0DBC23D44}"/>
                </a:ext>
              </a:extLst>
            </p:cNvPr>
            <p:cNvSpPr/>
            <p:nvPr/>
          </p:nvSpPr>
          <p:spPr>
            <a:xfrm>
              <a:off x="5234275" y="2842150"/>
              <a:ext cx="205700" cy="264075"/>
            </a:xfrm>
            <a:custGeom>
              <a:avLst/>
              <a:gdLst/>
              <a:ahLst/>
              <a:cxnLst/>
              <a:rect l="l" t="t" r="r" b="b"/>
              <a:pathLst>
                <a:path w="8228" h="10563" extrusionOk="0">
                  <a:moveTo>
                    <a:pt x="3952" y="1"/>
                  </a:moveTo>
                  <a:cubicBezTo>
                    <a:pt x="3581" y="1"/>
                    <a:pt x="3225" y="110"/>
                    <a:pt x="2929" y="334"/>
                  </a:cubicBezTo>
                  <a:lnTo>
                    <a:pt x="786" y="1977"/>
                  </a:lnTo>
                  <a:cubicBezTo>
                    <a:pt x="405" y="2286"/>
                    <a:pt x="346" y="2858"/>
                    <a:pt x="596" y="3215"/>
                  </a:cubicBezTo>
                  <a:cubicBezTo>
                    <a:pt x="773" y="3414"/>
                    <a:pt x="1023" y="3527"/>
                    <a:pt x="1275" y="3527"/>
                  </a:cubicBezTo>
                  <a:cubicBezTo>
                    <a:pt x="1431" y="3527"/>
                    <a:pt x="1586" y="3484"/>
                    <a:pt x="1727" y="3394"/>
                  </a:cubicBezTo>
                  <a:lnTo>
                    <a:pt x="3037" y="2572"/>
                  </a:lnTo>
                  <a:cubicBezTo>
                    <a:pt x="3272" y="2419"/>
                    <a:pt x="3538" y="2345"/>
                    <a:pt x="3803" y="2345"/>
                  </a:cubicBezTo>
                  <a:cubicBezTo>
                    <a:pt x="4035" y="2345"/>
                    <a:pt x="4266" y="2402"/>
                    <a:pt x="4477" y="2513"/>
                  </a:cubicBezTo>
                  <a:lnTo>
                    <a:pt x="4858" y="2703"/>
                  </a:lnTo>
                  <a:lnTo>
                    <a:pt x="2810" y="3596"/>
                  </a:lnTo>
                  <a:lnTo>
                    <a:pt x="643" y="4727"/>
                  </a:lnTo>
                  <a:cubicBezTo>
                    <a:pt x="179" y="4965"/>
                    <a:pt x="0" y="5537"/>
                    <a:pt x="250" y="5989"/>
                  </a:cubicBezTo>
                  <a:cubicBezTo>
                    <a:pt x="424" y="6293"/>
                    <a:pt x="743" y="6470"/>
                    <a:pt x="1074" y="6470"/>
                  </a:cubicBezTo>
                  <a:cubicBezTo>
                    <a:pt x="1197" y="6470"/>
                    <a:pt x="1322" y="6446"/>
                    <a:pt x="1441" y="6394"/>
                  </a:cubicBezTo>
                  <a:lnTo>
                    <a:pt x="5370" y="4644"/>
                  </a:lnTo>
                  <a:lnTo>
                    <a:pt x="5251" y="5691"/>
                  </a:lnTo>
                  <a:lnTo>
                    <a:pt x="3918" y="6704"/>
                  </a:lnTo>
                  <a:lnTo>
                    <a:pt x="1953" y="7704"/>
                  </a:lnTo>
                  <a:cubicBezTo>
                    <a:pt x="1560" y="7894"/>
                    <a:pt x="1405" y="8394"/>
                    <a:pt x="1608" y="8775"/>
                  </a:cubicBezTo>
                  <a:cubicBezTo>
                    <a:pt x="1762" y="9049"/>
                    <a:pt x="2039" y="9206"/>
                    <a:pt x="2329" y="9206"/>
                  </a:cubicBezTo>
                  <a:cubicBezTo>
                    <a:pt x="2442" y="9206"/>
                    <a:pt x="2557" y="9182"/>
                    <a:pt x="2667" y="9132"/>
                  </a:cubicBezTo>
                  <a:lnTo>
                    <a:pt x="4822" y="8120"/>
                  </a:lnTo>
                  <a:lnTo>
                    <a:pt x="6323" y="7108"/>
                  </a:lnTo>
                  <a:lnTo>
                    <a:pt x="5692" y="8239"/>
                  </a:lnTo>
                  <a:lnTo>
                    <a:pt x="4156" y="9359"/>
                  </a:lnTo>
                  <a:cubicBezTo>
                    <a:pt x="3870" y="9561"/>
                    <a:pt x="3799" y="9966"/>
                    <a:pt x="3989" y="10263"/>
                  </a:cubicBezTo>
                  <a:cubicBezTo>
                    <a:pt x="4114" y="10459"/>
                    <a:pt x="4333" y="10562"/>
                    <a:pt x="4556" y="10562"/>
                  </a:cubicBezTo>
                  <a:cubicBezTo>
                    <a:pt x="4671" y="10562"/>
                    <a:pt x="4788" y="10535"/>
                    <a:pt x="4894" y="10478"/>
                  </a:cubicBezTo>
                  <a:lnTo>
                    <a:pt x="6680" y="9418"/>
                  </a:lnTo>
                  <a:lnTo>
                    <a:pt x="7549" y="8466"/>
                  </a:lnTo>
                  <a:cubicBezTo>
                    <a:pt x="7775" y="8227"/>
                    <a:pt x="7906" y="7930"/>
                    <a:pt x="7954" y="7596"/>
                  </a:cubicBezTo>
                  <a:lnTo>
                    <a:pt x="8073" y="6704"/>
                  </a:lnTo>
                  <a:cubicBezTo>
                    <a:pt x="8228" y="5441"/>
                    <a:pt x="8013" y="4144"/>
                    <a:pt x="7418" y="3001"/>
                  </a:cubicBezTo>
                  <a:lnTo>
                    <a:pt x="6430" y="1131"/>
                  </a:lnTo>
                  <a:cubicBezTo>
                    <a:pt x="6204" y="679"/>
                    <a:pt x="5787" y="369"/>
                    <a:pt x="5311" y="262"/>
                  </a:cubicBezTo>
                  <a:lnTo>
                    <a:pt x="4322" y="36"/>
                  </a:lnTo>
                  <a:cubicBezTo>
                    <a:pt x="4198" y="12"/>
                    <a:pt x="4074" y="1"/>
                    <a:pt x="3952" y="1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458;p64">
              <a:extLst>
                <a:ext uri="{FF2B5EF4-FFF2-40B4-BE49-F238E27FC236}">
                  <a16:creationId xmlns:a16="http://schemas.microsoft.com/office/drawing/2014/main" id="{B597C536-5696-36DB-B20D-7859A70F84A0}"/>
                </a:ext>
              </a:extLst>
            </p:cNvPr>
            <p:cNvSpPr/>
            <p:nvPr/>
          </p:nvSpPr>
          <p:spPr>
            <a:xfrm>
              <a:off x="4506500" y="2831125"/>
              <a:ext cx="605175" cy="893000"/>
            </a:xfrm>
            <a:custGeom>
              <a:avLst/>
              <a:gdLst/>
              <a:ahLst/>
              <a:cxnLst/>
              <a:rect l="l" t="t" r="r" b="b"/>
              <a:pathLst>
                <a:path w="24207" h="35720" extrusionOk="0">
                  <a:moveTo>
                    <a:pt x="7573" y="1"/>
                  </a:moveTo>
                  <a:lnTo>
                    <a:pt x="715" y="918"/>
                  </a:lnTo>
                  <a:lnTo>
                    <a:pt x="1298" y="21218"/>
                  </a:lnTo>
                  <a:cubicBezTo>
                    <a:pt x="1358" y="23277"/>
                    <a:pt x="1251" y="25349"/>
                    <a:pt x="1013" y="27385"/>
                  </a:cubicBezTo>
                  <a:lnTo>
                    <a:pt x="1" y="35719"/>
                  </a:lnTo>
                  <a:lnTo>
                    <a:pt x="24206" y="35719"/>
                  </a:lnTo>
                  <a:lnTo>
                    <a:pt x="23408" y="26611"/>
                  </a:lnTo>
                  <a:cubicBezTo>
                    <a:pt x="23265" y="24920"/>
                    <a:pt x="23218" y="23218"/>
                    <a:pt x="23277" y="21527"/>
                  </a:cubicBezTo>
                  <a:lnTo>
                    <a:pt x="24039" y="287"/>
                  </a:lnTo>
                  <a:lnTo>
                    <a:pt x="168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459;p64">
              <a:extLst>
                <a:ext uri="{FF2B5EF4-FFF2-40B4-BE49-F238E27FC236}">
                  <a16:creationId xmlns:a16="http://schemas.microsoft.com/office/drawing/2014/main" id="{D05BF532-1DC1-2C5D-CC71-ED2E48B9D5BC}"/>
                </a:ext>
              </a:extLst>
            </p:cNvPr>
            <p:cNvSpPr/>
            <p:nvPr/>
          </p:nvSpPr>
          <p:spPr>
            <a:xfrm>
              <a:off x="4717250" y="2788575"/>
              <a:ext cx="188725" cy="65500"/>
            </a:xfrm>
            <a:custGeom>
              <a:avLst/>
              <a:gdLst/>
              <a:ahLst/>
              <a:cxnLst/>
              <a:rect l="l" t="t" r="r" b="b"/>
              <a:pathLst>
                <a:path w="7549" h="2620" extrusionOk="0">
                  <a:moveTo>
                    <a:pt x="0" y="0"/>
                  </a:moveTo>
                  <a:lnTo>
                    <a:pt x="2917" y="2620"/>
                  </a:lnTo>
                  <a:lnTo>
                    <a:pt x="4656" y="2620"/>
                  </a:lnTo>
                  <a:lnTo>
                    <a:pt x="7549" y="0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460;p64">
              <a:extLst>
                <a:ext uri="{FF2B5EF4-FFF2-40B4-BE49-F238E27FC236}">
                  <a16:creationId xmlns:a16="http://schemas.microsoft.com/office/drawing/2014/main" id="{96A468F0-AD92-4CE1-35B8-1DE17BD4E5CA}"/>
                </a:ext>
              </a:extLst>
            </p:cNvPr>
            <p:cNvSpPr/>
            <p:nvPr/>
          </p:nvSpPr>
          <p:spPr>
            <a:xfrm>
              <a:off x="4736600" y="2674875"/>
              <a:ext cx="159850" cy="305100"/>
            </a:xfrm>
            <a:custGeom>
              <a:avLst/>
              <a:gdLst/>
              <a:ahLst/>
              <a:cxnLst/>
              <a:rect l="l" t="t" r="r" b="b"/>
              <a:pathLst>
                <a:path w="6394" h="12204" extrusionOk="0">
                  <a:moveTo>
                    <a:pt x="6394" y="0"/>
                  </a:moveTo>
                  <a:lnTo>
                    <a:pt x="0" y="2822"/>
                  </a:lnTo>
                  <a:lnTo>
                    <a:pt x="0" y="6334"/>
                  </a:lnTo>
                  <a:lnTo>
                    <a:pt x="2143" y="7168"/>
                  </a:lnTo>
                  <a:lnTo>
                    <a:pt x="2905" y="9335"/>
                  </a:lnTo>
                  <a:lnTo>
                    <a:pt x="2560" y="11013"/>
                  </a:lnTo>
                  <a:lnTo>
                    <a:pt x="3370" y="12204"/>
                  </a:lnTo>
                  <a:lnTo>
                    <a:pt x="3989" y="11061"/>
                  </a:lnTo>
                  <a:lnTo>
                    <a:pt x="3608" y="9049"/>
                  </a:lnTo>
                  <a:lnTo>
                    <a:pt x="3882" y="7168"/>
                  </a:lnTo>
                  <a:lnTo>
                    <a:pt x="6394" y="5917"/>
                  </a:lnTo>
                  <a:lnTo>
                    <a:pt x="6394" y="0"/>
                  </a:ln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461;p64">
              <a:extLst>
                <a:ext uri="{FF2B5EF4-FFF2-40B4-BE49-F238E27FC236}">
                  <a16:creationId xmlns:a16="http://schemas.microsoft.com/office/drawing/2014/main" id="{8068D56D-2862-7DAE-CE81-69893D864433}"/>
                </a:ext>
              </a:extLst>
            </p:cNvPr>
            <p:cNvSpPr/>
            <p:nvPr/>
          </p:nvSpPr>
          <p:spPr>
            <a:xfrm>
              <a:off x="4736300" y="2677550"/>
              <a:ext cx="154200" cy="114375"/>
            </a:xfrm>
            <a:custGeom>
              <a:avLst/>
              <a:gdLst/>
              <a:ahLst/>
              <a:cxnLst/>
              <a:rect l="l" t="t" r="r" b="b"/>
              <a:pathLst>
                <a:path w="6168" h="4575" extrusionOk="0">
                  <a:moveTo>
                    <a:pt x="6168" y="0"/>
                  </a:moveTo>
                  <a:lnTo>
                    <a:pt x="0" y="2691"/>
                  </a:lnTo>
                  <a:lnTo>
                    <a:pt x="0" y="4382"/>
                  </a:lnTo>
                  <a:cubicBezTo>
                    <a:pt x="425" y="4508"/>
                    <a:pt x="862" y="4574"/>
                    <a:pt x="1298" y="4574"/>
                  </a:cubicBezTo>
                  <a:cubicBezTo>
                    <a:pt x="1681" y="4574"/>
                    <a:pt x="2061" y="4523"/>
                    <a:pt x="2429" y="4417"/>
                  </a:cubicBezTo>
                  <a:cubicBezTo>
                    <a:pt x="3584" y="4120"/>
                    <a:pt x="4572" y="3346"/>
                    <a:pt x="5227" y="2370"/>
                  </a:cubicBezTo>
                  <a:cubicBezTo>
                    <a:pt x="5703" y="1655"/>
                    <a:pt x="6013" y="846"/>
                    <a:pt x="6168" y="0"/>
                  </a:cubicBezTo>
                  <a:close/>
                </a:path>
              </a:pathLst>
            </a:custGeom>
            <a:solidFill>
              <a:srgbClr val="191919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462;p64">
              <a:extLst>
                <a:ext uri="{FF2B5EF4-FFF2-40B4-BE49-F238E27FC236}">
                  <a16:creationId xmlns:a16="http://schemas.microsoft.com/office/drawing/2014/main" id="{527C9D16-588B-96D0-C22E-4552A81E4DBF}"/>
                </a:ext>
              </a:extLst>
            </p:cNvPr>
            <p:cNvSpPr/>
            <p:nvPr/>
          </p:nvSpPr>
          <p:spPr>
            <a:xfrm>
              <a:off x="4695825" y="2831125"/>
              <a:ext cx="94375" cy="133075"/>
            </a:xfrm>
            <a:custGeom>
              <a:avLst/>
              <a:gdLst/>
              <a:ahLst/>
              <a:cxnLst/>
              <a:rect l="l" t="t" r="r" b="b"/>
              <a:pathLst>
                <a:path w="3775" h="5323" extrusionOk="0">
                  <a:moveTo>
                    <a:pt x="0" y="1"/>
                  </a:moveTo>
                  <a:lnTo>
                    <a:pt x="2703" y="5323"/>
                  </a:lnTo>
                  <a:lnTo>
                    <a:pt x="3774" y="3085"/>
                  </a:lnTo>
                  <a:lnTo>
                    <a:pt x="3774" y="9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463;p64">
              <a:extLst>
                <a:ext uri="{FF2B5EF4-FFF2-40B4-BE49-F238E27FC236}">
                  <a16:creationId xmlns:a16="http://schemas.microsoft.com/office/drawing/2014/main" id="{03AFCB28-8830-9A0A-48BC-A341D475CC0C}"/>
                </a:ext>
              </a:extLst>
            </p:cNvPr>
            <p:cNvSpPr/>
            <p:nvPr/>
          </p:nvSpPr>
          <p:spPr>
            <a:xfrm>
              <a:off x="4833625" y="2831125"/>
              <a:ext cx="93800" cy="133075"/>
            </a:xfrm>
            <a:custGeom>
              <a:avLst/>
              <a:gdLst/>
              <a:ahLst/>
              <a:cxnLst/>
              <a:rect l="l" t="t" r="r" b="b"/>
              <a:pathLst>
                <a:path w="3752" h="5323" extrusionOk="0">
                  <a:moveTo>
                    <a:pt x="3751" y="1"/>
                  </a:moveTo>
                  <a:lnTo>
                    <a:pt x="1" y="918"/>
                  </a:lnTo>
                  <a:lnTo>
                    <a:pt x="203" y="2954"/>
                  </a:lnTo>
                  <a:lnTo>
                    <a:pt x="1334" y="5323"/>
                  </a:lnTo>
                  <a:lnTo>
                    <a:pt x="3751" y="1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464;p64">
              <a:extLst>
                <a:ext uri="{FF2B5EF4-FFF2-40B4-BE49-F238E27FC236}">
                  <a16:creationId xmlns:a16="http://schemas.microsoft.com/office/drawing/2014/main" id="{F3578710-71D6-6F7A-F16F-80C097CCBAC4}"/>
                </a:ext>
              </a:extLst>
            </p:cNvPr>
            <p:cNvSpPr/>
            <p:nvPr/>
          </p:nvSpPr>
          <p:spPr>
            <a:xfrm>
              <a:off x="4805650" y="2979950"/>
              <a:ext cx="28000" cy="594450"/>
            </a:xfrm>
            <a:custGeom>
              <a:avLst/>
              <a:gdLst/>
              <a:ahLst/>
              <a:cxnLst/>
              <a:rect l="l" t="t" r="r" b="b"/>
              <a:pathLst>
                <a:path w="1120" h="23778" extrusionOk="0">
                  <a:moveTo>
                    <a:pt x="608" y="1"/>
                  </a:moveTo>
                  <a:lnTo>
                    <a:pt x="703" y="2061"/>
                  </a:lnTo>
                  <a:lnTo>
                    <a:pt x="0" y="4216"/>
                  </a:lnTo>
                  <a:lnTo>
                    <a:pt x="774" y="23777"/>
                  </a:lnTo>
                  <a:lnTo>
                    <a:pt x="429" y="4311"/>
                  </a:lnTo>
                  <a:lnTo>
                    <a:pt x="1120" y="20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465;p64">
              <a:extLst>
                <a:ext uri="{FF2B5EF4-FFF2-40B4-BE49-F238E27FC236}">
                  <a16:creationId xmlns:a16="http://schemas.microsoft.com/office/drawing/2014/main" id="{F6DB80B5-94A9-155C-E290-753EFEE263F5}"/>
                </a:ext>
              </a:extLst>
            </p:cNvPr>
            <p:cNvSpPr/>
            <p:nvPr/>
          </p:nvSpPr>
          <p:spPr>
            <a:xfrm>
              <a:off x="4839275" y="2972225"/>
              <a:ext cx="20875" cy="20850"/>
            </a:xfrm>
            <a:custGeom>
              <a:avLst/>
              <a:gdLst/>
              <a:ahLst/>
              <a:cxnLst/>
              <a:rect l="l" t="t" r="r" b="b"/>
              <a:pathLst>
                <a:path w="835" h="834" extrusionOk="0">
                  <a:moveTo>
                    <a:pt x="418" y="0"/>
                  </a:moveTo>
                  <a:cubicBezTo>
                    <a:pt x="191" y="0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cubicBezTo>
                    <a:pt x="632" y="834"/>
                    <a:pt x="834" y="655"/>
                    <a:pt x="834" y="417"/>
                  </a:cubicBezTo>
                  <a:cubicBezTo>
                    <a:pt x="834" y="191"/>
                    <a:pt x="632" y="0"/>
                    <a:pt x="418" y="0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466;p64">
              <a:extLst>
                <a:ext uri="{FF2B5EF4-FFF2-40B4-BE49-F238E27FC236}">
                  <a16:creationId xmlns:a16="http://schemas.microsoft.com/office/drawing/2014/main" id="{E86E2208-27A8-F4BA-C1BC-F21CD03DB120}"/>
                </a:ext>
              </a:extLst>
            </p:cNvPr>
            <p:cNvSpPr/>
            <p:nvPr/>
          </p:nvSpPr>
          <p:spPr>
            <a:xfrm>
              <a:off x="4828275" y="3082950"/>
              <a:ext cx="20850" cy="21150"/>
            </a:xfrm>
            <a:custGeom>
              <a:avLst/>
              <a:gdLst/>
              <a:ahLst/>
              <a:cxnLst/>
              <a:rect l="l" t="t" r="r" b="b"/>
              <a:pathLst>
                <a:path w="834" h="846" extrusionOk="0">
                  <a:moveTo>
                    <a:pt x="417" y="0"/>
                  </a:moveTo>
                  <a:cubicBezTo>
                    <a:pt x="203" y="0"/>
                    <a:pt x="0" y="179"/>
                    <a:pt x="0" y="417"/>
                  </a:cubicBezTo>
                  <a:cubicBezTo>
                    <a:pt x="0" y="643"/>
                    <a:pt x="203" y="846"/>
                    <a:pt x="417" y="846"/>
                  </a:cubicBezTo>
                  <a:cubicBezTo>
                    <a:pt x="643" y="846"/>
                    <a:pt x="834" y="667"/>
                    <a:pt x="834" y="417"/>
                  </a:cubicBezTo>
                  <a:cubicBezTo>
                    <a:pt x="834" y="191"/>
                    <a:pt x="643" y="0"/>
                    <a:pt x="417" y="0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467;p64">
              <a:extLst>
                <a:ext uri="{FF2B5EF4-FFF2-40B4-BE49-F238E27FC236}">
                  <a16:creationId xmlns:a16="http://schemas.microsoft.com/office/drawing/2014/main" id="{8C7533DE-D4D1-D451-5B28-EAE433A9A8B1}"/>
                </a:ext>
              </a:extLst>
            </p:cNvPr>
            <p:cNvSpPr/>
            <p:nvPr/>
          </p:nvSpPr>
          <p:spPr>
            <a:xfrm>
              <a:off x="4833625" y="322550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437" y="1"/>
                  </a:moveTo>
                  <a:cubicBezTo>
                    <a:pt x="431" y="1"/>
                    <a:pt x="424" y="1"/>
                    <a:pt x="417" y="1"/>
                  </a:cubicBezTo>
                  <a:cubicBezTo>
                    <a:pt x="191" y="1"/>
                    <a:pt x="1" y="180"/>
                    <a:pt x="1" y="418"/>
                  </a:cubicBezTo>
                  <a:cubicBezTo>
                    <a:pt x="1" y="644"/>
                    <a:pt x="179" y="835"/>
                    <a:pt x="417" y="835"/>
                  </a:cubicBezTo>
                  <a:cubicBezTo>
                    <a:pt x="644" y="835"/>
                    <a:pt x="834" y="656"/>
                    <a:pt x="834" y="418"/>
                  </a:cubicBezTo>
                  <a:cubicBezTo>
                    <a:pt x="834" y="187"/>
                    <a:pt x="655" y="1"/>
                    <a:pt x="437" y="1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468;p64">
              <a:extLst>
                <a:ext uri="{FF2B5EF4-FFF2-40B4-BE49-F238E27FC236}">
                  <a16:creationId xmlns:a16="http://schemas.microsoft.com/office/drawing/2014/main" id="{74DC7BF4-8F7F-050B-BE1C-F1843594C8C1}"/>
                </a:ext>
              </a:extLst>
            </p:cNvPr>
            <p:cNvSpPr/>
            <p:nvPr/>
          </p:nvSpPr>
          <p:spPr>
            <a:xfrm>
              <a:off x="4838700" y="336780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417" y="1"/>
                  </a:moveTo>
                  <a:cubicBezTo>
                    <a:pt x="202" y="1"/>
                    <a:pt x="0" y="179"/>
                    <a:pt x="0" y="417"/>
                  </a:cubicBezTo>
                  <a:cubicBezTo>
                    <a:pt x="0" y="644"/>
                    <a:pt x="179" y="834"/>
                    <a:pt x="417" y="834"/>
                  </a:cubicBezTo>
                  <a:cubicBezTo>
                    <a:pt x="643" y="834"/>
                    <a:pt x="833" y="655"/>
                    <a:pt x="833" y="417"/>
                  </a:cubicBezTo>
                  <a:cubicBezTo>
                    <a:pt x="833" y="179"/>
                    <a:pt x="643" y="1"/>
                    <a:pt x="417" y="1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469;p64">
              <a:extLst>
                <a:ext uri="{FF2B5EF4-FFF2-40B4-BE49-F238E27FC236}">
                  <a16:creationId xmlns:a16="http://schemas.microsoft.com/office/drawing/2014/main" id="{44E7A9B5-EDD9-CCCA-278F-30C634B01D65}"/>
                </a:ext>
              </a:extLst>
            </p:cNvPr>
            <p:cNvSpPr/>
            <p:nvPr/>
          </p:nvSpPr>
          <p:spPr>
            <a:xfrm>
              <a:off x="4843450" y="3510375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417" y="1"/>
                  </a:moveTo>
                  <a:cubicBezTo>
                    <a:pt x="191" y="1"/>
                    <a:pt x="1" y="179"/>
                    <a:pt x="1" y="417"/>
                  </a:cubicBezTo>
                  <a:cubicBezTo>
                    <a:pt x="1" y="644"/>
                    <a:pt x="191" y="834"/>
                    <a:pt x="417" y="834"/>
                  </a:cubicBezTo>
                  <a:cubicBezTo>
                    <a:pt x="655" y="834"/>
                    <a:pt x="834" y="644"/>
                    <a:pt x="834" y="417"/>
                  </a:cubicBezTo>
                  <a:cubicBezTo>
                    <a:pt x="834" y="179"/>
                    <a:pt x="655" y="1"/>
                    <a:pt x="417" y="1"/>
                  </a:cubicBezTo>
                  <a:close/>
                </a:path>
              </a:pathLst>
            </a:custGeom>
            <a:solidFill>
              <a:srgbClr val="E4E4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470;p64">
              <a:extLst>
                <a:ext uri="{FF2B5EF4-FFF2-40B4-BE49-F238E27FC236}">
                  <a16:creationId xmlns:a16="http://schemas.microsoft.com/office/drawing/2014/main" id="{8D174168-6EF3-166C-43CC-7F5851FEA3EB}"/>
                </a:ext>
              </a:extLst>
            </p:cNvPr>
            <p:cNvSpPr/>
            <p:nvPr/>
          </p:nvSpPr>
          <p:spPr>
            <a:xfrm>
              <a:off x="4695825" y="2788575"/>
              <a:ext cx="94375" cy="154800"/>
            </a:xfrm>
            <a:custGeom>
              <a:avLst/>
              <a:gdLst/>
              <a:ahLst/>
              <a:cxnLst/>
              <a:rect l="l" t="t" r="r" b="b"/>
              <a:pathLst>
                <a:path w="3775" h="6192" extrusionOk="0">
                  <a:moveTo>
                    <a:pt x="857" y="0"/>
                  </a:moveTo>
                  <a:lnTo>
                    <a:pt x="0" y="1703"/>
                  </a:lnTo>
                  <a:lnTo>
                    <a:pt x="2488" y="6191"/>
                  </a:lnTo>
                  <a:lnTo>
                    <a:pt x="3774" y="2620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471;p64">
              <a:extLst>
                <a:ext uri="{FF2B5EF4-FFF2-40B4-BE49-F238E27FC236}">
                  <a16:creationId xmlns:a16="http://schemas.microsoft.com/office/drawing/2014/main" id="{4D45A11B-5929-0FED-9FF9-848D55AEF586}"/>
                </a:ext>
              </a:extLst>
            </p:cNvPr>
            <p:cNvSpPr/>
            <p:nvPr/>
          </p:nvSpPr>
          <p:spPr>
            <a:xfrm>
              <a:off x="4833625" y="2788575"/>
              <a:ext cx="93800" cy="154800"/>
            </a:xfrm>
            <a:custGeom>
              <a:avLst/>
              <a:gdLst/>
              <a:ahLst/>
              <a:cxnLst/>
              <a:rect l="l" t="t" r="r" b="b"/>
              <a:pathLst>
                <a:path w="3752" h="6192" extrusionOk="0">
                  <a:moveTo>
                    <a:pt x="2894" y="0"/>
                  </a:moveTo>
                  <a:lnTo>
                    <a:pt x="1" y="2620"/>
                  </a:lnTo>
                  <a:lnTo>
                    <a:pt x="1263" y="6191"/>
                  </a:lnTo>
                  <a:lnTo>
                    <a:pt x="3751" y="1703"/>
                  </a:lnTo>
                  <a:lnTo>
                    <a:pt x="28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472;p64">
              <a:extLst>
                <a:ext uri="{FF2B5EF4-FFF2-40B4-BE49-F238E27FC236}">
                  <a16:creationId xmlns:a16="http://schemas.microsoft.com/office/drawing/2014/main" id="{719BA076-315F-DBA1-BD0E-5B0201415B47}"/>
                </a:ext>
              </a:extLst>
            </p:cNvPr>
            <p:cNvSpPr/>
            <p:nvPr/>
          </p:nvSpPr>
          <p:spPr>
            <a:xfrm>
              <a:off x="4578250" y="2352650"/>
              <a:ext cx="353625" cy="409425"/>
            </a:xfrm>
            <a:custGeom>
              <a:avLst/>
              <a:gdLst/>
              <a:ahLst/>
              <a:cxnLst/>
              <a:rect l="l" t="t" r="r" b="b"/>
              <a:pathLst>
                <a:path w="14145" h="16377" extrusionOk="0">
                  <a:moveTo>
                    <a:pt x="7004" y="0"/>
                  </a:moveTo>
                  <a:cubicBezTo>
                    <a:pt x="6728" y="0"/>
                    <a:pt x="6449" y="18"/>
                    <a:pt x="6167" y="54"/>
                  </a:cubicBezTo>
                  <a:cubicBezTo>
                    <a:pt x="2524" y="507"/>
                    <a:pt x="0" y="3948"/>
                    <a:pt x="655" y="7579"/>
                  </a:cubicBezTo>
                  <a:lnTo>
                    <a:pt x="1334" y="11210"/>
                  </a:lnTo>
                  <a:cubicBezTo>
                    <a:pt x="1882" y="14229"/>
                    <a:pt x="4516" y="16377"/>
                    <a:pt x="7508" y="16377"/>
                  </a:cubicBezTo>
                  <a:cubicBezTo>
                    <a:pt x="7761" y="16377"/>
                    <a:pt x="8017" y="16362"/>
                    <a:pt x="8275" y="16330"/>
                  </a:cubicBezTo>
                  <a:cubicBezTo>
                    <a:pt x="11692" y="15913"/>
                    <a:pt x="14145" y="12853"/>
                    <a:pt x="13787" y="9424"/>
                  </a:cubicBezTo>
                  <a:lnTo>
                    <a:pt x="13395" y="5769"/>
                  </a:lnTo>
                  <a:cubicBezTo>
                    <a:pt x="13054" y="2445"/>
                    <a:pt x="10247" y="0"/>
                    <a:pt x="7004" y="0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73;p64">
              <a:extLst>
                <a:ext uri="{FF2B5EF4-FFF2-40B4-BE49-F238E27FC236}">
                  <a16:creationId xmlns:a16="http://schemas.microsoft.com/office/drawing/2014/main" id="{0EFF9E39-8F94-CB34-850F-7BB84A92BD1A}"/>
                </a:ext>
              </a:extLst>
            </p:cNvPr>
            <p:cNvSpPr/>
            <p:nvPr/>
          </p:nvSpPr>
          <p:spPr>
            <a:xfrm>
              <a:off x="4494600" y="2223025"/>
              <a:ext cx="527775" cy="392325"/>
            </a:xfrm>
            <a:custGeom>
              <a:avLst/>
              <a:gdLst/>
              <a:ahLst/>
              <a:cxnLst/>
              <a:rect l="l" t="t" r="r" b="b"/>
              <a:pathLst>
                <a:path w="21111" h="15693" extrusionOk="0">
                  <a:moveTo>
                    <a:pt x="16491" y="1"/>
                  </a:moveTo>
                  <a:cubicBezTo>
                    <a:pt x="15836" y="715"/>
                    <a:pt x="15419" y="1584"/>
                    <a:pt x="15490" y="2560"/>
                  </a:cubicBezTo>
                  <a:cubicBezTo>
                    <a:pt x="14859" y="1453"/>
                    <a:pt x="13669" y="715"/>
                    <a:pt x="12407" y="453"/>
                  </a:cubicBezTo>
                  <a:cubicBezTo>
                    <a:pt x="12004" y="372"/>
                    <a:pt x="11595" y="335"/>
                    <a:pt x="11185" y="335"/>
                  </a:cubicBezTo>
                  <a:cubicBezTo>
                    <a:pt x="10322" y="335"/>
                    <a:pt x="9455" y="500"/>
                    <a:pt x="8632" y="774"/>
                  </a:cubicBezTo>
                  <a:cubicBezTo>
                    <a:pt x="7549" y="1132"/>
                    <a:pt x="6513" y="1644"/>
                    <a:pt x="5596" y="2334"/>
                  </a:cubicBezTo>
                  <a:cubicBezTo>
                    <a:pt x="5227" y="2620"/>
                    <a:pt x="4870" y="2918"/>
                    <a:pt x="4453" y="3132"/>
                  </a:cubicBezTo>
                  <a:cubicBezTo>
                    <a:pt x="4132" y="3311"/>
                    <a:pt x="3766" y="3431"/>
                    <a:pt x="3396" y="3431"/>
                  </a:cubicBezTo>
                  <a:cubicBezTo>
                    <a:pt x="3300" y="3431"/>
                    <a:pt x="3204" y="3423"/>
                    <a:pt x="3108" y="3406"/>
                  </a:cubicBezTo>
                  <a:cubicBezTo>
                    <a:pt x="2667" y="3310"/>
                    <a:pt x="2310" y="2870"/>
                    <a:pt x="2251" y="2406"/>
                  </a:cubicBezTo>
                  <a:cubicBezTo>
                    <a:pt x="1251" y="3287"/>
                    <a:pt x="417" y="4442"/>
                    <a:pt x="203" y="5775"/>
                  </a:cubicBezTo>
                  <a:cubicBezTo>
                    <a:pt x="0" y="7097"/>
                    <a:pt x="536" y="8585"/>
                    <a:pt x="1691" y="9252"/>
                  </a:cubicBezTo>
                  <a:cubicBezTo>
                    <a:pt x="2243" y="9573"/>
                    <a:pt x="2887" y="9682"/>
                    <a:pt x="3535" y="9682"/>
                  </a:cubicBezTo>
                  <a:cubicBezTo>
                    <a:pt x="3726" y="9682"/>
                    <a:pt x="3918" y="9673"/>
                    <a:pt x="4108" y="9656"/>
                  </a:cubicBezTo>
                  <a:cubicBezTo>
                    <a:pt x="5858" y="9490"/>
                    <a:pt x="7513" y="8787"/>
                    <a:pt x="9168" y="8168"/>
                  </a:cubicBezTo>
                  <a:cubicBezTo>
                    <a:pt x="10553" y="7640"/>
                    <a:pt x="12055" y="7212"/>
                    <a:pt x="13541" y="7212"/>
                  </a:cubicBezTo>
                  <a:cubicBezTo>
                    <a:pt x="13830" y="7212"/>
                    <a:pt x="14119" y="7228"/>
                    <a:pt x="14407" y="7263"/>
                  </a:cubicBezTo>
                  <a:cubicBezTo>
                    <a:pt x="14097" y="8109"/>
                    <a:pt x="14097" y="9061"/>
                    <a:pt x="14407" y="9906"/>
                  </a:cubicBezTo>
                  <a:cubicBezTo>
                    <a:pt x="14717" y="10752"/>
                    <a:pt x="15324" y="11430"/>
                    <a:pt x="16121" y="11871"/>
                  </a:cubicBezTo>
                  <a:cubicBezTo>
                    <a:pt x="16026" y="12573"/>
                    <a:pt x="15919" y="13276"/>
                    <a:pt x="16026" y="13955"/>
                  </a:cubicBezTo>
                  <a:cubicBezTo>
                    <a:pt x="16133" y="14645"/>
                    <a:pt x="16455" y="15324"/>
                    <a:pt x="17050" y="15693"/>
                  </a:cubicBezTo>
                  <a:lnTo>
                    <a:pt x="19693" y="10395"/>
                  </a:lnTo>
                  <a:cubicBezTo>
                    <a:pt x="20443" y="8585"/>
                    <a:pt x="21110" y="4680"/>
                    <a:pt x="17324" y="3668"/>
                  </a:cubicBezTo>
                  <a:cubicBezTo>
                    <a:pt x="18312" y="3418"/>
                    <a:pt x="19217" y="2703"/>
                    <a:pt x="19693" y="1810"/>
                  </a:cubicBezTo>
                  <a:cubicBezTo>
                    <a:pt x="19581" y="1802"/>
                    <a:pt x="19468" y="1798"/>
                    <a:pt x="19355" y="1798"/>
                  </a:cubicBezTo>
                  <a:cubicBezTo>
                    <a:pt x="18339" y="1798"/>
                    <a:pt x="17298" y="2134"/>
                    <a:pt x="16526" y="2798"/>
                  </a:cubicBezTo>
                  <a:cubicBezTo>
                    <a:pt x="16907" y="1941"/>
                    <a:pt x="16895" y="846"/>
                    <a:pt x="1649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474;p64">
              <a:extLst>
                <a:ext uri="{FF2B5EF4-FFF2-40B4-BE49-F238E27FC236}">
                  <a16:creationId xmlns:a16="http://schemas.microsoft.com/office/drawing/2014/main" id="{20FA4565-4D7E-ED06-8A96-FC35F76E16B6}"/>
                </a:ext>
              </a:extLst>
            </p:cNvPr>
            <p:cNvSpPr/>
            <p:nvPr/>
          </p:nvSpPr>
          <p:spPr>
            <a:xfrm>
              <a:off x="4514250" y="2231075"/>
              <a:ext cx="368525" cy="169525"/>
            </a:xfrm>
            <a:custGeom>
              <a:avLst/>
              <a:gdLst/>
              <a:ahLst/>
              <a:cxnLst/>
              <a:rect l="l" t="t" r="r" b="b"/>
              <a:pathLst>
                <a:path w="14741" h="6781" extrusionOk="0">
                  <a:moveTo>
                    <a:pt x="10425" y="1"/>
                  </a:moveTo>
                  <a:cubicBezTo>
                    <a:pt x="9561" y="1"/>
                    <a:pt x="8691" y="163"/>
                    <a:pt x="7870" y="429"/>
                  </a:cubicBezTo>
                  <a:cubicBezTo>
                    <a:pt x="6787" y="786"/>
                    <a:pt x="5751" y="1310"/>
                    <a:pt x="4834" y="2000"/>
                  </a:cubicBezTo>
                  <a:cubicBezTo>
                    <a:pt x="4465" y="2274"/>
                    <a:pt x="4108" y="2572"/>
                    <a:pt x="3691" y="2798"/>
                  </a:cubicBezTo>
                  <a:cubicBezTo>
                    <a:pt x="3360" y="2978"/>
                    <a:pt x="2992" y="3097"/>
                    <a:pt x="2634" y="3097"/>
                  </a:cubicBezTo>
                  <a:cubicBezTo>
                    <a:pt x="2541" y="3097"/>
                    <a:pt x="2448" y="3089"/>
                    <a:pt x="2358" y="3072"/>
                  </a:cubicBezTo>
                  <a:cubicBezTo>
                    <a:pt x="1893" y="2977"/>
                    <a:pt x="1548" y="2536"/>
                    <a:pt x="1488" y="2072"/>
                  </a:cubicBezTo>
                  <a:cubicBezTo>
                    <a:pt x="1012" y="2488"/>
                    <a:pt x="584" y="2977"/>
                    <a:pt x="226" y="3500"/>
                  </a:cubicBezTo>
                  <a:cubicBezTo>
                    <a:pt x="215" y="3524"/>
                    <a:pt x="215" y="3560"/>
                    <a:pt x="191" y="3572"/>
                  </a:cubicBezTo>
                  <a:cubicBezTo>
                    <a:pt x="0" y="4298"/>
                    <a:pt x="60" y="5072"/>
                    <a:pt x="476" y="5667"/>
                  </a:cubicBezTo>
                  <a:cubicBezTo>
                    <a:pt x="977" y="6382"/>
                    <a:pt x="1869" y="6727"/>
                    <a:pt x="2727" y="6775"/>
                  </a:cubicBezTo>
                  <a:cubicBezTo>
                    <a:pt x="2801" y="6778"/>
                    <a:pt x="2876" y="6780"/>
                    <a:pt x="2950" y="6780"/>
                  </a:cubicBezTo>
                  <a:cubicBezTo>
                    <a:pt x="4285" y="6780"/>
                    <a:pt x="5551" y="6185"/>
                    <a:pt x="6668" y="5429"/>
                  </a:cubicBezTo>
                  <a:cubicBezTo>
                    <a:pt x="7846" y="4655"/>
                    <a:pt x="8918" y="3727"/>
                    <a:pt x="10156" y="3024"/>
                  </a:cubicBezTo>
                  <a:cubicBezTo>
                    <a:pt x="11081" y="2500"/>
                    <a:pt x="12258" y="2041"/>
                    <a:pt x="13484" y="2041"/>
                  </a:cubicBezTo>
                  <a:cubicBezTo>
                    <a:pt x="13900" y="2041"/>
                    <a:pt x="14321" y="2094"/>
                    <a:pt x="14740" y="2215"/>
                  </a:cubicBezTo>
                  <a:cubicBezTo>
                    <a:pt x="14097" y="1119"/>
                    <a:pt x="12907" y="393"/>
                    <a:pt x="11656" y="119"/>
                  </a:cubicBezTo>
                  <a:cubicBezTo>
                    <a:pt x="11251" y="38"/>
                    <a:pt x="10839" y="1"/>
                    <a:pt x="104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475;p64">
              <a:extLst>
                <a:ext uri="{FF2B5EF4-FFF2-40B4-BE49-F238E27FC236}">
                  <a16:creationId xmlns:a16="http://schemas.microsoft.com/office/drawing/2014/main" id="{7858AD08-32B7-8D86-9448-69C079131B74}"/>
                </a:ext>
              </a:extLst>
            </p:cNvPr>
            <p:cNvSpPr/>
            <p:nvPr/>
          </p:nvSpPr>
          <p:spPr>
            <a:xfrm>
              <a:off x="4888400" y="2314700"/>
              <a:ext cx="117900" cy="144850"/>
            </a:xfrm>
            <a:custGeom>
              <a:avLst/>
              <a:gdLst/>
              <a:ahLst/>
              <a:cxnLst/>
              <a:rect l="l" t="t" r="r" b="b"/>
              <a:pathLst>
                <a:path w="4716" h="5794" extrusionOk="0">
                  <a:moveTo>
                    <a:pt x="1620" y="1"/>
                  </a:moveTo>
                  <a:cubicBezTo>
                    <a:pt x="846" y="513"/>
                    <a:pt x="238" y="1406"/>
                    <a:pt x="119" y="2322"/>
                  </a:cubicBezTo>
                  <a:cubicBezTo>
                    <a:pt x="0" y="3251"/>
                    <a:pt x="298" y="4204"/>
                    <a:pt x="917" y="4894"/>
                  </a:cubicBezTo>
                  <a:cubicBezTo>
                    <a:pt x="1251" y="5275"/>
                    <a:pt x="1667" y="5549"/>
                    <a:pt x="2143" y="5704"/>
                  </a:cubicBezTo>
                  <a:cubicBezTo>
                    <a:pt x="2342" y="5763"/>
                    <a:pt x="2546" y="5794"/>
                    <a:pt x="2749" y="5794"/>
                  </a:cubicBezTo>
                  <a:cubicBezTo>
                    <a:pt x="3034" y="5794"/>
                    <a:pt x="3315" y="5734"/>
                    <a:pt x="3572" y="5608"/>
                  </a:cubicBezTo>
                  <a:cubicBezTo>
                    <a:pt x="4013" y="5394"/>
                    <a:pt x="4322" y="5001"/>
                    <a:pt x="4537" y="4537"/>
                  </a:cubicBezTo>
                  <a:cubicBezTo>
                    <a:pt x="4715" y="2739"/>
                    <a:pt x="4191" y="703"/>
                    <a:pt x="1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476;p64">
              <a:extLst>
                <a:ext uri="{FF2B5EF4-FFF2-40B4-BE49-F238E27FC236}">
                  <a16:creationId xmlns:a16="http://schemas.microsoft.com/office/drawing/2014/main" id="{BBDCDA32-8193-5BE8-B217-9B1AA93BC51C}"/>
                </a:ext>
              </a:extLst>
            </p:cNvPr>
            <p:cNvSpPr/>
            <p:nvPr/>
          </p:nvSpPr>
          <p:spPr>
            <a:xfrm>
              <a:off x="4742250" y="2459775"/>
              <a:ext cx="129800" cy="164800"/>
            </a:xfrm>
            <a:custGeom>
              <a:avLst/>
              <a:gdLst/>
              <a:ahLst/>
              <a:cxnLst/>
              <a:rect l="l" t="t" r="r" b="b"/>
              <a:pathLst>
                <a:path w="5192" h="6592" extrusionOk="0">
                  <a:moveTo>
                    <a:pt x="3133" y="0"/>
                  </a:moveTo>
                  <a:cubicBezTo>
                    <a:pt x="3054" y="0"/>
                    <a:pt x="2974" y="7"/>
                    <a:pt x="2894" y="20"/>
                  </a:cubicBezTo>
                  <a:lnTo>
                    <a:pt x="0" y="460"/>
                  </a:lnTo>
                  <a:cubicBezTo>
                    <a:pt x="75" y="449"/>
                    <a:pt x="149" y="444"/>
                    <a:pt x="222" y="444"/>
                  </a:cubicBezTo>
                  <a:cubicBezTo>
                    <a:pt x="943" y="444"/>
                    <a:pt x="1571" y="962"/>
                    <a:pt x="1679" y="1687"/>
                  </a:cubicBezTo>
                  <a:lnTo>
                    <a:pt x="2179" y="4937"/>
                  </a:lnTo>
                  <a:cubicBezTo>
                    <a:pt x="2296" y="5717"/>
                    <a:pt x="1786" y="6452"/>
                    <a:pt x="1017" y="6584"/>
                  </a:cubicBezTo>
                  <a:lnTo>
                    <a:pt x="1017" y="6584"/>
                  </a:lnTo>
                  <a:lnTo>
                    <a:pt x="3846" y="6151"/>
                  </a:lnTo>
                  <a:cubicBezTo>
                    <a:pt x="4656" y="6032"/>
                    <a:pt x="5192" y="5282"/>
                    <a:pt x="5072" y="4485"/>
                  </a:cubicBezTo>
                  <a:lnTo>
                    <a:pt x="4560" y="1234"/>
                  </a:lnTo>
                  <a:cubicBezTo>
                    <a:pt x="4453" y="516"/>
                    <a:pt x="3844" y="0"/>
                    <a:pt x="3133" y="0"/>
                  </a:cubicBezTo>
                  <a:close/>
                  <a:moveTo>
                    <a:pt x="1017" y="6584"/>
                  </a:moveTo>
                  <a:lnTo>
                    <a:pt x="965" y="6592"/>
                  </a:lnTo>
                  <a:cubicBezTo>
                    <a:pt x="982" y="6590"/>
                    <a:pt x="999" y="6587"/>
                    <a:pt x="1017" y="65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477;p64">
              <a:extLst>
                <a:ext uri="{FF2B5EF4-FFF2-40B4-BE49-F238E27FC236}">
                  <a16:creationId xmlns:a16="http://schemas.microsoft.com/office/drawing/2014/main" id="{D73E9E69-BEEB-9E50-4CC7-78E4F89770F8}"/>
                </a:ext>
              </a:extLst>
            </p:cNvPr>
            <p:cNvSpPr/>
            <p:nvPr/>
          </p:nvSpPr>
          <p:spPr>
            <a:xfrm>
              <a:off x="4519600" y="2470800"/>
              <a:ext cx="280125" cy="183675"/>
            </a:xfrm>
            <a:custGeom>
              <a:avLst/>
              <a:gdLst/>
              <a:ahLst/>
              <a:cxnLst/>
              <a:rect l="l" t="t" r="r" b="b"/>
              <a:pathLst>
                <a:path w="11205" h="7347" extrusionOk="0">
                  <a:moveTo>
                    <a:pt x="9142" y="0"/>
                  </a:moveTo>
                  <a:cubicBezTo>
                    <a:pt x="9064" y="0"/>
                    <a:pt x="8986" y="6"/>
                    <a:pt x="8906" y="19"/>
                  </a:cubicBezTo>
                  <a:lnTo>
                    <a:pt x="4227" y="757"/>
                  </a:lnTo>
                  <a:lnTo>
                    <a:pt x="1334" y="1198"/>
                  </a:lnTo>
                  <a:cubicBezTo>
                    <a:pt x="536" y="1317"/>
                    <a:pt x="1" y="2067"/>
                    <a:pt x="120" y="2865"/>
                  </a:cubicBezTo>
                  <a:lnTo>
                    <a:pt x="620" y="6115"/>
                  </a:lnTo>
                  <a:cubicBezTo>
                    <a:pt x="728" y="6838"/>
                    <a:pt x="1354" y="7346"/>
                    <a:pt x="2064" y="7346"/>
                  </a:cubicBezTo>
                  <a:cubicBezTo>
                    <a:pt x="2138" y="7346"/>
                    <a:pt x="2212" y="7341"/>
                    <a:pt x="2287" y="7330"/>
                  </a:cubicBezTo>
                  <a:lnTo>
                    <a:pt x="5180" y="6889"/>
                  </a:lnTo>
                  <a:lnTo>
                    <a:pt x="9871" y="6151"/>
                  </a:lnTo>
                  <a:cubicBezTo>
                    <a:pt x="10669" y="6032"/>
                    <a:pt x="11204" y="5294"/>
                    <a:pt x="11085" y="4496"/>
                  </a:cubicBezTo>
                  <a:lnTo>
                    <a:pt x="10585" y="1246"/>
                  </a:lnTo>
                  <a:cubicBezTo>
                    <a:pt x="10478" y="526"/>
                    <a:pt x="9857" y="0"/>
                    <a:pt x="91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478;p64">
              <a:extLst>
                <a:ext uri="{FF2B5EF4-FFF2-40B4-BE49-F238E27FC236}">
                  <a16:creationId xmlns:a16="http://schemas.microsoft.com/office/drawing/2014/main" id="{C8C20757-5EDD-41E9-9BA5-537465B1120C}"/>
                </a:ext>
              </a:extLst>
            </p:cNvPr>
            <p:cNvSpPr/>
            <p:nvPr/>
          </p:nvSpPr>
          <p:spPr>
            <a:xfrm>
              <a:off x="4543425" y="2522300"/>
              <a:ext cx="32450" cy="30400"/>
            </a:xfrm>
            <a:custGeom>
              <a:avLst/>
              <a:gdLst/>
              <a:ahLst/>
              <a:cxnLst/>
              <a:rect l="l" t="t" r="r" b="b"/>
              <a:pathLst>
                <a:path w="1298" h="1216" extrusionOk="0">
                  <a:moveTo>
                    <a:pt x="637" y="1"/>
                  </a:moveTo>
                  <a:cubicBezTo>
                    <a:pt x="607" y="1"/>
                    <a:pt x="578" y="3"/>
                    <a:pt x="548" y="7"/>
                  </a:cubicBezTo>
                  <a:cubicBezTo>
                    <a:pt x="214" y="67"/>
                    <a:pt x="0" y="376"/>
                    <a:pt x="36" y="710"/>
                  </a:cubicBezTo>
                  <a:cubicBezTo>
                    <a:pt x="101" y="1002"/>
                    <a:pt x="363" y="1216"/>
                    <a:pt x="652" y="1216"/>
                  </a:cubicBezTo>
                  <a:cubicBezTo>
                    <a:pt x="681" y="1216"/>
                    <a:pt x="709" y="1214"/>
                    <a:pt x="738" y="1210"/>
                  </a:cubicBezTo>
                  <a:cubicBezTo>
                    <a:pt x="1072" y="1150"/>
                    <a:pt x="1298" y="841"/>
                    <a:pt x="1250" y="507"/>
                  </a:cubicBezTo>
                  <a:cubicBezTo>
                    <a:pt x="1196" y="215"/>
                    <a:pt x="935" y="1"/>
                    <a:pt x="6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479;p64">
              <a:extLst>
                <a:ext uri="{FF2B5EF4-FFF2-40B4-BE49-F238E27FC236}">
                  <a16:creationId xmlns:a16="http://schemas.microsoft.com/office/drawing/2014/main" id="{8DF694FB-D6D2-02BD-7F28-1AF2CC0005E7}"/>
                </a:ext>
              </a:extLst>
            </p:cNvPr>
            <p:cNvSpPr/>
            <p:nvPr/>
          </p:nvSpPr>
          <p:spPr>
            <a:xfrm>
              <a:off x="4549375" y="2561650"/>
              <a:ext cx="39000" cy="72250"/>
            </a:xfrm>
            <a:custGeom>
              <a:avLst/>
              <a:gdLst/>
              <a:ahLst/>
              <a:cxnLst/>
              <a:rect l="l" t="t" r="r" b="b"/>
              <a:pathLst>
                <a:path w="1560" h="2890" extrusionOk="0">
                  <a:moveTo>
                    <a:pt x="620" y="1"/>
                  </a:moveTo>
                  <a:cubicBezTo>
                    <a:pt x="596" y="1"/>
                    <a:pt x="572" y="2"/>
                    <a:pt x="548" y="5"/>
                  </a:cubicBezTo>
                  <a:cubicBezTo>
                    <a:pt x="226" y="64"/>
                    <a:pt x="0" y="386"/>
                    <a:pt x="48" y="707"/>
                  </a:cubicBezTo>
                  <a:lnTo>
                    <a:pt x="298" y="2374"/>
                  </a:lnTo>
                  <a:cubicBezTo>
                    <a:pt x="353" y="2683"/>
                    <a:pt x="623" y="2890"/>
                    <a:pt x="928" y="2890"/>
                  </a:cubicBezTo>
                  <a:cubicBezTo>
                    <a:pt x="952" y="2890"/>
                    <a:pt x="976" y="2889"/>
                    <a:pt x="1000" y="2886"/>
                  </a:cubicBezTo>
                  <a:cubicBezTo>
                    <a:pt x="1334" y="2838"/>
                    <a:pt x="1560" y="2529"/>
                    <a:pt x="1500" y="2184"/>
                  </a:cubicBezTo>
                  <a:lnTo>
                    <a:pt x="1250" y="517"/>
                  </a:lnTo>
                  <a:cubicBezTo>
                    <a:pt x="1195" y="208"/>
                    <a:pt x="925" y="1"/>
                    <a:pt x="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480;p64">
              <a:extLst>
                <a:ext uri="{FF2B5EF4-FFF2-40B4-BE49-F238E27FC236}">
                  <a16:creationId xmlns:a16="http://schemas.microsoft.com/office/drawing/2014/main" id="{098934FA-33D8-7181-BB3B-CA8EF75210E0}"/>
                </a:ext>
              </a:extLst>
            </p:cNvPr>
            <p:cNvSpPr/>
            <p:nvPr/>
          </p:nvSpPr>
          <p:spPr>
            <a:xfrm>
              <a:off x="4840775" y="2483475"/>
              <a:ext cx="152725" cy="71750"/>
            </a:xfrm>
            <a:custGeom>
              <a:avLst/>
              <a:gdLst/>
              <a:ahLst/>
              <a:cxnLst/>
              <a:rect l="l" t="t" r="r" b="b"/>
              <a:pathLst>
                <a:path w="6109" h="2870" extrusionOk="0">
                  <a:moveTo>
                    <a:pt x="5882" y="0"/>
                  </a:moveTo>
                  <a:lnTo>
                    <a:pt x="0" y="1048"/>
                  </a:lnTo>
                  <a:lnTo>
                    <a:pt x="310" y="2870"/>
                  </a:lnTo>
                  <a:lnTo>
                    <a:pt x="6108" y="1870"/>
                  </a:lnTo>
                  <a:lnTo>
                    <a:pt x="58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481;p64">
              <a:extLst>
                <a:ext uri="{FF2B5EF4-FFF2-40B4-BE49-F238E27FC236}">
                  <a16:creationId xmlns:a16="http://schemas.microsoft.com/office/drawing/2014/main" id="{94AD01C0-AE4B-2AD0-743B-5640C74E4D4E}"/>
                </a:ext>
              </a:extLst>
            </p:cNvPr>
            <p:cNvSpPr/>
            <p:nvPr/>
          </p:nvSpPr>
          <p:spPr>
            <a:xfrm>
              <a:off x="4897925" y="2526525"/>
              <a:ext cx="116400" cy="115775"/>
            </a:xfrm>
            <a:custGeom>
              <a:avLst/>
              <a:gdLst/>
              <a:ahLst/>
              <a:cxnLst/>
              <a:rect l="l" t="t" r="r" b="b"/>
              <a:pathLst>
                <a:path w="4656" h="4631" extrusionOk="0">
                  <a:moveTo>
                    <a:pt x="3292" y="0"/>
                  </a:moveTo>
                  <a:cubicBezTo>
                    <a:pt x="2856" y="0"/>
                    <a:pt x="2433" y="236"/>
                    <a:pt x="2084" y="505"/>
                  </a:cubicBezTo>
                  <a:cubicBezTo>
                    <a:pt x="1084" y="1291"/>
                    <a:pt x="0" y="2993"/>
                    <a:pt x="1072" y="4148"/>
                  </a:cubicBezTo>
                  <a:cubicBezTo>
                    <a:pt x="1360" y="4476"/>
                    <a:pt x="1782" y="4630"/>
                    <a:pt x="2204" y="4630"/>
                  </a:cubicBezTo>
                  <a:cubicBezTo>
                    <a:pt x="2288" y="4630"/>
                    <a:pt x="2371" y="4624"/>
                    <a:pt x="2453" y="4612"/>
                  </a:cubicBezTo>
                  <a:cubicBezTo>
                    <a:pt x="2953" y="4541"/>
                    <a:pt x="3406" y="4255"/>
                    <a:pt x="3739" y="3874"/>
                  </a:cubicBezTo>
                  <a:cubicBezTo>
                    <a:pt x="4084" y="3481"/>
                    <a:pt x="4287" y="3017"/>
                    <a:pt x="4441" y="2529"/>
                  </a:cubicBezTo>
                  <a:cubicBezTo>
                    <a:pt x="4584" y="2053"/>
                    <a:pt x="4656" y="1529"/>
                    <a:pt x="4525" y="1053"/>
                  </a:cubicBezTo>
                  <a:cubicBezTo>
                    <a:pt x="4394" y="576"/>
                    <a:pt x="4037" y="136"/>
                    <a:pt x="3548" y="29"/>
                  </a:cubicBezTo>
                  <a:cubicBezTo>
                    <a:pt x="3463" y="9"/>
                    <a:pt x="3377" y="0"/>
                    <a:pt x="3292" y="0"/>
                  </a:cubicBezTo>
                  <a:close/>
                </a:path>
              </a:pathLst>
            </a:custGeom>
            <a:solidFill>
              <a:srgbClr val="EBA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482;p64">
              <a:extLst>
                <a:ext uri="{FF2B5EF4-FFF2-40B4-BE49-F238E27FC236}">
                  <a16:creationId xmlns:a16="http://schemas.microsoft.com/office/drawing/2014/main" id="{3324CB20-5B25-4082-0BF2-AE81F2CFFE45}"/>
                </a:ext>
              </a:extLst>
            </p:cNvPr>
            <p:cNvSpPr/>
            <p:nvPr/>
          </p:nvSpPr>
          <p:spPr>
            <a:xfrm>
              <a:off x="4938100" y="2555200"/>
              <a:ext cx="51825" cy="56525"/>
            </a:xfrm>
            <a:custGeom>
              <a:avLst/>
              <a:gdLst/>
              <a:ahLst/>
              <a:cxnLst/>
              <a:rect l="l" t="t" r="r" b="b"/>
              <a:pathLst>
                <a:path w="2073" h="2261" extrusionOk="0">
                  <a:moveTo>
                    <a:pt x="2072" y="1"/>
                  </a:moveTo>
                  <a:cubicBezTo>
                    <a:pt x="1418" y="1"/>
                    <a:pt x="739" y="298"/>
                    <a:pt x="322" y="799"/>
                  </a:cubicBezTo>
                  <a:cubicBezTo>
                    <a:pt x="144" y="1025"/>
                    <a:pt x="1" y="1275"/>
                    <a:pt x="1" y="1561"/>
                  </a:cubicBezTo>
                  <a:cubicBezTo>
                    <a:pt x="1" y="1846"/>
                    <a:pt x="144" y="2144"/>
                    <a:pt x="417" y="2227"/>
                  </a:cubicBezTo>
                  <a:cubicBezTo>
                    <a:pt x="474" y="2250"/>
                    <a:pt x="534" y="2261"/>
                    <a:pt x="597" y="2261"/>
                  </a:cubicBezTo>
                  <a:cubicBezTo>
                    <a:pt x="759" y="2261"/>
                    <a:pt x="931" y="2191"/>
                    <a:pt x="1060" y="2096"/>
                  </a:cubicBezTo>
                  <a:cubicBezTo>
                    <a:pt x="1239" y="1977"/>
                    <a:pt x="1370" y="1787"/>
                    <a:pt x="1418" y="1572"/>
                  </a:cubicBezTo>
                  <a:cubicBezTo>
                    <a:pt x="1453" y="1370"/>
                    <a:pt x="1394" y="1132"/>
                    <a:pt x="1251" y="977"/>
                  </a:cubicBezTo>
                  <a:cubicBezTo>
                    <a:pt x="1157" y="891"/>
                    <a:pt x="1024" y="843"/>
                    <a:pt x="894" y="843"/>
                  </a:cubicBezTo>
                  <a:cubicBezTo>
                    <a:pt x="809" y="843"/>
                    <a:pt x="726" y="863"/>
                    <a:pt x="656" y="906"/>
                  </a:cubicBezTo>
                  <a:cubicBezTo>
                    <a:pt x="953" y="477"/>
                    <a:pt x="1537" y="84"/>
                    <a:pt x="2072" y="1"/>
                  </a:cubicBez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483;p64">
              <a:extLst>
                <a:ext uri="{FF2B5EF4-FFF2-40B4-BE49-F238E27FC236}">
                  <a16:creationId xmlns:a16="http://schemas.microsoft.com/office/drawing/2014/main" id="{C2E484A0-C65D-BC9A-4D62-FF55C16A092D}"/>
                </a:ext>
              </a:extLst>
            </p:cNvPr>
            <p:cNvSpPr/>
            <p:nvPr/>
          </p:nvSpPr>
          <p:spPr>
            <a:xfrm>
              <a:off x="4684500" y="2659975"/>
              <a:ext cx="139325" cy="73900"/>
            </a:xfrm>
            <a:custGeom>
              <a:avLst/>
              <a:gdLst/>
              <a:ahLst/>
              <a:cxnLst/>
              <a:rect l="l" t="t" r="r" b="b"/>
              <a:pathLst>
                <a:path w="5573" h="2956" extrusionOk="0">
                  <a:moveTo>
                    <a:pt x="5358" y="1"/>
                  </a:moveTo>
                  <a:lnTo>
                    <a:pt x="5358" y="1"/>
                  </a:lnTo>
                  <a:cubicBezTo>
                    <a:pt x="3572" y="334"/>
                    <a:pt x="1787" y="656"/>
                    <a:pt x="1" y="1001"/>
                  </a:cubicBezTo>
                  <a:cubicBezTo>
                    <a:pt x="370" y="1668"/>
                    <a:pt x="953" y="2299"/>
                    <a:pt x="1632" y="2620"/>
                  </a:cubicBezTo>
                  <a:cubicBezTo>
                    <a:pt x="2068" y="2829"/>
                    <a:pt x="2553" y="2955"/>
                    <a:pt x="3029" y="2955"/>
                  </a:cubicBezTo>
                  <a:cubicBezTo>
                    <a:pt x="3176" y="2955"/>
                    <a:pt x="3322" y="2943"/>
                    <a:pt x="3465" y="2918"/>
                  </a:cubicBezTo>
                  <a:cubicBezTo>
                    <a:pt x="4084" y="2823"/>
                    <a:pt x="4680" y="2489"/>
                    <a:pt x="5037" y="1989"/>
                  </a:cubicBezTo>
                  <a:cubicBezTo>
                    <a:pt x="5430" y="1477"/>
                    <a:pt x="5573" y="596"/>
                    <a:pt x="5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484;p64">
              <a:extLst>
                <a:ext uri="{FF2B5EF4-FFF2-40B4-BE49-F238E27FC236}">
                  <a16:creationId xmlns:a16="http://schemas.microsoft.com/office/drawing/2014/main" id="{A68D686F-5430-E043-10E1-C26147777EB9}"/>
                </a:ext>
              </a:extLst>
            </p:cNvPr>
            <p:cNvSpPr/>
            <p:nvPr/>
          </p:nvSpPr>
          <p:spPr>
            <a:xfrm>
              <a:off x="4615150" y="2613250"/>
              <a:ext cx="223550" cy="42925"/>
            </a:xfrm>
            <a:custGeom>
              <a:avLst/>
              <a:gdLst/>
              <a:ahLst/>
              <a:cxnLst/>
              <a:rect l="l" t="t" r="r" b="b"/>
              <a:pathLst>
                <a:path w="8942" h="1717" extrusionOk="0">
                  <a:moveTo>
                    <a:pt x="8942" y="1"/>
                  </a:moveTo>
                  <a:lnTo>
                    <a:pt x="0" y="1382"/>
                  </a:lnTo>
                  <a:cubicBezTo>
                    <a:pt x="665" y="1595"/>
                    <a:pt x="1566" y="1717"/>
                    <a:pt x="2575" y="1717"/>
                  </a:cubicBezTo>
                  <a:cubicBezTo>
                    <a:pt x="4605" y="1717"/>
                    <a:pt x="7073" y="1225"/>
                    <a:pt x="8942" y="1"/>
                  </a:cubicBezTo>
                  <a:close/>
                </a:path>
              </a:pathLst>
            </a:custGeom>
            <a:solidFill>
              <a:srgbClr val="B7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3485;p64">
              <a:extLst>
                <a:ext uri="{FF2B5EF4-FFF2-40B4-BE49-F238E27FC236}">
                  <a16:creationId xmlns:a16="http://schemas.microsoft.com/office/drawing/2014/main" id="{E716968A-3117-B2B4-BEC8-85F772EE4E0A}"/>
                </a:ext>
              </a:extLst>
            </p:cNvPr>
            <p:cNvGrpSpPr/>
            <p:nvPr/>
          </p:nvGrpSpPr>
          <p:grpSpPr>
            <a:xfrm>
              <a:off x="3887375" y="2445375"/>
              <a:ext cx="434600" cy="285775"/>
              <a:chOff x="3887375" y="2445375"/>
              <a:chExt cx="434600" cy="285775"/>
            </a:xfrm>
          </p:grpSpPr>
          <p:sp>
            <p:nvSpPr>
              <p:cNvPr id="2045" name="Google Shape;3486;p64">
                <a:extLst>
                  <a:ext uri="{FF2B5EF4-FFF2-40B4-BE49-F238E27FC236}">
                    <a16:creationId xmlns:a16="http://schemas.microsoft.com/office/drawing/2014/main" id="{86592FC2-5318-B6EB-983E-844C66CCDC6A}"/>
                  </a:ext>
                </a:extLst>
              </p:cNvPr>
              <p:cNvSpPr/>
              <p:nvPr/>
            </p:nvSpPr>
            <p:spPr>
              <a:xfrm>
                <a:off x="3891250" y="2448650"/>
                <a:ext cx="426850" cy="278325"/>
              </a:xfrm>
              <a:custGeom>
                <a:avLst/>
                <a:gdLst/>
                <a:ahLst/>
                <a:cxnLst/>
                <a:rect l="l" t="t" r="r" b="b"/>
                <a:pathLst>
                  <a:path w="17074" h="11133" extrusionOk="0">
                    <a:moveTo>
                      <a:pt x="1560" y="0"/>
                    </a:moveTo>
                    <a:cubicBezTo>
                      <a:pt x="691" y="0"/>
                      <a:pt x="0" y="703"/>
                      <a:pt x="0" y="1572"/>
                    </a:cubicBezTo>
                    <a:lnTo>
                      <a:pt x="0" y="9573"/>
                    </a:lnTo>
                    <a:cubicBezTo>
                      <a:pt x="0" y="10442"/>
                      <a:pt x="691" y="11133"/>
                      <a:pt x="1560" y="11133"/>
                    </a:cubicBezTo>
                    <a:lnTo>
                      <a:pt x="15514" y="11133"/>
                    </a:lnTo>
                    <a:cubicBezTo>
                      <a:pt x="16383" y="11133"/>
                      <a:pt x="17062" y="10442"/>
                      <a:pt x="17074" y="9573"/>
                    </a:cubicBezTo>
                    <a:lnTo>
                      <a:pt x="17074" y="1572"/>
                    </a:lnTo>
                    <a:cubicBezTo>
                      <a:pt x="17074" y="703"/>
                      <a:pt x="16383" y="0"/>
                      <a:pt x="15514" y="0"/>
                    </a:cubicBezTo>
                    <a:close/>
                  </a:path>
                </a:pathLst>
              </a:custGeom>
              <a:solidFill>
                <a:srgbClr val="ABF2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3487;p64">
                <a:extLst>
                  <a:ext uri="{FF2B5EF4-FFF2-40B4-BE49-F238E27FC236}">
                    <a16:creationId xmlns:a16="http://schemas.microsoft.com/office/drawing/2014/main" id="{8D716540-9F8D-7C58-43DD-8DA300191180}"/>
                  </a:ext>
                </a:extLst>
              </p:cNvPr>
              <p:cNvSpPr/>
              <p:nvPr/>
            </p:nvSpPr>
            <p:spPr>
              <a:xfrm>
                <a:off x="3887375" y="2445375"/>
                <a:ext cx="434600" cy="285775"/>
              </a:xfrm>
              <a:custGeom>
                <a:avLst/>
                <a:gdLst/>
                <a:ahLst/>
                <a:cxnLst/>
                <a:rect l="l" t="t" r="r" b="b"/>
                <a:pathLst>
                  <a:path w="17384" h="11431" extrusionOk="0">
                    <a:moveTo>
                      <a:pt x="15669" y="310"/>
                    </a:moveTo>
                    <a:cubicBezTo>
                      <a:pt x="16443" y="310"/>
                      <a:pt x="17074" y="941"/>
                      <a:pt x="17074" y="1715"/>
                    </a:cubicBezTo>
                    <a:lnTo>
                      <a:pt x="17074" y="9716"/>
                    </a:lnTo>
                    <a:cubicBezTo>
                      <a:pt x="17074" y="10490"/>
                      <a:pt x="16443" y="11121"/>
                      <a:pt x="15669" y="11121"/>
                    </a:cubicBezTo>
                    <a:lnTo>
                      <a:pt x="1715" y="11121"/>
                    </a:lnTo>
                    <a:cubicBezTo>
                      <a:pt x="941" y="11121"/>
                      <a:pt x="310" y="10490"/>
                      <a:pt x="310" y="9716"/>
                    </a:cubicBezTo>
                    <a:lnTo>
                      <a:pt x="310" y="1715"/>
                    </a:lnTo>
                    <a:cubicBezTo>
                      <a:pt x="310" y="941"/>
                      <a:pt x="941" y="310"/>
                      <a:pt x="1715" y="310"/>
                    </a:cubicBezTo>
                    <a:close/>
                    <a:moveTo>
                      <a:pt x="1715" y="0"/>
                    </a:moveTo>
                    <a:cubicBezTo>
                      <a:pt x="775" y="0"/>
                      <a:pt x="1" y="774"/>
                      <a:pt x="1" y="1715"/>
                    </a:cubicBezTo>
                    <a:lnTo>
                      <a:pt x="1" y="9716"/>
                    </a:lnTo>
                    <a:cubicBezTo>
                      <a:pt x="1" y="10656"/>
                      <a:pt x="775" y="11430"/>
                      <a:pt x="1715" y="11430"/>
                    </a:cubicBezTo>
                    <a:lnTo>
                      <a:pt x="15669" y="11430"/>
                    </a:lnTo>
                    <a:cubicBezTo>
                      <a:pt x="16610" y="11430"/>
                      <a:pt x="17384" y="10656"/>
                      <a:pt x="17384" y="9716"/>
                    </a:cubicBezTo>
                    <a:lnTo>
                      <a:pt x="17384" y="1715"/>
                    </a:lnTo>
                    <a:cubicBezTo>
                      <a:pt x="17384" y="774"/>
                      <a:pt x="16610" y="0"/>
                      <a:pt x="156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3488;p64">
                <a:extLst>
                  <a:ext uri="{FF2B5EF4-FFF2-40B4-BE49-F238E27FC236}">
                    <a16:creationId xmlns:a16="http://schemas.microsoft.com/office/drawing/2014/main" id="{C2A17DA8-8D33-8ABA-0A20-9F6D2532973D}"/>
                  </a:ext>
                </a:extLst>
              </p:cNvPr>
              <p:cNvSpPr/>
              <p:nvPr/>
            </p:nvSpPr>
            <p:spPr>
              <a:xfrm>
                <a:off x="3937675" y="2483175"/>
                <a:ext cx="110750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4430" h="1251" extrusionOk="0">
                    <a:moveTo>
                      <a:pt x="1" y="1"/>
                    </a:moveTo>
                    <a:lnTo>
                      <a:pt x="1" y="1251"/>
                    </a:lnTo>
                    <a:lnTo>
                      <a:pt x="4430" y="1251"/>
                    </a:lnTo>
                    <a:lnTo>
                      <a:pt x="4430" y="1"/>
                    </a:lnTo>
                    <a:close/>
                  </a:path>
                </a:pathLst>
              </a:custGeom>
              <a:solidFill>
                <a:srgbClr val="67BB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3489;p64">
                <a:extLst>
                  <a:ext uri="{FF2B5EF4-FFF2-40B4-BE49-F238E27FC236}">
                    <a16:creationId xmlns:a16="http://schemas.microsoft.com/office/drawing/2014/main" id="{B041BE66-AB2E-84DC-1BA9-F73897EE7428}"/>
                  </a:ext>
                </a:extLst>
              </p:cNvPr>
              <p:cNvSpPr/>
              <p:nvPr/>
            </p:nvSpPr>
            <p:spPr>
              <a:xfrm>
                <a:off x="4048700" y="2483175"/>
                <a:ext cx="222975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8919" h="1251" extrusionOk="0">
                    <a:moveTo>
                      <a:pt x="1" y="1"/>
                    </a:moveTo>
                    <a:lnTo>
                      <a:pt x="1" y="1251"/>
                    </a:lnTo>
                    <a:lnTo>
                      <a:pt x="8919" y="1251"/>
                    </a:lnTo>
                    <a:lnTo>
                      <a:pt x="8919" y="1"/>
                    </a:lnTo>
                    <a:close/>
                  </a:path>
                </a:pathLst>
              </a:custGeom>
              <a:solidFill>
                <a:srgbClr val="97E3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3490;p64">
                <a:extLst>
                  <a:ext uri="{FF2B5EF4-FFF2-40B4-BE49-F238E27FC236}">
                    <a16:creationId xmlns:a16="http://schemas.microsoft.com/office/drawing/2014/main" id="{B06F1E63-CAAB-E1C0-B23D-5D02BF7CD0CE}"/>
                  </a:ext>
                </a:extLst>
              </p:cNvPr>
              <p:cNvSpPr/>
              <p:nvPr/>
            </p:nvSpPr>
            <p:spPr>
              <a:xfrm>
                <a:off x="3937675" y="2542700"/>
                <a:ext cx="231600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9264" h="1251" extrusionOk="0">
                    <a:moveTo>
                      <a:pt x="1" y="1"/>
                    </a:moveTo>
                    <a:lnTo>
                      <a:pt x="1" y="1251"/>
                    </a:lnTo>
                    <a:lnTo>
                      <a:pt x="9264" y="1251"/>
                    </a:lnTo>
                    <a:lnTo>
                      <a:pt x="9264" y="1"/>
                    </a:lnTo>
                    <a:close/>
                  </a:path>
                </a:pathLst>
              </a:custGeom>
              <a:solidFill>
                <a:srgbClr val="67BB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3491;p64">
                <a:extLst>
                  <a:ext uri="{FF2B5EF4-FFF2-40B4-BE49-F238E27FC236}">
                    <a16:creationId xmlns:a16="http://schemas.microsoft.com/office/drawing/2014/main" id="{CE9E3BEF-6DAD-05AC-1A79-8431C976DE88}"/>
                  </a:ext>
                </a:extLst>
              </p:cNvPr>
              <p:cNvSpPr/>
              <p:nvPr/>
            </p:nvSpPr>
            <p:spPr>
              <a:xfrm>
                <a:off x="4169250" y="2542700"/>
                <a:ext cx="102425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1251" extrusionOk="0">
                    <a:moveTo>
                      <a:pt x="1" y="1"/>
                    </a:moveTo>
                    <a:lnTo>
                      <a:pt x="1" y="1251"/>
                    </a:lnTo>
                    <a:lnTo>
                      <a:pt x="4097" y="1251"/>
                    </a:lnTo>
                    <a:lnTo>
                      <a:pt x="4097" y="1"/>
                    </a:lnTo>
                    <a:close/>
                  </a:path>
                </a:pathLst>
              </a:custGeom>
              <a:solidFill>
                <a:srgbClr val="97E3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3492;p64">
                <a:extLst>
                  <a:ext uri="{FF2B5EF4-FFF2-40B4-BE49-F238E27FC236}">
                    <a16:creationId xmlns:a16="http://schemas.microsoft.com/office/drawing/2014/main" id="{8004A3CC-D456-0B11-37E6-83A8504BA404}"/>
                  </a:ext>
                </a:extLst>
              </p:cNvPr>
              <p:cNvSpPr/>
              <p:nvPr/>
            </p:nvSpPr>
            <p:spPr>
              <a:xfrm>
                <a:off x="3937675" y="2602225"/>
                <a:ext cx="167025" cy="31300"/>
              </a:xfrm>
              <a:custGeom>
                <a:avLst/>
                <a:gdLst/>
                <a:ahLst/>
                <a:cxnLst/>
                <a:rect l="l" t="t" r="r" b="b"/>
                <a:pathLst>
                  <a:path w="6681" h="1252" extrusionOk="0">
                    <a:moveTo>
                      <a:pt x="1" y="1"/>
                    </a:moveTo>
                    <a:lnTo>
                      <a:pt x="1" y="1251"/>
                    </a:lnTo>
                    <a:lnTo>
                      <a:pt x="6680" y="1251"/>
                    </a:lnTo>
                    <a:lnTo>
                      <a:pt x="6680" y="1"/>
                    </a:lnTo>
                    <a:close/>
                  </a:path>
                </a:pathLst>
              </a:custGeom>
              <a:solidFill>
                <a:srgbClr val="67BB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3493;p64">
                <a:extLst>
                  <a:ext uri="{FF2B5EF4-FFF2-40B4-BE49-F238E27FC236}">
                    <a16:creationId xmlns:a16="http://schemas.microsoft.com/office/drawing/2014/main" id="{9816465E-21FF-D28F-3AA6-60277472E997}"/>
                  </a:ext>
                </a:extLst>
              </p:cNvPr>
              <p:cNvSpPr/>
              <p:nvPr/>
            </p:nvSpPr>
            <p:spPr>
              <a:xfrm>
                <a:off x="4104675" y="2602225"/>
                <a:ext cx="167000" cy="31300"/>
              </a:xfrm>
              <a:custGeom>
                <a:avLst/>
                <a:gdLst/>
                <a:ahLst/>
                <a:cxnLst/>
                <a:rect l="l" t="t" r="r" b="b"/>
                <a:pathLst>
                  <a:path w="6680" h="1252" extrusionOk="0">
                    <a:moveTo>
                      <a:pt x="0" y="1"/>
                    </a:moveTo>
                    <a:lnTo>
                      <a:pt x="0" y="1251"/>
                    </a:lnTo>
                    <a:lnTo>
                      <a:pt x="6680" y="1251"/>
                    </a:lnTo>
                    <a:lnTo>
                      <a:pt x="6680" y="1"/>
                    </a:lnTo>
                    <a:close/>
                  </a:path>
                </a:pathLst>
              </a:custGeom>
              <a:solidFill>
                <a:srgbClr val="97E3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3494;p64">
                <a:extLst>
                  <a:ext uri="{FF2B5EF4-FFF2-40B4-BE49-F238E27FC236}">
                    <a16:creationId xmlns:a16="http://schemas.microsoft.com/office/drawing/2014/main" id="{8D571154-E1B0-226A-EDC6-872361FE883E}"/>
                  </a:ext>
                </a:extLst>
              </p:cNvPr>
              <p:cNvSpPr/>
              <p:nvPr/>
            </p:nvSpPr>
            <p:spPr>
              <a:xfrm>
                <a:off x="3937675" y="2661775"/>
                <a:ext cx="272375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10895" h="1251" extrusionOk="0">
                    <a:moveTo>
                      <a:pt x="1" y="0"/>
                    </a:moveTo>
                    <a:lnTo>
                      <a:pt x="1" y="1250"/>
                    </a:lnTo>
                    <a:lnTo>
                      <a:pt x="10895" y="1250"/>
                    </a:lnTo>
                    <a:lnTo>
                      <a:pt x="10895" y="0"/>
                    </a:lnTo>
                    <a:close/>
                  </a:path>
                </a:pathLst>
              </a:custGeom>
              <a:solidFill>
                <a:srgbClr val="67BB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3495;p64">
                <a:extLst>
                  <a:ext uri="{FF2B5EF4-FFF2-40B4-BE49-F238E27FC236}">
                    <a16:creationId xmlns:a16="http://schemas.microsoft.com/office/drawing/2014/main" id="{ABAC3FB8-0F5C-2D7D-CBAC-9D0D29E2E83D}"/>
                  </a:ext>
                </a:extLst>
              </p:cNvPr>
              <p:cNvSpPr/>
              <p:nvPr/>
            </p:nvSpPr>
            <p:spPr>
              <a:xfrm>
                <a:off x="4210325" y="2661775"/>
                <a:ext cx="61350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1251" extrusionOk="0">
                    <a:moveTo>
                      <a:pt x="1" y="0"/>
                    </a:moveTo>
                    <a:lnTo>
                      <a:pt x="1" y="1250"/>
                    </a:lnTo>
                    <a:lnTo>
                      <a:pt x="2454" y="1250"/>
                    </a:lnTo>
                    <a:lnTo>
                      <a:pt x="2454" y="0"/>
                    </a:lnTo>
                    <a:close/>
                  </a:path>
                </a:pathLst>
              </a:custGeom>
              <a:solidFill>
                <a:srgbClr val="97E3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" name="Google Shape;3496;p64">
              <a:extLst>
                <a:ext uri="{FF2B5EF4-FFF2-40B4-BE49-F238E27FC236}">
                  <a16:creationId xmlns:a16="http://schemas.microsoft.com/office/drawing/2014/main" id="{27198079-37E2-3DE7-03B2-DD9C30CCA3E7}"/>
                </a:ext>
              </a:extLst>
            </p:cNvPr>
            <p:cNvSpPr/>
            <p:nvPr/>
          </p:nvSpPr>
          <p:spPr>
            <a:xfrm>
              <a:off x="3798975" y="2351900"/>
              <a:ext cx="142900" cy="142900"/>
            </a:xfrm>
            <a:custGeom>
              <a:avLst/>
              <a:gdLst/>
              <a:ahLst/>
              <a:cxnLst/>
              <a:rect l="l" t="t" r="r" b="b"/>
              <a:pathLst>
                <a:path w="5716" h="5716" extrusionOk="0">
                  <a:moveTo>
                    <a:pt x="2858" y="322"/>
                  </a:moveTo>
                  <a:cubicBezTo>
                    <a:pt x="4251" y="322"/>
                    <a:pt x="5394" y="1465"/>
                    <a:pt x="5394" y="2858"/>
                  </a:cubicBezTo>
                  <a:cubicBezTo>
                    <a:pt x="5394" y="4263"/>
                    <a:pt x="4251" y="5406"/>
                    <a:pt x="2858" y="5406"/>
                  </a:cubicBezTo>
                  <a:cubicBezTo>
                    <a:pt x="1453" y="5406"/>
                    <a:pt x="310" y="4263"/>
                    <a:pt x="310" y="2858"/>
                  </a:cubicBezTo>
                  <a:cubicBezTo>
                    <a:pt x="310" y="1465"/>
                    <a:pt x="1453" y="322"/>
                    <a:pt x="2858" y="322"/>
                  </a:cubicBezTo>
                  <a:close/>
                  <a:moveTo>
                    <a:pt x="2858" y="1"/>
                  </a:moveTo>
                  <a:cubicBezTo>
                    <a:pt x="1274" y="1"/>
                    <a:pt x="0" y="1287"/>
                    <a:pt x="0" y="2858"/>
                  </a:cubicBezTo>
                  <a:cubicBezTo>
                    <a:pt x="0" y="4442"/>
                    <a:pt x="1274" y="5716"/>
                    <a:pt x="2858" y="5716"/>
                  </a:cubicBezTo>
                  <a:cubicBezTo>
                    <a:pt x="4430" y="5716"/>
                    <a:pt x="5715" y="4442"/>
                    <a:pt x="5715" y="2858"/>
                  </a:cubicBezTo>
                  <a:cubicBezTo>
                    <a:pt x="5715" y="1287"/>
                    <a:pt x="4430" y="1"/>
                    <a:pt x="28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497;p64">
              <a:extLst>
                <a:ext uri="{FF2B5EF4-FFF2-40B4-BE49-F238E27FC236}">
                  <a16:creationId xmlns:a16="http://schemas.microsoft.com/office/drawing/2014/main" id="{8FCBA483-14C7-0352-EA56-B65844DA5849}"/>
                </a:ext>
              </a:extLst>
            </p:cNvPr>
            <p:cNvSpPr/>
            <p:nvPr/>
          </p:nvSpPr>
          <p:spPr>
            <a:xfrm>
              <a:off x="3843925" y="2382875"/>
              <a:ext cx="70275" cy="80975"/>
            </a:xfrm>
            <a:custGeom>
              <a:avLst/>
              <a:gdLst/>
              <a:ahLst/>
              <a:cxnLst/>
              <a:rect l="l" t="t" r="r" b="b"/>
              <a:pathLst>
                <a:path w="2811" h="3239" extrusionOk="0">
                  <a:moveTo>
                    <a:pt x="310" y="536"/>
                  </a:moveTo>
                  <a:lnTo>
                    <a:pt x="2191" y="1607"/>
                  </a:lnTo>
                  <a:lnTo>
                    <a:pt x="310" y="2691"/>
                  </a:lnTo>
                  <a:lnTo>
                    <a:pt x="310" y="536"/>
                  </a:lnTo>
                  <a:close/>
                  <a:moveTo>
                    <a:pt x="0" y="0"/>
                  </a:moveTo>
                  <a:lnTo>
                    <a:pt x="0" y="3239"/>
                  </a:lnTo>
                  <a:lnTo>
                    <a:pt x="2810" y="1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498;p64">
              <a:extLst>
                <a:ext uri="{FF2B5EF4-FFF2-40B4-BE49-F238E27FC236}">
                  <a16:creationId xmlns:a16="http://schemas.microsoft.com/office/drawing/2014/main" id="{1A18E563-72C5-448A-DFEA-583D2E67C16E}"/>
                </a:ext>
              </a:extLst>
            </p:cNvPr>
            <p:cNvSpPr/>
            <p:nvPr/>
          </p:nvSpPr>
          <p:spPr>
            <a:xfrm>
              <a:off x="3676925" y="2867750"/>
              <a:ext cx="356325" cy="215525"/>
            </a:xfrm>
            <a:custGeom>
              <a:avLst/>
              <a:gdLst/>
              <a:ahLst/>
              <a:cxnLst/>
              <a:rect l="l" t="t" r="r" b="b"/>
              <a:pathLst>
                <a:path w="14253" h="8621" extrusionOk="0">
                  <a:moveTo>
                    <a:pt x="1561" y="0"/>
                  </a:moveTo>
                  <a:cubicBezTo>
                    <a:pt x="691" y="0"/>
                    <a:pt x="1" y="703"/>
                    <a:pt x="1" y="1560"/>
                  </a:cubicBezTo>
                  <a:lnTo>
                    <a:pt x="1" y="7049"/>
                  </a:lnTo>
                  <a:cubicBezTo>
                    <a:pt x="1" y="7918"/>
                    <a:pt x="691" y="8620"/>
                    <a:pt x="1561" y="8620"/>
                  </a:cubicBezTo>
                  <a:lnTo>
                    <a:pt x="12693" y="8620"/>
                  </a:lnTo>
                  <a:cubicBezTo>
                    <a:pt x="13538" y="8620"/>
                    <a:pt x="14241" y="7918"/>
                    <a:pt x="14253" y="7049"/>
                  </a:cubicBezTo>
                  <a:lnTo>
                    <a:pt x="14253" y="1560"/>
                  </a:lnTo>
                  <a:cubicBezTo>
                    <a:pt x="14253" y="703"/>
                    <a:pt x="13550" y="0"/>
                    <a:pt x="12693" y="0"/>
                  </a:cubicBezTo>
                  <a:close/>
                </a:path>
              </a:pathLst>
            </a:custGeom>
            <a:solidFill>
              <a:srgbClr val="92F7FF">
                <a:alpha val="4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499;p64">
              <a:extLst>
                <a:ext uri="{FF2B5EF4-FFF2-40B4-BE49-F238E27FC236}">
                  <a16:creationId xmlns:a16="http://schemas.microsoft.com/office/drawing/2014/main" id="{84C7583D-6D9C-DF44-8F20-5FC8E3DF3E2E}"/>
                </a:ext>
              </a:extLst>
            </p:cNvPr>
            <p:cNvSpPr/>
            <p:nvPr/>
          </p:nvSpPr>
          <p:spPr>
            <a:xfrm>
              <a:off x="3673075" y="2863875"/>
              <a:ext cx="364050" cy="222975"/>
            </a:xfrm>
            <a:custGeom>
              <a:avLst/>
              <a:gdLst/>
              <a:ahLst/>
              <a:cxnLst/>
              <a:rect l="l" t="t" r="r" b="b"/>
              <a:pathLst>
                <a:path w="14562" h="8919" extrusionOk="0">
                  <a:moveTo>
                    <a:pt x="12847" y="322"/>
                  </a:moveTo>
                  <a:cubicBezTo>
                    <a:pt x="13621" y="322"/>
                    <a:pt x="14240" y="941"/>
                    <a:pt x="14240" y="1715"/>
                  </a:cubicBezTo>
                  <a:lnTo>
                    <a:pt x="14240" y="7204"/>
                  </a:lnTo>
                  <a:cubicBezTo>
                    <a:pt x="14240" y="7978"/>
                    <a:pt x="13621" y="8609"/>
                    <a:pt x="12847" y="8609"/>
                  </a:cubicBezTo>
                  <a:lnTo>
                    <a:pt x="1715" y="8609"/>
                  </a:lnTo>
                  <a:cubicBezTo>
                    <a:pt x="941" y="8609"/>
                    <a:pt x="310" y="7978"/>
                    <a:pt x="310" y="7204"/>
                  </a:cubicBezTo>
                  <a:lnTo>
                    <a:pt x="310" y="1715"/>
                  </a:lnTo>
                  <a:cubicBezTo>
                    <a:pt x="310" y="941"/>
                    <a:pt x="941" y="322"/>
                    <a:pt x="1715" y="322"/>
                  </a:cubicBezTo>
                  <a:close/>
                  <a:moveTo>
                    <a:pt x="1715" y="0"/>
                  </a:moveTo>
                  <a:cubicBezTo>
                    <a:pt x="774" y="0"/>
                    <a:pt x="0" y="774"/>
                    <a:pt x="0" y="1715"/>
                  </a:cubicBezTo>
                  <a:lnTo>
                    <a:pt x="0" y="7204"/>
                  </a:lnTo>
                  <a:cubicBezTo>
                    <a:pt x="0" y="8144"/>
                    <a:pt x="774" y="8918"/>
                    <a:pt x="1715" y="8918"/>
                  </a:cubicBezTo>
                  <a:lnTo>
                    <a:pt x="12847" y="8918"/>
                  </a:lnTo>
                  <a:cubicBezTo>
                    <a:pt x="13788" y="8918"/>
                    <a:pt x="14561" y="8156"/>
                    <a:pt x="14561" y="7204"/>
                  </a:cubicBezTo>
                  <a:lnTo>
                    <a:pt x="14561" y="1715"/>
                  </a:lnTo>
                  <a:cubicBezTo>
                    <a:pt x="14561" y="774"/>
                    <a:pt x="13788" y="0"/>
                    <a:pt x="128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500;p64">
              <a:extLst>
                <a:ext uri="{FF2B5EF4-FFF2-40B4-BE49-F238E27FC236}">
                  <a16:creationId xmlns:a16="http://schemas.microsoft.com/office/drawing/2014/main" id="{45D3AAD6-5166-AE2B-5070-11B73A059ACB}"/>
                </a:ext>
              </a:extLst>
            </p:cNvPr>
            <p:cNvSpPr/>
            <p:nvPr/>
          </p:nvSpPr>
          <p:spPr>
            <a:xfrm>
              <a:off x="4093950" y="2867750"/>
              <a:ext cx="356325" cy="215525"/>
            </a:xfrm>
            <a:custGeom>
              <a:avLst/>
              <a:gdLst/>
              <a:ahLst/>
              <a:cxnLst/>
              <a:rect l="l" t="t" r="r" b="b"/>
              <a:pathLst>
                <a:path w="14253" h="8621" extrusionOk="0">
                  <a:moveTo>
                    <a:pt x="1560" y="0"/>
                  </a:moveTo>
                  <a:cubicBezTo>
                    <a:pt x="703" y="0"/>
                    <a:pt x="1" y="703"/>
                    <a:pt x="1" y="1560"/>
                  </a:cubicBezTo>
                  <a:lnTo>
                    <a:pt x="1" y="7049"/>
                  </a:lnTo>
                  <a:cubicBezTo>
                    <a:pt x="1" y="7918"/>
                    <a:pt x="703" y="8620"/>
                    <a:pt x="1560" y="8620"/>
                  </a:cubicBezTo>
                  <a:lnTo>
                    <a:pt x="12693" y="8620"/>
                  </a:lnTo>
                  <a:cubicBezTo>
                    <a:pt x="13562" y="8620"/>
                    <a:pt x="14252" y="7918"/>
                    <a:pt x="14252" y="7049"/>
                  </a:cubicBezTo>
                  <a:lnTo>
                    <a:pt x="14252" y="1560"/>
                  </a:lnTo>
                  <a:cubicBezTo>
                    <a:pt x="14252" y="703"/>
                    <a:pt x="13550" y="0"/>
                    <a:pt x="12693" y="0"/>
                  </a:cubicBezTo>
                  <a:close/>
                </a:path>
              </a:pathLst>
            </a:custGeom>
            <a:solidFill>
              <a:srgbClr val="92F7FF">
                <a:alpha val="4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501;p64">
              <a:extLst>
                <a:ext uri="{FF2B5EF4-FFF2-40B4-BE49-F238E27FC236}">
                  <a16:creationId xmlns:a16="http://schemas.microsoft.com/office/drawing/2014/main" id="{A3BE6FD6-C482-95A4-40BF-42DFD4A92513}"/>
                </a:ext>
              </a:extLst>
            </p:cNvPr>
            <p:cNvSpPr/>
            <p:nvPr/>
          </p:nvSpPr>
          <p:spPr>
            <a:xfrm>
              <a:off x="4090075" y="2863875"/>
              <a:ext cx="364375" cy="222975"/>
            </a:xfrm>
            <a:custGeom>
              <a:avLst/>
              <a:gdLst/>
              <a:ahLst/>
              <a:cxnLst/>
              <a:rect l="l" t="t" r="r" b="b"/>
              <a:pathLst>
                <a:path w="14575" h="8919" extrusionOk="0">
                  <a:moveTo>
                    <a:pt x="12860" y="322"/>
                  </a:moveTo>
                  <a:cubicBezTo>
                    <a:pt x="13633" y="322"/>
                    <a:pt x="14264" y="941"/>
                    <a:pt x="14264" y="1715"/>
                  </a:cubicBezTo>
                  <a:lnTo>
                    <a:pt x="14264" y="7204"/>
                  </a:lnTo>
                  <a:cubicBezTo>
                    <a:pt x="14264" y="7978"/>
                    <a:pt x="13633" y="8609"/>
                    <a:pt x="12860" y="8609"/>
                  </a:cubicBezTo>
                  <a:lnTo>
                    <a:pt x="1727" y="8609"/>
                  </a:lnTo>
                  <a:cubicBezTo>
                    <a:pt x="953" y="8609"/>
                    <a:pt x="334" y="7978"/>
                    <a:pt x="334" y="7204"/>
                  </a:cubicBezTo>
                  <a:lnTo>
                    <a:pt x="334" y="1715"/>
                  </a:lnTo>
                  <a:cubicBezTo>
                    <a:pt x="334" y="941"/>
                    <a:pt x="953" y="322"/>
                    <a:pt x="1727" y="322"/>
                  </a:cubicBezTo>
                  <a:close/>
                  <a:moveTo>
                    <a:pt x="1715" y="0"/>
                  </a:moveTo>
                  <a:cubicBezTo>
                    <a:pt x="775" y="0"/>
                    <a:pt x="1" y="774"/>
                    <a:pt x="1" y="1715"/>
                  </a:cubicBezTo>
                  <a:lnTo>
                    <a:pt x="1" y="7204"/>
                  </a:lnTo>
                  <a:cubicBezTo>
                    <a:pt x="1" y="8144"/>
                    <a:pt x="775" y="8918"/>
                    <a:pt x="1715" y="8918"/>
                  </a:cubicBezTo>
                  <a:lnTo>
                    <a:pt x="12848" y="8918"/>
                  </a:lnTo>
                  <a:cubicBezTo>
                    <a:pt x="13800" y="8918"/>
                    <a:pt x="14574" y="8156"/>
                    <a:pt x="14562" y="7204"/>
                  </a:cubicBezTo>
                  <a:lnTo>
                    <a:pt x="14562" y="1715"/>
                  </a:lnTo>
                  <a:cubicBezTo>
                    <a:pt x="14562" y="774"/>
                    <a:pt x="13788" y="0"/>
                    <a:pt x="12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502;p64">
              <a:extLst>
                <a:ext uri="{FF2B5EF4-FFF2-40B4-BE49-F238E27FC236}">
                  <a16:creationId xmlns:a16="http://schemas.microsoft.com/office/drawing/2014/main" id="{2E3926A1-22B8-F337-F6B6-93998C3C1B99}"/>
                </a:ext>
              </a:extLst>
            </p:cNvPr>
            <p:cNvSpPr/>
            <p:nvPr/>
          </p:nvSpPr>
          <p:spPr>
            <a:xfrm>
              <a:off x="3676925" y="3134750"/>
              <a:ext cx="356325" cy="215525"/>
            </a:xfrm>
            <a:custGeom>
              <a:avLst/>
              <a:gdLst/>
              <a:ahLst/>
              <a:cxnLst/>
              <a:rect l="l" t="t" r="r" b="b"/>
              <a:pathLst>
                <a:path w="14253" h="8621" extrusionOk="0">
                  <a:moveTo>
                    <a:pt x="1561" y="0"/>
                  </a:moveTo>
                  <a:cubicBezTo>
                    <a:pt x="691" y="0"/>
                    <a:pt x="1" y="703"/>
                    <a:pt x="1" y="1572"/>
                  </a:cubicBezTo>
                  <a:lnTo>
                    <a:pt x="1" y="7060"/>
                  </a:lnTo>
                  <a:cubicBezTo>
                    <a:pt x="1" y="7918"/>
                    <a:pt x="691" y="8620"/>
                    <a:pt x="1561" y="8620"/>
                  </a:cubicBezTo>
                  <a:lnTo>
                    <a:pt x="12693" y="8620"/>
                  </a:lnTo>
                  <a:cubicBezTo>
                    <a:pt x="13538" y="8620"/>
                    <a:pt x="14241" y="7918"/>
                    <a:pt x="14253" y="7060"/>
                  </a:cubicBezTo>
                  <a:lnTo>
                    <a:pt x="14253" y="1572"/>
                  </a:lnTo>
                  <a:cubicBezTo>
                    <a:pt x="14253" y="703"/>
                    <a:pt x="13550" y="0"/>
                    <a:pt x="12693" y="0"/>
                  </a:cubicBezTo>
                  <a:close/>
                </a:path>
              </a:pathLst>
            </a:custGeom>
            <a:solidFill>
              <a:srgbClr val="92F7FF">
                <a:alpha val="4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503;p64">
              <a:extLst>
                <a:ext uri="{FF2B5EF4-FFF2-40B4-BE49-F238E27FC236}">
                  <a16:creationId xmlns:a16="http://schemas.microsoft.com/office/drawing/2014/main" id="{AD51A841-58B6-ED09-8CB6-C4ED1A82798C}"/>
                </a:ext>
              </a:extLst>
            </p:cNvPr>
            <p:cNvSpPr/>
            <p:nvPr/>
          </p:nvSpPr>
          <p:spPr>
            <a:xfrm>
              <a:off x="3673075" y="3131175"/>
              <a:ext cx="364050" cy="222950"/>
            </a:xfrm>
            <a:custGeom>
              <a:avLst/>
              <a:gdLst/>
              <a:ahLst/>
              <a:cxnLst/>
              <a:rect l="l" t="t" r="r" b="b"/>
              <a:pathLst>
                <a:path w="14562" h="8918" extrusionOk="0">
                  <a:moveTo>
                    <a:pt x="12847" y="310"/>
                  </a:moveTo>
                  <a:cubicBezTo>
                    <a:pt x="13621" y="310"/>
                    <a:pt x="14240" y="941"/>
                    <a:pt x="14240" y="1715"/>
                  </a:cubicBezTo>
                  <a:lnTo>
                    <a:pt x="14240" y="7203"/>
                  </a:lnTo>
                  <a:cubicBezTo>
                    <a:pt x="14240" y="7977"/>
                    <a:pt x="13621" y="8596"/>
                    <a:pt x="12847" y="8596"/>
                  </a:cubicBezTo>
                  <a:lnTo>
                    <a:pt x="1715" y="8596"/>
                  </a:lnTo>
                  <a:cubicBezTo>
                    <a:pt x="941" y="8596"/>
                    <a:pt x="310" y="7977"/>
                    <a:pt x="310" y="7203"/>
                  </a:cubicBezTo>
                  <a:lnTo>
                    <a:pt x="310" y="1715"/>
                  </a:lnTo>
                  <a:cubicBezTo>
                    <a:pt x="310" y="941"/>
                    <a:pt x="941" y="310"/>
                    <a:pt x="1715" y="310"/>
                  </a:cubicBezTo>
                  <a:close/>
                  <a:moveTo>
                    <a:pt x="1715" y="0"/>
                  </a:moveTo>
                  <a:cubicBezTo>
                    <a:pt x="774" y="0"/>
                    <a:pt x="0" y="774"/>
                    <a:pt x="0" y="1715"/>
                  </a:cubicBezTo>
                  <a:lnTo>
                    <a:pt x="0" y="7203"/>
                  </a:lnTo>
                  <a:cubicBezTo>
                    <a:pt x="0" y="8144"/>
                    <a:pt x="774" y="8918"/>
                    <a:pt x="1715" y="8918"/>
                  </a:cubicBezTo>
                  <a:lnTo>
                    <a:pt x="12847" y="8918"/>
                  </a:lnTo>
                  <a:cubicBezTo>
                    <a:pt x="13788" y="8918"/>
                    <a:pt x="14561" y="8144"/>
                    <a:pt x="14561" y="7203"/>
                  </a:cubicBezTo>
                  <a:lnTo>
                    <a:pt x="14561" y="1715"/>
                  </a:lnTo>
                  <a:cubicBezTo>
                    <a:pt x="14561" y="774"/>
                    <a:pt x="13788" y="0"/>
                    <a:pt x="128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504;p64">
              <a:extLst>
                <a:ext uri="{FF2B5EF4-FFF2-40B4-BE49-F238E27FC236}">
                  <a16:creationId xmlns:a16="http://schemas.microsoft.com/office/drawing/2014/main" id="{65F34DAB-2E4C-9FB0-CE1C-1947A2E1AC1D}"/>
                </a:ext>
              </a:extLst>
            </p:cNvPr>
            <p:cNvSpPr/>
            <p:nvPr/>
          </p:nvSpPr>
          <p:spPr>
            <a:xfrm>
              <a:off x="4093950" y="3134750"/>
              <a:ext cx="356325" cy="215525"/>
            </a:xfrm>
            <a:custGeom>
              <a:avLst/>
              <a:gdLst/>
              <a:ahLst/>
              <a:cxnLst/>
              <a:rect l="l" t="t" r="r" b="b"/>
              <a:pathLst>
                <a:path w="14253" h="8621" extrusionOk="0">
                  <a:moveTo>
                    <a:pt x="1560" y="0"/>
                  </a:moveTo>
                  <a:cubicBezTo>
                    <a:pt x="703" y="0"/>
                    <a:pt x="1" y="703"/>
                    <a:pt x="1" y="1572"/>
                  </a:cubicBezTo>
                  <a:lnTo>
                    <a:pt x="1" y="7060"/>
                  </a:lnTo>
                  <a:cubicBezTo>
                    <a:pt x="1" y="7918"/>
                    <a:pt x="703" y="8620"/>
                    <a:pt x="1560" y="8620"/>
                  </a:cubicBezTo>
                  <a:lnTo>
                    <a:pt x="12693" y="8620"/>
                  </a:lnTo>
                  <a:cubicBezTo>
                    <a:pt x="13562" y="8620"/>
                    <a:pt x="14252" y="7918"/>
                    <a:pt x="14252" y="7060"/>
                  </a:cubicBezTo>
                  <a:lnTo>
                    <a:pt x="14252" y="1572"/>
                  </a:lnTo>
                  <a:cubicBezTo>
                    <a:pt x="14252" y="703"/>
                    <a:pt x="13550" y="0"/>
                    <a:pt x="12693" y="0"/>
                  </a:cubicBezTo>
                  <a:close/>
                </a:path>
              </a:pathLst>
            </a:custGeom>
            <a:solidFill>
              <a:srgbClr val="92F7FF">
                <a:alpha val="40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505;p64">
              <a:extLst>
                <a:ext uri="{FF2B5EF4-FFF2-40B4-BE49-F238E27FC236}">
                  <a16:creationId xmlns:a16="http://schemas.microsoft.com/office/drawing/2014/main" id="{AC3AB733-8CE0-0FA3-26D5-7D6BBF3F9C7F}"/>
                </a:ext>
              </a:extLst>
            </p:cNvPr>
            <p:cNvSpPr/>
            <p:nvPr/>
          </p:nvSpPr>
          <p:spPr>
            <a:xfrm>
              <a:off x="4090075" y="3131175"/>
              <a:ext cx="364375" cy="222950"/>
            </a:xfrm>
            <a:custGeom>
              <a:avLst/>
              <a:gdLst/>
              <a:ahLst/>
              <a:cxnLst/>
              <a:rect l="l" t="t" r="r" b="b"/>
              <a:pathLst>
                <a:path w="14575" h="8918" extrusionOk="0">
                  <a:moveTo>
                    <a:pt x="12860" y="310"/>
                  </a:moveTo>
                  <a:cubicBezTo>
                    <a:pt x="13633" y="310"/>
                    <a:pt x="14264" y="941"/>
                    <a:pt x="14264" y="1715"/>
                  </a:cubicBezTo>
                  <a:lnTo>
                    <a:pt x="14264" y="7203"/>
                  </a:lnTo>
                  <a:cubicBezTo>
                    <a:pt x="14264" y="7977"/>
                    <a:pt x="13633" y="8596"/>
                    <a:pt x="12860" y="8596"/>
                  </a:cubicBezTo>
                  <a:lnTo>
                    <a:pt x="1727" y="8596"/>
                  </a:lnTo>
                  <a:cubicBezTo>
                    <a:pt x="953" y="8596"/>
                    <a:pt x="334" y="7977"/>
                    <a:pt x="334" y="7203"/>
                  </a:cubicBezTo>
                  <a:lnTo>
                    <a:pt x="334" y="1715"/>
                  </a:lnTo>
                  <a:cubicBezTo>
                    <a:pt x="334" y="941"/>
                    <a:pt x="953" y="310"/>
                    <a:pt x="1727" y="310"/>
                  </a:cubicBezTo>
                  <a:close/>
                  <a:moveTo>
                    <a:pt x="1715" y="0"/>
                  </a:moveTo>
                  <a:cubicBezTo>
                    <a:pt x="775" y="0"/>
                    <a:pt x="1" y="774"/>
                    <a:pt x="1" y="1715"/>
                  </a:cubicBezTo>
                  <a:lnTo>
                    <a:pt x="1" y="7203"/>
                  </a:lnTo>
                  <a:cubicBezTo>
                    <a:pt x="1" y="8144"/>
                    <a:pt x="775" y="8918"/>
                    <a:pt x="1715" y="8918"/>
                  </a:cubicBezTo>
                  <a:lnTo>
                    <a:pt x="12848" y="8918"/>
                  </a:lnTo>
                  <a:cubicBezTo>
                    <a:pt x="13800" y="8918"/>
                    <a:pt x="14574" y="8144"/>
                    <a:pt x="14562" y="7203"/>
                  </a:cubicBezTo>
                  <a:lnTo>
                    <a:pt x="14562" y="1715"/>
                  </a:lnTo>
                  <a:cubicBezTo>
                    <a:pt x="14562" y="774"/>
                    <a:pt x="13788" y="0"/>
                    <a:pt x="12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506;p64">
              <a:extLst>
                <a:ext uri="{FF2B5EF4-FFF2-40B4-BE49-F238E27FC236}">
                  <a16:creationId xmlns:a16="http://schemas.microsoft.com/office/drawing/2014/main" id="{61358ADA-E301-7593-7E07-378BABF17EDA}"/>
                </a:ext>
              </a:extLst>
            </p:cNvPr>
            <p:cNvSpPr/>
            <p:nvPr/>
          </p:nvSpPr>
          <p:spPr>
            <a:xfrm>
              <a:off x="4122825" y="3429425"/>
              <a:ext cx="250350" cy="19375"/>
            </a:xfrm>
            <a:custGeom>
              <a:avLst/>
              <a:gdLst/>
              <a:ahLst/>
              <a:cxnLst/>
              <a:rect l="l" t="t" r="r" b="b"/>
              <a:pathLst>
                <a:path w="10014" h="775" extrusionOk="0">
                  <a:moveTo>
                    <a:pt x="0" y="0"/>
                  </a:moveTo>
                  <a:lnTo>
                    <a:pt x="0" y="774"/>
                  </a:lnTo>
                  <a:lnTo>
                    <a:pt x="10014" y="774"/>
                  </a:lnTo>
                  <a:lnTo>
                    <a:pt x="100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507;p64">
              <a:extLst>
                <a:ext uri="{FF2B5EF4-FFF2-40B4-BE49-F238E27FC236}">
                  <a16:creationId xmlns:a16="http://schemas.microsoft.com/office/drawing/2014/main" id="{03850C33-7283-C32D-6953-B51E32537E1B}"/>
                </a:ext>
              </a:extLst>
            </p:cNvPr>
            <p:cNvSpPr/>
            <p:nvPr/>
          </p:nvSpPr>
          <p:spPr>
            <a:xfrm>
              <a:off x="4122825" y="3480025"/>
              <a:ext cx="180100" cy="19375"/>
            </a:xfrm>
            <a:custGeom>
              <a:avLst/>
              <a:gdLst/>
              <a:ahLst/>
              <a:cxnLst/>
              <a:rect l="l" t="t" r="r" b="b"/>
              <a:pathLst>
                <a:path w="7204" h="775" extrusionOk="0">
                  <a:moveTo>
                    <a:pt x="0" y="0"/>
                  </a:moveTo>
                  <a:lnTo>
                    <a:pt x="0" y="774"/>
                  </a:lnTo>
                  <a:lnTo>
                    <a:pt x="7204" y="774"/>
                  </a:lnTo>
                  <a:lnTo>
                    <a:pt x="72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508;p64">
              <a:extLst>
                <a:ext uri="{FF2B5EF4-FFF2-40B4-BE49-F238E27FC236}">
                  <a16:creationId xmlns:a16="http://schemas.microsoft.com/office/drawing/2014/main" id="{130C8065-800B-9A99-6BE5-B8E479D8C9CB}"/>
                </a:ext>
              </a:extLst>
            </p:cNvPr>
            <p:cNvSpPr/>
            <p:nvPr/>
          </p:nvSpPr>
          <p:spPr>
            <a:xfrm>
              <a:off x="4331475" y="3480025"/>
              <a:ext cx="41700" cy="19375"/>
            </a:xfrm>
            <a:custGeom>
              <a:avLst/>
              <a:gdLst/>
              <a:ahLst/>
              <a:cxnLst/>
              <a:rect l="l" t="t" r="r" b="b"/>
              <a:pathLst>
                <a:path w="1668" h="775" extrusionOk="0">
                  <a:moveTo>
                    <a:pt x="1" y="0"/>
                  </a:moveTo>
                  <a:lnTo>
                    <a:pt x="1" y="774"/>
                  </a:lnTo>
                  <a:lnTo>
                    <a:pt x="1668" y="774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509;p64">
              <a:extLst>
                <a:ext uri="{FF2B5EF4-FFF2-40B4-BE49-F238E27FC236}">
                  <a16:creationId xmlns:a16="http://schemas.microsoft.com/office/drawing/2014/main" id="{440C6AEC-A6E4-54B0-81A2-25DBABF5896D}"/>
                </a:ext>
              </a:extLst>
            </p:cNvPr>
            <p:cNvSpPr/>
            <p:nvPr/>
          </p:nvSpPr>
          <p:spPr>
            <a:xfrm>
              <a:off x="3713250" y="3429425"/>
              <a:ext cx="250350" cy="19375"/>
            </a:xfrm>
            <a:custGeom>
              <a:avLst/>
              <a:gdLst/>
              <a:ahLst/>
              <a:cxnLst/>
              <a:rect l="l" t="t" r="r" b="b"/>
              <a:pathLst>
                <a:path w="10014" h="775" extrusionOk="0">
                  <a:moveTo>
                    <a:pt x="0" y="0"/>
                  </a:moveTo>
                  <a:lnTo>
                    <a:pt x="0" y="774"/>
                  </a:lnTo>
                  <a:lnTo>
                    <a:pt x="10014" y="774"/>
                  </a:lnTo>
                  <a:lnTo>
                    <a:pt x="100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510;p64">
              <a:extLst>
                <a:ext uri="{FF2B5EF4-FFF2-40B4-BE49-F238E27FC236}">
                  <a16:creationId xmlns:a16="http://schemas.microsoft.com/office/drawing/2014/main" id="{44075118-9319-F738-0BEE-7DC072192EE5}"/>
                </a:ext>
              </a:extLst>
            </p:cNvPr>
            <p:cNvSpPr/>
            <p:nvPr/>
          </p:nvSpPr>
          <p:spPr>
            <a:xfrm>
              <a:off x="3713250" y="3480025"/>
              <a:ext cx="131000" cy="19375"/>
            </a:xfrm>
            <a:custGeom>
              <a:avLst/>
              <a:gdLst/>
              <a:ahLst/>
              <a:cxnLst/>
              <a:rect l="l" t="t" r="r" b="b"/>
              <a:pathLst>
                <a:path w="5240" h="775" extrusionOk="0">
                  <a:moveTo>
                    <a:pt x="0" y="0"/>
                  </a:moveTo>
                  <a:lnTo>
                    <a:pt x="0" y="774"/>
                  </a:lnTo>
                  <a:lnTo>
                    <a:pt x="5239" y="774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511;p64">
              <a:extLst>
                <a:ext uri="{FF2B5EF4-FFF2-40B4-BE49-F238E27FC236}">
                  <a16:creationId xmlns:a16="http://schemas.microsoft.com/office/drawing/2014/main" id="{628D8ED8-4015-B32B-5AA8-05C55F0B3C0B}"/>
                </a:ext>
              </a:extLst>
            </p:cNvPr>
            <p:cNvSpPr/>
            <p:nvPr/>
          </p:nvSpPr>
          <p:spPr>
            <a:xfrm>
              <a:off x="3713250" y="3530625"/>
              <a:ext cx="285775" cy="19375"/>
            </a:xfrm>
            <a:custGeom>
              <a:avLst/>
              <a:gdLst/>
              <a:ahLst/>
              <a:cxnLst/>
              <a:rect l="l" t="t" r="r" b="b"/>
              <a:pathLst>
                <a:path w="11431" h="775" extrusionOk="0">
                  <a:moveTo>
                    <a:pt x="0" y="0"/>
                  </a:moveTo>
                  <a:lnTo>
                    <a:pt x="0" y="774"/>
                  </a:lnTo>
                  <a:lnTo>
                    <a:pt x="11430" y="774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512;p64">
              <a:extLst>
                <a:ext uri="{FF2B5EF4-FFF2-40B4-BE49-F238E27FC236}">
                  <a16:creationId xmlns:a16="http://schemas.microsoft.com/office/drawing/2014/main" id="{E1E858FC-D875-BC72-3539-4C5D444A614A}"/>
                </a:ext>
              </a:extLst>
            </p:cNvPr>
            <p:cNvSpPr/>
            <p:nvPr/>
          </p:nvSpPr>
          <p:spPr>
            <a:xfrm>
              <a:off x="3713250" y="3581225"/>
              <a:ext cx="147650" cy="19375"/>
            </a:xfrm>
            <a:custGeom>
              <a:avLst/>
              <a:gdLst/>
              <a:ahLst/>
              <a:cxnLst/>
              <a:rect l="l" t="t" r="r" b="b"/>
              <a:pathLst>
                <a:path w="59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5906" y="774"/>
                  </a:lnTo>
                  <a:lnTo>
                    <a:pt x="59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3513;p64">
              <a:extLst>
                <a:ext uri="{FF2B5EF4-FFF2-40B4-BE49-F238E27FC236}">
                  <a16:creationId xmlns:a16="http://schemas.microsoft.com/office/drawing/2014/main" id="{9049700D-3742-8EAD-7181-297042B90068}"/>
                </a:ext>
              </a:extLst>
            </p:cNvPr>
            <p:cNvSpPr/>
            <p:nvPr/>
          </p:nvSpPr>
          <p:spPr>
            <a:xfrm>
              <a:off x="3889750" y="3581225"/>
              <a:ext cx="43500" cy="19375"/>
            </a:xfrm>
            <a:custGeom>
              <a:avLst/>
              <a:gdLst/>
              <a:ahLst/>
              <a:cxnLst/>
              <a:rect l="l" t="t" r="r" b="b"/>
              <a:pathLst>
                <a:path w="1740" h="775" extrusionOk="0">
                  <a:moveTo>
                    <a:pt x="1" y="0"/>
                  </a:moveTo>
                  <a:lnTo>
                    <a:pt x="1" y="774"/>
                  </a:lnTo>
                  <a:lnTo>
                    <a:pt x="1739" y="774"/>
                  </a:lnTo>
                  <a:lnTo>
                    <a:pt x="17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3514;p64">
              <a:extLst>
                <a:ext uri="{FF2B5EF4-FFF2-40B4-BE49-F238E27FC236}">
                  <a16:creationId xmlns:a16="http://schemas.microsoft.com/office/drawing/2014/main" id="{7C874FF4-89A1-A4CA-0CF9-BB04D42AF19F}"/>
                </a:ext>
              </a:extLst>
            </p:cNvPr>
            <p:cNvSpPr/>
            <p:nvPr/>
          </p:nvSpPr>
          <p:spPr>
            <a:xfrm>
              <a:off x="4890175" y="2965675"/>
              <a:ext cx="884675" cy="630150"/>
            </a:xfrm>
            <a:custGeom>
              <a:avLst/>
              <a:gdLst/>
              <a:ahLst/>
              <a:cxnLst/>
              <a:rect l="l" t="t" r="r" b="b"/>
              <a:pathLst>
                <a:path w="35387" h="25206" extrusionOk="0">
                  <a:moveTo>
                    <a:pt x="33684" y="310"/>
                  </a:moveTo>
                  <a:cubicBezTo>
                    <a:pt x="34457" y="310"/>
                    <a:pt x="35077" y="929"/>
                    <a:pt x="35077" y="1703"/>
                  </a:cubicBezTo>
                  <a:lnTo>
                    <a:pt x="35077" y="23491"/>
                  </a:lnTo>
                  <a:cubicBezTo>
                    <a:pt x="35077" y="24265"/>
                    <a:pt x="34457" y="24896"/>
                    <a:pt x="33684" y="24896"/>
                  </a:cubicBezTo>
                  <a:lnTo>
                    <a:pt x="1715" y="24896"/>
                  </a:lnTo>
                  <a:cubicBezTo>
                    <a:pt x="929" y="24896"/>
                    <a:pt x="310" y="24265"/>
                    <a:pt x="310" y="23491"/>
                  </a:cubicBezTo>
                  <a:lnTo>
                    <a:pt x="310" y="1703"/>
                  </a:lnTo>
                  <a:cubicBezTo>
                    <a:pt x="310" y="929"/>
                    <a:pt x="929" y="310"/>
                    <a:pt x="1715" y="310"/>
                  </a:cubicBezTo>
                  <a:close/>
                  <a:moveTo>
                    <a:pt x="1715" y="0"/>
                  </a:moveTo>
                  <a:cubicBezTo>
                    <a:pt x="775" y="0"/>
                    <a:pt x="1" y="774"/>
                    <a:pt x="1" y="1703"/>
                  </a:cubicBezTo>
                  <a:lnTo>
                    <a:pt x="1" y="23491"/>
                  </a:lnTo>
                  <a:cubicBezTo>
                    <a:pt x="1" y="24432"/>
                    <a:pt x="775" y="25206"/>
                    <a:pt x="1715" y="25206"/>
                  </a:cubicBezTo>
                  <a:lnTo>
                    <a:pt x="33684" y="25206"/>
                  </a:lnTo>
                  <a:cubicBezTo>
                    <a:pt x="34612" y="25206"/>
                    <a:pt x="35386" y="24444"/>
                    <a:pt x="35386" y="23491"/>
                  </a:cubicBezTo>
                  <a:lnTo>
                    <a:pt x="35386" y="1703"/>
                  </a:lnTo>
                  <a:cubicBezTo>
                    <a:pt x="35386" y="774"/>
                    <a:pt x="34612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3515;p64">
              <a:extLst>
                <a:ext uri="{FF2B5EF4-FFF2-40B4-BE49-F238E27FC236}">
                  <a16:creationId xmlns:a16="http://schemas.microsoft.com/office/drawing/2014/main" id="{6C1AF2A5-CD64-1F3B-132C-E7AB6F2D4ED3}"/>
                </a:ext>
              </a:extLst>
            </p:cNvPr>
            <p:cNvSpPr/>
            <p:nvPr/>
          </p:nvSpPr>
          <p:spPr>
            <a:xfrm>
              <a:off x="5354225" y="3035025"/>
              <a:ext cx="355725" cy="224750"/>
            </a:xfrm>
            <a:custGeom>
              <a:avLst/>
              <a:gdLst/>
              <a:ahLst/>
              <a:cxnLst/>
              <a:rect l="l" t="t" r="r" b="b"/>
              <a:pathLst>
                <a:path w="14229" h="8990" extrusionOk="0">
                  <a:moveTo>
                    <a:pt x="775" y="1"/>
                  </a:moveTo>
                  <a:cubicBezTo>
                    <a:pt x="334" y="1"/>
                    <a:pt x="1" y="346"/>
                    <a:pt x="1" y="774"/>
                  </a:cubicBezTo>
                  <a:lnTo>
                    <a:pt x="1" y="8216"/>
                  </a:lnTo>
                  <a:cubicBezTo>
                    <a:pt x="1" y="8656"/>
                    <a:pt x="334" y="8990"/>
                    <a:pt x="775" y="8990"/>
                  </a:cubicBezTo>
                  <a:lnTo>
                    <a:pt x="13431" y="8990"/>
                  </a:lnTo>
                  <a:cubicBezTo>
                    <a:pt x="13871" y="8990"/>
                    <a:pt x="14229" y="8656"/>
                    <a:pt x="14205" y="8216"/>
                  </a:cubicBezTo>
                  <a:lnTo>
                    <a:pt x="14205" y="774"/>
                  </a:lnTo>
                  <a:cubicBezTo>
                    <a:pt x="14205" y="346"/>
                    <a:pt x="13871" y="1"/>
                    <a:pt x="13431" y="1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3516;p64">
              <a:extLst>
                <a:ext uri="{FF2B5EF4-FFF2-40B4-BE49-F238E27FC236}">
                  <a16:creationId xmlns:a16="http://schemas.microsoft.com/office/drawing/2014/main" id="{B382BBF5-6D63-BA27-7BF0-055E23451A5E}"/>
                </a:ext>
              </a:extLst>
            </p:cNvPr>
            <p:cNvSpPr/>
            <p:nvPr/>
          </p:nvSpPr>
          <p:spPr>
            <a:xfrm>
              <a:off x="4955375" y="3314825"/>
              <a:ext cx="297675" cy="211950"/>
            </a:xfrm>
            <a:custGeom>
              <a:avLst/>
              <a:gdLst/>
              <a:ahLst/>
              <a:cxnLst/>
              <a:rect l="l" t="t" r="r" b="b"/>
              <a:pathLst>
                <a:path w="11907" h="8478" extrusionOk="0">
                  <a:moveTo>
                    <a:pt x="774" y="0"/>
                  </a:moveTo>
                  <a:cubicBezTo>
                    <a:pt x="334" y="0"/>
                    <a:pt x="0" y="346"/>
                    <a:pt x="0" y="774"/>
                  </a:cubicBezTo>
                  <a:lnTo>
                    <a:pt x="0" y="7704"/>
                  </a:lnTo>
                  <a:cubicBezTo>
                    <a:pt x="0" y="8132"/>
                    <a:pt x="334" y="8477"/>
                    <a:pt x="774" y="8477"/>
                  </a:cubicBezTo>
                  <a:lnTo>
                    <a:pt x="11133" y="8477"/>
                  </a:lnTo>
                  <a:cubicBezTo>
                    <a:pt x="11561" y="8477"/>
                    <a:pt x="11907" y="8120"/>
                    <a:pt x="11907" y="7704"/>
                  </a:cubicBezTo>
                  <a:lnTo>
                    <a:pt x="11907" y="774"/>
                  </a:lnTo>
                  <a:cubicBezTo>
                    <a:pt x="11907" y="346"/>
                    <a:pt x="11561" y="0"/>
                    <a:pt x="11133" y="0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88" name="Google Shape;3517;p64">
              <a:extLst>
                <a:ext uri="{FF2B5EF4-FFF2-40B4-BE49-F238E27FC236}">
                  <a16:creationId xmlns:a16="http://schemas.microsoft.com/office/drawing/2014/main" id="{E3264523-69C0-4D1A-914E-87346B98572C}"/>
                </a:ext>
              </a:extLst>
            </p:cNvPr>
            <p:cNvGrpSpPr/>
            <p:nvPr/>
          </p:nvGrpSpPr>
          <p:grpSpPr>
            <a:xfrm>
              <a:off x="4893750" y="2969250"/>
              <a:ext cx="877525" cy="623000"/>
              <a:chOff x="4893750" y="2969250"/>
              <a:chExt cx="877525" cy="623000"/>
            </a:xfrm>
          </p:grpSpPr>
          <p:sp>
            <p:nvSpPr>
              <p:cNvPr id="2025" name="Google Shape;3518;p64">
                <a:extLst>
                  <a:ext uri="{FF2B5EF4-FFF2-40B4-BE49-F238E27FC236}">
                    <a16:creationId xmlns:a16="http://schemas.microsoft.com/office/drawing/2014/main" id="{2BB6CFEE-49E3-C9AC-5483-0F7A9FFA3A9D}"/>
                  </a:ext>
                </a:extLst>
              </p:cNvPr>
              <p:cNvSpPr/>
              <p:nvPr/>
            </p:nvSpPr>
            <p:spPr>
              <a:xfrm>
                <a:off x="4893750" y="2969250"/>
                <a:ext cx="877525" cy="623000"/>
              </a:xfrm>
              <a:custGeom>
                <a:avLst/>
                <a:gdLst/>
                <a:ahLst/>
                <a:cxnLst/>
                <a:rect l="l" t="t" r="r" b="b"/>
                <a:pathLst>
                  <a:path w="35101" h="24920" extrusionOk="0">
                    <a:moveTo>
                      <a:pt x="1572" y="0"/>
                    </a:moveTo>
                    <a:cubicBezTo>
                      <a:pt x="703" y="0"/>
                      <a:pt x="1" y="703"/>
                      <a:pt x="1" y="1560"/>
                    </a:cubicBezTo>
                    <a:lnTo>
                      <a:pt x="1" y="23348"/>
                    </a:lnTo>
                    <a:cubicBezTo>
                      <a:pt x="1" y="24217"/>
                      <a:pt x="703" y="24920"/>
                      <a:pt x="1572" y="24920"/>
                    </a:cubicBezTo>
                    <a:lnTo>
                      <a:pt x="33541" y="24920"/>
                    </a:lnTo>
                    <a:cubicBezTo>
                      <a:pt x="34398" y="24920"/>
                      <a:pt x="35088" y="24217"/>
                      <a:pt x="35100" y="23348"/>
                    </a:cubicBezTo>
                    <a:lnTo>
                      <a:pt x="35100" y="1560"/>
                    </a:lnTo>
                    <a:cubicBezTo>
                      <a:pt x="35100" y="703"/>
                      <a:pt x="34398" y="0"/>
                      <a:pt x="335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3519;p64">
                <a:extLst>
                  <a:ext uri="{FF2B5EF4-FFF2-40B4-BE49-F238E27FC236}">
                    <a16:creationId xmlns:a16="http://schemas.microsoft.com/office/drawing/2014/main" id="{CBBF7250-4B54-0E1C-F44B-24387AE34316}"/>
                  </a:ext>
                </a:extLst>
              </p:cNvPr>
              <p:cNvSpPr/>
              <p:nvPr/>
            </p:nvSpPr>
            <p:spPr>
              <a:xfrm>
                <a:off x="4961325" y="3037100"/>
                <a:ext cx="1982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7930" h="775" extrusionOk="0">
                    <a:moveTo>
                      <a:pt x="0" y="1"/>
                    </a:moveTo>
                    <a:lnTo>
                      <a:pt x="0" y="775"/>
                    </a:lnTo>
                    <a:lnTo>
                      <a:pt x="7930" y="775"/>
                    </a:lnTo>
                    <a:lnTo>
                      <a:pt x="79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3520;p64">
                <a:extLst>
                  <a:ext uri="{FF2B5EF4-FFF2-40B4-BE49-F238E27FC236}">
                    <a16:creationId xmlns:a16="http://schemas.microsoft.com/office/drawing/2014/main" id="{7A4A6B36-F27A-E9F3-DEDF-082EF3D08C12}"/>
                  </a:ext>
                </a:extLst>
              </p:cNvPr>
              <p:cNvSpPr/>
              <p:nvPr/>
            </p:nvSpPr>
            <p:spPr>
              <a:xfrm>
                <a:off x="4961325" y="3087425"/>
                <a:ext cx="243500" cy="19350"/>
              </a:xfrm>
              <a:custGeom>
                <a:avLst/>
                <a:gdLst/>
                <a:ahLst/>
                <a:cxnLst/>
                <a:rect l="l" t="t" r="r" b="b"/>
                <a:pathLst>
                  <a:path w="9740" h="774" extrusionOk="0">
                    <a:moveTo>
                      <a:pt x="0" y="0"/>
                    </a:moveTo>
                    <a:lnTo>
                      <a:pt x="0" y="774"/>
                    </a:lnTo>
                    <a:lnTo>
                      <a:pt x="9740" y="774"/>
                    </a:lnTo>
                    <a:lnTo>
                      <a:pt x="974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3521;p64">
                <a:extLst>
                  <a:ext uri="{FF2B5EF4-FFF2-40B4-BE49-F238E27FC236}">
                    <a16:creationId xmlns:a16="http://schemas.microsoft.com/office/drawing/2014/main" id="{BEC8C9ED-B163-FB00-3563-733F4CA5ECD0}"/>
                  </a:ext>
                </a:extLst>
              </p:cNvPr>
              <p:cNvSpPr/>
              <p:nvPr/>
            </p:nvSpPr>
            <p:spPr>
              <a:xfrm>
                <a:off x="4961325" y="3138025"/>
                <a:ext cx="168500" cy="19350"/>
              </a:xfrm>
              <a:custGeom>
                <a:avLst/>
                <a:gdLst/>
                <a:ahLst/>
                <a:cxnLst/>
                <a:rect l="l" t="t" r="r" b="b"/>
                <a:pathLst>
                  <a:path w="6740" h="774" extrusionOk="0">
                    <a:moveTo>
                      <a:pt x="0" y="0"/>
                    </a:moveTo>
                    <a:lnTo>
                      <a:pt x="0" y="774"/>
                    </a:lnTo>
                    <a:lnTo>
                      <a:pt x="6739" y="774"/>
                    </a:lnTo>
                    <a:lnTo>
                      <a:pt x="673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3522;p64">
                <a:extLst>
                  <a:ext uri="{FF2B5EF4-FFF2-40B4-BE49-F238E27FC236}">
                    <a16:creationId xmlns:a16="http://schemas.microsoft.com/office/drawing/2014/main" id="{72DE55CE-9047-FA25-A907-B84F7FCF8A5C}"/>
                  </a:ext>
                </a:extLst>
              </p:cNvPr>
              <p:cNvSpPr/>
              <p:nvPr/>
            </p:nvSpPr>
            <p:spPr>
              <a:xfrm>
                <a:off x="4961325" y="3188925"/>
                <a:ext cx="168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6740" h="762" extrusionOk="0">
                    <a:moveTo>
                      <a:pt x="0" y="0"/>
                    </a:moveTo>
                    <a:lnTo>
                      <a:pt x="0" y="762"/>
                    </a:lnTo>
                    <a:lnTo>
                      <a:pt x="6739" y="762"/>
                    </a:lnTo>
                    <a:lnTo>
                      <a:pt x="673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3523;p64">
                <a:extLst>
                  <a:ext uri="{FF2B5EF4-FFF2-40B4-BE49-F238E27FC236}">
                    <a16:creationId xmlns:a16="http://schemas.microsoft.com/office/drawing/2014/main" id="{18E2BD63-E8E1-9FFE-117B-C4F9B451DF97}"/>
                  </a:ext>
                </a:extLst>
              </p:cNvPr>
              <p:cNvSpPr/>
              <p:nvPr/>
            </p:nvSpPr>
            <p:spPr>
              <a:xfrm>
                <a:off x="5158675" y="3188925"/>
                <a:ext cx="434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739" h="762" extrusionOk="0">
                    <a:moveTo>
                      <a:pt x="0" y="0"/>
                    </a:moveTo>
                    <a:lnTo>
                      <a:pt x="0" y="762"/>
                    </a:lnTo>
                    <a:lnTo>
                      <a:pt x="1739" y="762"/>
                    </a:lnTo>
                    <a:lnTo>
                      <a:pt x="173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3524;p64">
                <a:extLst>
                  <a:ext uri="{FF2B5EF4-FFF2-40B4-BE49-F238E27FC236}">
                    <a16:creationId xmlns:a16="http://schemas.microsoft.com/office/drawing/2014/main" id="{26401E87-286C-5FAD-E27D-C56BDE23FB43}"/>
                  </a:ext>
                </a:extLst>
              </p:cNvPr>
              <p:cNvSpPr/>
              <p:nvPr/>
            </p:nvSpPr>
            <p:spPr>
              <a:xfrm>
                <a:off x="5350350" y="3314525"/>
                <a:ext cx="1982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7931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7930" y="774"/>
                    </a:lnTo>
                    <a:lnTo>
                      <a:pt x="793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3525;p64">
                <a:extLst>
                  <a:ext uri="{FF2B5EF4-FFF2-40B4-BE49-F238E27FC236}">
                    <a16:creationId xmlns:a16="http://schemas.microsoft.com/office/drawing/2014/main" id="{4C4AFE7F-4DCD-C556-2B00-185222671F60}"/>
                  </a:ext>
                </a:extLst>
              </p:cNvPr>
              <p:cNvSpPr/>
              <p:nvPr/>
            </p:nvSpPr>
            <p:spPr>
              <a:xfrm>
                <a:off x="5591750" y="3314525"/>
                <a:ext cx="440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1763" y="774"/>
                    </a:lnTo>
                    <a:lnTo>
                      <a:pt x="17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3526;p64">
                <a:extLst>
                  <a:ext uri="{FF2B5EF4-FFF2-40B4-BE49-F238E27FC236}">
                    <a16:creationId xmlns:a16="http://schemas.microsoft.com/office/drawing/2014/main" id="{48F0A527-353B-E616-D318-FF502A94FE08}"/>
                  </a:ext>
                </a:extLst>
              </p:cNvPr>
              <p:cNvSpPr/>
              <p:nvPr/>
            </p:nvSpPr>
            <p:spPr>
              <a:xfrm>
                <a:off x="5350350" y="3365125"/>
                <a:ext cx="16850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6740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6740" y="774"/>
                    </a:lnTo>
                    <a:lnTo>
                      <a:pt x="674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3527;p64">
                <a:extLst>
                  <a:ext uri="{FF2B5EF4-FFF2-40B4-BE49-F238E27FC236}">
                    <a16:creationId xmlns:a16="http://schemas.microsoft.com/office/drawing/2014/main" id="{C1AD4262-3ABE-4E5A-3649-7A8C0AD634D9}"/>
                  </a:ext>
                </a:extLst>
              </p:cNvPr>
              <p:cNvSpPr/>
              <p:nvPr/>
            </p:nvSpPr>
            <p:spPr>
              <a:xfrm>
                <a:off x="5560500" y="3365125"/>
                <a:ext cx="1491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5966" y="774"/>
                    </a:lnTo>
                    <a:lnTo>
                      <a:pt x="59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3528;p64">
                <a:extLst>
                  <a:ext uri="{FF2B5EF4-FFF2-40B4-BE49-F238E27FC236}">
                    <a16:creationId xmlns:a16="http://schemas.microsoft.com/office/drawing/2014/main" id="{013C3CD0-893A-2AA9-C53D-009F337A6B51}"/>
                  </a:ext>
                </a:extLst>
              </p:cNvPr>
              <p:cNvSpPr/>
              <p:nvPr/>
            </p:nvSpPr>
            <p:spPr>
              <a:xfrm>
                <a:off x="5350350" y="3415725"/>
                <a:ext cx="1220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4883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4882" y="774"/>
                    </a:lnTo>
                    <a:lnTo>
                      <a:pt x="48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3529;p64">
                <a:extLst>
                  <a:ext uri="{FF2B5EF4-FFF2-40B4-BE49-F238E27FC236}">
                    <a16:creationId xmlns:a16="http://schemas.microsoft.com/office/drawing/2014/main" id="{249689A0-54B7-C916-9FD1-67DCA0D75216}"/>
                  </a:ext>
                </a:extLst>
              </p:cNvPr>
              <p:cNvSpPr/>
              <p:nvPr/>
            </p:nvSpPr>
            <p:spPr>
              <a:xfrm>
                <a:off x="5508700" y="3415725"/>
                <a:ext cx="2009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775" extrusionOk="0">
                    <a:moveTo>
                      <a:pt x="1" y="0"/>
                    </a:moveTo>
                    <a:lnTo>
                      <a:pt x="1" y="774"/>
                    </a:lnTo>
                    <a:lnTo>
                      <a:pt x="8038" y="774"/>
                    </a:lnTo>
                    <a:lnTo>
                      <a:pt x="80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3530;p64">
                <a:extLst>
                  <a:ext uri="{FF2B5EF4-FFF2-40B4-BE49-F238E27FC236}">
                    <a16:creationId xmlns:a16="http://schemas.microsoft.com/office/drawing/2014/main" id="{8FA4BCFF-DE44-4AF6-4661-02DEC5665C0E}"/>
                  </a:ext>
                </a:extLst>
              </p:cNvPr>
              <p:cNvSpPr/>
              <p:nvPr/>
            </p:nvSpPr>
            <p:spPr>
              <a:xfrm>
                <a:off x="5350350" y="3466325"/>
                <a:ext cx="16850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6740" h="775" extrusionOk="0">
                    <a:moveTo>
                      <a:pt x="1" y="1"/>
                    </a:moveTo>
                    <a:lnTo>
                      <a:pt x="1" y="774"/>
                    </a:lnTo>
                    <a:lnTo>
                      <a:pt x="6740" y="774"/>
                    </a:lnTo>
                    <a:lnTo>
                      <a:pt x="674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3531;p64">
                <a:extLst>
                  <a:ext uri="{FF2B5EF4-FFF2-40B4-BE49-F238E27FC236}">
                    <a16:creationId xmlns:a16="http://schemas.microsoft.com/office/drawing/2014/main" id="{9E7B9DA1-83D2-5CE1-4380-74593B715856}"/>
                  </a:ext>
                </a:extLst>
              </p:cNvPr>
              <p:cNvSpPr/>
              <p:nvPr/>
            </p:nvSpPr>
            <p:spPr>
              <a:xfrm>
                <a:off x="5548000" y="3466325"/>
                <a:ext cx="434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1739" h="775" extrusionOk="0">
                    <a:moveTo>
                      <a:pt x="1" y="1"/>
                    </a:moveTo>
                    <a:lnTo>
                      <a:pt x="1" y="774"/>
                    </a:lnTo>
                    <a:lnTo>
                      <a:pt x="1739" y="774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3532;p64">
                <a:extLst>
                  <a:ext uri="{FF2B5EF4-FFF2-40B4-BE49-F238E27FC236}">
                    <a16:creationId xmlns:a16="http://schemas.microsoft.com/office/drawing/2014/main" id="{0D458F0A-703C-4462-0E54-313B3DF58A6B}"/>
                  </a:ext>
                </a:extLst>
              </p:cNvPr>
              <p:cNvSpPr/>
              <p:nvPr/>
            </p:nvSpPr>
            <p:spPr>
              <a:xfrm>
                <a:off x="5350050" y="3030550"/>
                <a:ext cx="363475" cy="233100"/>
              </a:xfrm>
              <a:custGeom>
                <a:avLst/>
                <a:gdLst/>
                <a:ahLst/>
                <a:cxnLst/>
                <a:rect l="l" t="t" r="r" b="b"/>
                <a:pathLst>
                  <a:path w="14539" h="9324" extrusionOk="0">
                    <a:moveTo>
                      <a:pt x="13622" y="334"/>
                    </a:moveTo>
                    <a:cubicBezTo>
                      <a:pt x="13955" y="334"/>
                      <a:pt x="14241" y="608"/>
                      <a:pt x="14241" y="953"/>
                    </a:cubicBezTo>
                    <a:lnTo>
                      <a:pt x="14241" y="8395"/>
                    </a:lnTo>
                    <a:cubicBezTo>
                      <a:pt x="14241" y="8740"/>
                      <a:pt x="13955" y="9026"/>
                      <a:pt x="13622" y="9026"/>
                    </a:cubicBezTo>
                    <a:lnTo>
                      <a:pt x="953" y="9026"/>
                    </a:lnTo>
                    <a:cubicBezTo>
                      <a:pt x="608" y="9026"/>
                      <a:pt x="322" y="8740"/>
                      <a:pt x="322" y="8395"/>
                    </a:cubicBezTo>
                    <a:lnTo>
                      <a:pt x="322" y="953"/>
                    </a:lnTo>
                    <a:cubicBezTo>
                      <a:pt x="322" y="608"/>
                      <a:pt x="608" y="334"/>
                      <a:pt x="953" y="334"/>
                    </a:cubicBezTo>
                    <a:close/>
                    <a:moveTo>
                      <a:pt x="942" y="1"/>
                    </a:moveTo>
                    <a:cubicBezTo>
                      <a:pt x="418" y="1"/>
                      <a:pt x="1" y="418"/>
                      <a:pt x="1" y="942"/>
                    </a:cubicBezTo>
                    <a:lnTo>
                      <a:pt x="1" y="8383"/>
                    </a:lnTo>
                    <a:cubicBezTo>
                      <a:pt x="1" y="8907"/>
                      <a:pt x="418" y="9323"/>
                      <a:pt x="942" y="9323"/>
                    </a:cubicBezTo>
                    <a:lnTo>
                      <a:pt x="13598" y="9323"/>
                    </a:lnTo>
                    <a:cubicBezTo>
                      <a:pt x="14122" y="9323"/>
                      <a:pt x="14538" y="8907"/>
                      <a:pt x="14538" y="8383"/>
                    </a:cubicBezTo>
                    <a:lnTo>
                      <a:pt x="14538" y="942"/>
                    </a:lnTo>
                    <a:cubicBezTo>
                      <a:pt x="14538" y="418"/>
                      <a:pt x="14122" y="1"/>
                      <a:pt x="135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3533;p64">
                <a:extLst>
                  <a:ext uri="{FF2B5EF4-FFF2-40B4-BE49-F238E27FC236}">
                    <a16:creationId xmlns:a16="http://schemas.microsoft.com/office/drawing/2014/main" id="{1B84E7BE-82DA-B984-3F55-881E03E349FD}"/>
                  </a:ext>
                </a:extLst>
              </p:cNvPr>
              <p:cNvSpPr/>
              <p:nvPr/>
            </p:nvSpPr>
            <p:spPr>
              <a:xfrm>
                <a:off x="5393525" y="3086825"/>
                <a:ext cx="274150" cy="118475"/>
              </a:xfrm>
              <a:custGeom>
                <a:avLst/>
                <a:gdLst/>
                <a:ahLst/>
                <a:cxnLst/>
                <a:rect l="l" t="t" r="r" b="b"/>
                <a:pathLst>
                  <a:path w="10966" h="4739" extrusionOk="0">
                    <a:moveTo>
                      <a:pt x="3703" y="0"/>
                    </a:moveTo>
                    <a:lnTo>
                      <a:pt x="0" y="4739"/>
                    </a:lnTo>
                    <a:lnTo>
                      <a:pt x="10966" y="4739"/>
                    </a:lnTo>
                    <a:lnTo>
                      <a:pt x="8466" y="1536"/>
                    </a:lnTo>
                    <a:lnTo>
                      <a:pt x="6680" y="3798"/>
                    </a:lnTo>
                    <a:lnTo>
                      <a:pt x="37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3534;p64">
                <a:extLst>
                  <a:ext uri="{FF2B5EF4-FFF2-40B4-BE49-F238E27FC236}">
                    <a16:creationId xmlns:a16="http://schemas.microsoft.com/office/drawing/2014/main" id="{CFF9ED72-E1E9-4CD6-D2FC-0A06181E15D0}"/>
                  </a:ext>
                </a:extLst>
              </p:cNvPr>
              <p:cNvSpPr/>
              <p:nvPr/>
            </p:nvSpPr>
            <p:spPr>
              <a:xfrm>
                <a:off x="5531925" y="3071925"/>
                <a:ext cx="47050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1883" extrusionOk="0">
                    <a:moveTo>
                      <a:pt x="941" y="1"/>
                    </a:moveTo>
                    <a:cubicBezTo>
                      <a:pt x="417" y="1"/>
                      <a:pt x="1" y="418"/>
                      <a:pt x="1" y="941"/>
                    </a:cubicBezTo>
                    <a:cubicBezTo>
                      <a:pt x="1" y="1453"/>
                      <a:pt x="417" y="1882"/>
                      <a:pt x="941" y="1882"/>
                    </a:cubicBezTo>
                    <a:cubicBezTo>
                      <a:pt x="1465" y="1882"/>
                      <a:pt x="1882" y="1453"/>
                      <a:pt x="1882" y="941"/>
                    </a:cubicBezTo>
                    <a:cubicBezTo>
                      <a:pt x="1882" y="418"/>
                      <a:pt x="1465" y="1"/>
                      <a:pt x="9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3535;p64">
                <a:extLst>
                  <a:ext uri="{FF2B5EF4-FFF2-40B4-BE49-F238E27FC236}">
                    <a16:creationId xmlns:a16="http://schemas.microsoft.com/office/drawing/2014/main" id="{8E66C3EE-E221-4A48-8F58-2F8ABA6D74B5}"/>
                  </a:ext>
                </a:extLst>
              </p:cNvPr>
              <p:cNvSpPr/>
              <p:nvPr/>
            </p:nvSpPr>
            <p:spPr>
              <a:xfrm>
                <a:off x="4951200" y="3310350"/>
                <a:ext cx="305725" cy="220000"/>
              </a:xfrm>
              <a:custGeom>
                <a:avLst/>
                <a:gdLst/>
                <a:ahLst/>
                <a:cxnLst/>
                <a:rect l="l" t="t" r="r" b="b"/>
                <a:pathLst>
                  <a:path w="12229" h="8800" extrusionOk="0">
                    <a:moveTo>
                      <a:pt x="11312" y="334"/>
                    </a:moveTo>
                    <a:cubicBezTo>
                      <a:pt x="11645" y="334"/>
                      <a:pt x="11931" y="608"/>
                      <a:pt x="11931" y="953"/>
                    </a:cubicBezTo>
                    <a:lnTo>
                      <a:pt x="11931" y="7883"/>
                    </a:lnTo>
                    <a:cubicBezTo>
                      <a:pt x="11931" y="8216"/>
                      <a:pt x="11645" y="8502"/>
                      <a:pt x="11312" y="8502"/>
                    </a:cubicBezTo>
                    <a:lnTo>
                      <a:pt x="953" y="8502"/>
                    </a:lnTo>
                    <a:cubicBezTo>
                      <a:pt x="608" y="8502"/>
                      <a:pt x="322" y="8216"/>
                      <a:pt x="322" y="7883"/>
                    </a:cubicBezTo>
                    <a:lnTo>
                      <a:pt x="322" y="953"/>
                    </a:lnTo>
                    <a:cubicBezTo>
                      <a:pt x="322" y="608"/>
                      <a:pt x="608" y="334"/>
                      <a:pt x="953" y="334"/>
                    </a:cubicBezTo>
                    <a:close/>
                    <a:moveTo>
                      <a:pt x="941" y="1"/>
                    </a:moveTo>
                    <a:cubicBezTo>
                      <a:pt x="417" y="1"/>
                      <a:pt x="1" y="417"/>
                      <a:pt x="1" y="941"/>
                    </a:cubicBezTo>
                    <a:lnTo>
                      <a:pt x="1" y="7859"/>
                    </a:lnTo>
                    <a:cubicBezTo>
                      <a:pt x="1" y="8383"/>
                      <a:pt x="417" y="8799"/>
                      <a:pt x="941" y="8799"/>
                    </a:cubicBezTo>
                    <a:lnTo>
                      <a:pt x="11300" y="8799"/>
                    </a:lnTo>
                    <a:cubicBezTo>
                      <a:pt x="11812" y="8799"/>
                      <a:pt x="12228" y="8383"/>
                      <a:pt x="12228" y="7859"/>
                    </a:cubicBezTo>
                    <a:lnTo>
                      <a:pt x="12228" y="941"/>
                    </a:lnTo>
                    <a:cubicBezTo>
                      <a:pt x="12228" y="417"/>
                      <a:pt x="11812" y="1"/>
                      <a:pt x="113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3536;p64">
                <a:extLst>
                  <a:ext uri="{FF2B5EF4-FFF2-40B4-BE49-F238E27FC236}">
                    <a16:creationId xmlns:a16="http://schemas.microsoft.com/office/drawing/2014/main" id="{2C1346A8-2DEA-D094-77C7-762469C54B94}"/>
                  </a:ext>
                </a:extLst>
              </p:cNvPr>
              <p:cNvSpPr/>
              <p:nvPr/>
            </p:nvSpPr>
            <p:spPr>
              <a:xfrm>
                <a:off x="4987825" y="3374950"/>
                <a:ext cx="230100" cy="98850"/>
              </a:xfrm>
              <a:custGeom>
                <a:avLst/>
                <a:gdLst/>
                <a:ahLst/>
                <a:cxnLst/>
                <a:rect l="l" t="t" r="r" b="b"/>
                <a:pathLst>
                  <a:path w="9204" h="3954" extrusionOk="0">
                    <a:moveTo>
                      <a:pt x="3119" y="0"/>
                    </a:moveTo>
                    <a:lnTo>
                      <a:pt x="0" y="3953"/>
                    </a:lnTo>
                    <a:lnTo>
                      <a:pt x="9204" y="3953"/>
                    </a:lnTo>
                    <a:lnTo>
                      <a:pt x="7108" y="1274"/>
                    </a:lnTo>
                    <a:lnTo>
                      <a:pt x="5620" y="3179"/>
                    </a:lnTo>
                    <a:lnTo>
                      <a:pt x="311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3537;p64">
                <a:extLst>
                  <a:ext uri="{FF2B5EF4-FFF2-40B4-BE49-F238E27FC236}">
                    <a16:creationId xmlns:a16="http://schemas.microsoft.com/office/drawing/2014/main" id="{43F4C635-4384-4747-DB24-B9F4F483DFDB}"/>
                  </a:ext>
                </a:extLst>
              </p:cNvPr>
              <p:cNvSpPr/>
              <p:nvPr/>
            </p:nvSpPr>
            <p:spPr>
              <a:xfrm>
                <a:off x="5104200" y="3362150"/>
                <a:ext cx="3930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1584" extrusionOk="0">
                    <a:moveTo>
                      <a:pt x="786" y="0"/>
                    </a:moveTo>
                    <a:cubicBezTo>
                      <a:pt x="346" y="0"/>
                      <a:pt x="0" y="358"/>
                      <a:pt x="0" y="786"/>
                    </a:cubicBezTo>
                    <a:cubicBezTo>
                      <a:pt x="0" y="1227"/>
                      <a:pt x="358" y="1584"/>
                      <a:pt x="786" y="1584"/>
                    </a:cubicBezTo>
                    <a:cubicBezTo>
                      <a:pt x="1215" y="1584"/>
                      <a:pt x="1572" y="1227"/>
                      <a:pt x="1572" y="786"/>
                    </a:cubicBezTo>
                    <a:cubicBezTo>
                      <a:pt x="1572" y="358"/>
                      <a:pt x="1215" y="0"/>
                      <a:pt x="7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9" name="Google Shape;3538;p64">
              <a:extLst>
                <a:ext uri="{FF2B5EF4-FFF2-40B4-BE49-F238E27FC236}">
                  <a16:creationId xmlns:a16="http://schemas.microsoft.com/office/drawing/2014/main" id="{93D5F053-3D85-AE5D-DC8F-DA7A12DAB4F3}"/>
                </a:ext>
              </a:extLst>
            </p:cNvPr>
            <p:cNvSpPr/>
            <p:nvPr/>
          </p:nvSpPr>
          <p:spPr>
            <a:xfrm>
              <a:off x="5098250" y="2364125"/>
              <a:ext cx="436675" cy="436975"/>
            </a:xfrm>
            <a:custGeom>
              <a:avLst/>
              <a:gdLst/>
              <a:ahLst/>
              <a:cxnLst/>
              <a:rect l="l" t="t" r="r" b="b"/>
              <a:pathLst>
                <a:path w="17467" h="17479" extrusionOk="0">
                  <a:moveTo>
                    <a:pt x="8728" y="0"/>
                  </a:moveTo>
                  <a:cubicBezTo>
                    <a:pt x="3906" y="0"/>
                    <a:pt x="0" y="3917"/>
                    <a:pt x="0" y="8739"/>
                  </a:cubicBezTo>
                  <a:cubicBezTo>
                    <a:pt x="0" y="13561"/>
                    <a:pt x="3906" y="17478"/>
                    <a:pt x="8728" y="17478"/>
                  </a:cubicBezTo>
                  <a:cubicBezTo>
                    <a:pt x="13550" y="17478"/>
                    <a:pt x="17467" y="13561"/>
                    <a:pt x="17467" y="8739"/>
                  </a:cubicBezTo>
                  <a:cubicBezTo>
                    <a:pt x="17467" y="7346"/>
                    <a:pt x="17145" y="6036"/>
                    <a:pt x="16562" y="4858"/>
                  </a:cubicBezTo>
                  <a:lnTo>
                    <a:pt x="15300" y="5465"/>
                  </a:lnTo>
                  <a:cubicBezTo>
                    <a:pt x="15788" y="6453"/>
                    <a:pt x="16074" y="7560"/>
                    <a:pt x="16074" y="8739"/>
                  </a:cubicBezTo>
                  <a:cubicBezTo>
                    <a:pt x="16074" y="12787"/>
                    <a:pt x="12776" y="16073"/>
                    <a:pt x="8728" y="16073"/>
                  </a:cubicBezTo>
                  <a:cubicBezTo>
                    <a:pt x="4679" y="16073"/>
                    <a:pt x="1393" y="12787"/>
                    <a:pt x="1393" y="8739"/>
                  </a:cubicBezTo>
                  <a:cubicBezTo>
                    <a:pt x="1393" y="4691"/>
                    <a:pt x="4679" y="1405"/>
                    <a:pt x="8728" y="1405"/>
                  </a:cubicBezTo>
                  <a:lnTo>
                    <a:pt x="87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3539;p64">
              <a:extLst>
                <a:ext uri="{FF2B5EF4-FFF2-40B4-BE49-F238E27FC236}">
                  <a16:creationId xmlns:a16="http://schemas.microsoft.com/office/drawing/2014/main" id="{DB37B4F1-F58D-5D8C-12A9-2FABA4C1E200}"/>
                </a:ext>
              </a:extLst>
            </p:cNvPr>
            <p:cNvSpPr/>
            <p:nvPr/>
          </p:nvSpPr>
          <p:spPr>
            <a:xfrm>
              <a:off x="5316125" y="2364400"/>
              <a:ext cx="195875" cy="136350"/>
            </a:xfrm>
            <a:custGeom>
              <a:avLst/>
              <a:gdLst/>
              <a:ahLst/>
              <a:cxnLst/>
              <a:rect l="l" t="t" r="r" b="b"/>
              <a:pathLst>
                <a:path w="7835" h="5454" extrusionOk="0">
                  <a:moveTo>
                    <a:pt x="1" y="1"/>
                  </a:moveTo>
                  <a:lnTo>
                    <a:pt x="1" y="1394"/>
                  </a:lnTo>
                  <a:cubicBezTo>
                    <a:pt x="2870" y="1394"/>
                    <a:pt x="5358" y="3049"/>
                    <a:pt x="6561" y="5454"/>
                  </a:cubicBezTo>
                  <a:lnTo>
                    <a:pt x="7835" y="4847"/>
                  </a:lnTo>
                  <a:cubicBezTo>
                    <a:pt x="6406" y="1977"/>
                    <a:pt x="3430" y="1"/>
                    <a:pt x="1" y="1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3540;p64">
              <a:extLst>
                <a:ext uri="{FF2B5EF4-FFF2-40B4-BE49-F238E27FC236}">
                  <a16:creationId xmlns:a16="http://schemas.microsoft.com/office/drawing/2014/main" id="{F1E79DE5-87D6-1CAD-33BB-BF197978427E}"/>
                </a:ext>
              </a:extLst>
            </p:cNvPr>
            <p:cNvSpPr/>
            <p:nvPr/>
          </p:nvSpPr>
          <p:spPr>
            <a:xfrm>
              <a:off x="5316425" y="2419775"/>
              <a:ext cx="163150" cy="308100"/>
            </a:xfrm>
            <a:custGeom>
              <a:avLst/>
              <a:gdLst/>
              <a:ahLst/>
              <a:cxnLst/>
              <a:rect l="l" t="t" r="r" b="b"/>
              <a:pathLst>
                <a:path w="6526" h="12324" extrusionOk="0">
                  <a:moveTo>
                    <a:pt x="1" y="1"/>
                  </a:moveTo>
                  <a:lnTo>
                    <a:pt x="1" y="1394"/>
                  </a:lnTo>
                  <a:cubicBezTo>
                    <a:pt x="2834" y="1394"/>
                    <a:pt x="5120" y="3691"/>
                    <a:pt x="5120" y="6513"/>
                  </a:cubicBezTo>
                  <a:cubicBezTo>
                    <a:pt x="5120" y="8502"/>
                    <a:pt x="3989" y="10204"/>
                    <a:pt x="2358" y="11073"/>
                  </a:cubicBezTo>
                  <a:lnTo>
                    <a:pt x="3001" y="12323"/>
                  </a:lnTo>
                  <a:cubicBezTo>
                    <a:pt x="5085" y="11216"/>
                    <a:pt x="6525" y="9037"/>
                    <a:pt x="6525" y="6513"/>
                  </a:cubicBezTo>
                  <a:cubicBezTo>
                    <a:pt x="6525" y="2918"/>
                    <a:pt x="3596" y="1"/>
                    <a:pt x="1" y="1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3541;p64">
              <a:extLst>
                <a:ext uri="{FF2B5EF4-FFF2-40B4-BE49-F238E27FC236}">
                  <a16:creationId xmlns:a16="http://schemas.microsoft.com/office/drawing/2014/main" id="{6F8CEF5E-D752-342C-50BC-599A732A595E}"/>
                </a:ext>
              </a:extLst>
            </p:cNvPr>
            <p:cNvSpPr/>
            <p:nvPr/>
          </p:nvSpPr>
          <p:spPr>
            <a:xfrm>
              <a:off x="5153300" y="2419775"/>
              <a:ext cx="237575" cy="325950"/>
            </a:xfrm>
            <a:custGeom>
              <a:avLst/>
              <a:gdLst/>
              <a:ahLst/>
              <a:cxnLst/>
              <a:rect l="l" t="t" r="r" b="b"/>
              <a:pathLst>
                <a:path w="9503" h="13038" extrusionOk="0">
                  <a:moveTo>
                    <a:pt x="6514" y="1"/>
                  </a:moveTo>
                  <a:cubicBezTo>
                    <a:pt x="2918" y="1"/>
                    <a:pt x="1" y="2929"/>
                    <a:pt x="1" y="6513"/>
                  </a:cubicBezTo>
                  <a:cubicBezTo>
                    <a:pt x="1" y="10121"/>
                    <a:pt x="2930" y="13038"/>
                    <a:pt x="6514" y="13038"/>
                  </a:cubicBezTo>
                  <a:cubicBezTo>
                    <a:pt x="7585" y="13038"/>
                    <a:pt x="8609" y="12764"/>
                    <a:pt x="9502" y="12300"/>
                  </a:cubicBezTo>
                  <a:lnTo>
                    <a:pt x="8871" y="11049"/>
                  </a:lnTo>
                  <a:cubicBezTo>
                    <a:pt x="8169" y="11430"/>
                    <a:pt x="7359" y="11633"/>
                    <a:pt x="6514" y="11633"/>
                  </a:cubicBezTo>
                  <a:cubicBezTo>
                    <a:pt x="3692" y="11633"/>
                    <a:pt x="1394" y="9347"/>
                    <a:pt x="1394" y="6513"/>
                  </a:cubicBezTo>
                  <a:cubicBezTo>
                    <a:pt x="1394" y="3691"/>
                    <a:pt x="3692" y="1394"/>
                    <a:pt x="6514" y="1394"/>
                  </a:cubicBezTo>
                  <a:lnTo>
                    <a:pt x="65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3542;p64">
              <a:extLst>
                <a:ext uri="{FF2B5EF4-FFF2-40B4-BE49-F238E27FC236}">
                  <a16:creationId xmlns:a16="http://schemas.microsoft.com/office/drawing/2014/main" id="{00F18C3A-8945-CF58-31D0-967D6E3562B2}"/>
                </a:ext>
              </a:extLst>
            </p:cNvPr>
            <p:cNvSpPr/>
            <p:nvPr/>
          </p:nvSpPr>
          <p:spPr>
            <a:xfrm>
              <a:off x="5226225" y="2473650"/>
              <a:ext cx="198875" cy="218200"/>
            </a:xfrm>
            <a:custGeom>
              <a:avLst/>
              <a:gdLst/>
              <a:ahLst/>
              <a:cxnLst/>
              <a:rect l="l" t="t" r="r" b="b"/>
              <a:pathLst>
                <a:path w="7955" h="8728" extrusionOk="0">
                  <a:moveTo>
                    <a:pt x="3597" y="1"/>
                  </a:moveTo>
                  <a:lnTo>
                    <a:pt x="3597" y="1405"/>
                  </a:lnTo>
                  <a:cubicBezTo>
                    <a:pt x="5240" y="1405"/>
                    <a:pt x="6561" y="2727"/>
                    <a:pt x="6561" y="4358"/>
                  </a:cubicBezTo>
                  <a:cubicBezTo>
                    <a:pt x="6561" y="6001"/>
                    <a:pt x="5240" y="7323"/>
                    <a:pt x="3597" y="7323"/>
                  </a:cubicBezTo>
                  <a:cubicBezTo>
                    <a:pt x="2573" y="7323"/>
                    <a:pt x="1680" y="6799"/>
                    <a:pt x="1144" y="6013"/>
                  </a:cubicBezTo>
                  <a:lnTo>
                    <a:pt x="1" y="6823"/>
                  </a:lnTo>
                  <a:cubicBezTo>
                    <a:pt x="787" y="7966"/>
                    <a:pt x="2108" y="8728"/>
                    <a:pt x="3597" y="8728"/>
                  </a:cubicBezTo>
                  <a:cubicBezTo>
                    <a:pt x="6014" y="8728"/>
                    <a:pt x="7954" y="6763"/>
                    <a:pt x="7954" y="4358"/>
                  </a:cubicBezTo>
                  <a:cubicBezTo>
                    <a:pt x="7954" y="1965"/>
                    <a:pt x="6014" y="1"/>
                    <a:pt x="3597" y="1"/>
                  </a:cubicBezTo>
                  <a:close/>
                </a:path>
              </a:pathLst>
            </a:custGeom>
            <a:solidFill>
              <a:srgbClr val="ABF2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3543;p64">
              <a:extLst>
                <a:ext uri="{FF2B5EF4-FFF2-40B4-BE49-F238E27FC236}">
                  <a16:creationId xmlns:a16="http://schemas.microsoft.com/office/drawing/2014/main" id="{C780EA39-5DF3-43E7-CABF-0101841314A0}"/>
                </a:ext>
              </a:extLst>
            </p:cNvPr>
            <p:cNvSpPr/>
            <p:nvPr/>
          </p:nvSpPr>
          <p:spPr>
            <a:xfrm>
              <a:off x="5207175" y="2473650"/>
              <a:ext cx="108975" cy="170575"/>
            </a:xfrm>
            <a:custGeom>
              <a:avLst/>
              <a:gdLst/>
              <a:ahLst/>
              <a:cxnLst/>
              <a:rect l="l" t="t" r="r" b="b"/>
              <a:pathLst>
                <a:path w="4359" h="6823" extrusionOk="0">
                  <a:moveTo>
                    <a:pt x="4359" y="1"/>
                  </a:moveTo>
                  <a:cubicBezTo>
                    <a:pt x="1954" y="1"/>
                    <a:pt x="1" y="1965"/>
                    <a:pt x="1" y="4358"/>
                  </a:cubicBezTo>
                  <a:cubicBezTo>
                    <a:pt x="1" y="5275"/>
                    <a:pt x="287" y="6120"/>
                    <a:pt x="763" y="6823"/>
                  </a:cubicBezTo>
                  <a:lnTo>
                    <a:pt x="1906" y="6013"/>
                  </a:lnTo>
                  <a:cubicBezTo>
                    <a:pt x="1596" y="5537"/>
                    <a:pt x="1394" y="4977"/>
                    <a:pt x="1394" y="4358"/>
                  </a:cubicBezTo>
                  <a:cubicBezTo>
                    <a:pt x="1394" y="2727"/>
                    <a:pt x="2727" y="1394"/>
                    <a:pt x="4359" y="1394"/>
                  </a:cubicBezTo>
                  <a:lnTo>
                    <a:pt x="43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3544;p64">
              <a:extLst>
                <a:ext uri="{FF2B5EF4-FFF2-40B4-BE49-F238E27FC236}">
                  <a16:creationId xmlns:a16="http://schemas.microsoft.com/office/drawing/2014/main" id="{96C5E480-9EA8-E7DA-A923-88D8CE1D20AC}"/>
                </a:ext>
              </a:extLst>
            </p:cNvPr>
            <p:cNvSpPr/>
            <p:nvPr/>
          </p:nvSpPr>
          <p:spPr>
            <a:xfrm>
              <a:off x="3696575" y="2415300"/>
              <a:ext cx="47950" cy="398000"/>
            </a:xfrm>
            <a:custGeom>
              <a:avLst/>
              <a:gdLst/>
              <a:ahLst/>
              <a:cxnLst/>
              <a:rect l="l" t="t" r="r" b="b"/>
              <a:pathLst>
                <a:path w="1918" h="15920" extrusionOk="0">
                  <a:moveTo>
                    <a:pt x="1" y="1"/>
                  </a:moveTo>
                  <a:lnTo>
                    <a:pt x="1" y="15919"/>
                  </a:lnTo>
                  <a:lnTo>
                    <a:pt x="1918" y="15919"/>
                  </a:lnTo>
                  <a:lnTo>
                    <a:pt x="1918" y="15622"/>
                  </a:lnTo>
                  <a:lnTo>
                    <a:pt x="298" y="15622"/>
                  </a:lnTo>
                  <a:lnTo>
                    <a:pt x="298" y="310"/>
                  </a:lnTo>
                  <a:lnTo>
                    <a:pt x="1918" y="310"/>
                  </a:lnTo>
                  <a:lnTo>
                    <a:pt x="19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3545;p64">
              <a:extLst>
                <a:ext uri="{FF2B5EF4-FFF2-40B4-BE49-F238E27FC236}">
                  <a16:creationId xmlns:a16="http://schemas.microsoft.com/office/drawing/2014/main" id="{FC34601A-2A53-BB12-3610-AA4BA712A7CA}"/>
                </a:ext>
              </a:extLst>
            </p:cNvPr>
            <p:cNvSpPr/>
            <p:nvPr/>
          </p:nvSpPr>
          <p:spPr>
            <a:xfrm>
              <a:off x="5573900" y="2609375"/>
              <a:ext cx="44375" cy="412275"/>
            </a:xfrm>
            <a:custGeom>
              <a:avLst/>
              <a:gdLst/>
              <a:ahLst/>
              <a:cxnLst/>
              <a:rect l="l" t="t" r="r" b="b"/>
              <a:pathLst>
                <a:path w="1775" h="16491" extrusionOk="0">
                  <a:moveTo>
                    <a:pt x="0" y="1"/>
                  </a:moveTo>
                  <a:lnTo>
                    <a:pt x="0" y="322"/>
                  </a:lnTo>
                  <a:lnTo>
                    <a:pt x="1465" y="322"/>
                  </a:lnTo>
                  <a:lnTo>
                    <a:pt x="1465" y="16491"/>
                  </a:lnTo>
                  <a:lnTo>
                    <a:pt x="1774" y="16491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3546;p64">
              <a:extLst>
                <a:ext uri="{FF2B5EF4-FFF2-40B4-BE49-F238E27FC236}">
                  <a16:creationId xmlns:a16="http://schemas.microsoft.com/office/drawing/2014/main" id="{0C9F4953-5B82-04DD-D40C-0CFA0657FA02}"/>
                </a:ext>
              </a:extLst>
            </p:cNvPr>
            <p:cNvSpPr/>
            <p:nvPr/>
          </p:nvSpPr>
          <p:spPr>
            <a:xfrm>
              <a:off x="4013875" y="2296531"/>
              <a:ext cx="59850" cy="5985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" y="1"/>
                  </a:moveTo>
                  <a:lnTo>
                    <a:pt x="1" y="2394"/>
                  </a:lnTo>
                  <a:lnTo>
                    <a:pt x="2394" y="2394"/>
                  </a:lnTo>
                  <a:lnTo>
                    <a:pt x="2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3547;p64">
              <a:extLst>
                <a:ext uri="{FF2B5EF4-FFF2-40B4-BE49-F238E27FC236}">
                  <a16:creationId xmlns:a16="http://schemas.microsoft.com/office/drawing/2014/main" id="{E022C62C-3EF6-A301-1CE3-6ED34080D0FD}"/>
                </a:ext>
              </a:extLst>
            </p:cNvPr>
            <p:cNvSpPr/>
            <p:nvPr/>
          </p:nvSpPr>
          <p:spPr>
            <a:xfrm>
              <a:off x="4456200" y="2685556"/>
              <a:ext cx="58075" cy="58075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0" y="1"/>
                  </a:moveTo>
                  <a:lnTo>
                    <a:pt x="0" y="2323"/>
                  </a:lnTo>
                  <a:lnTo>
                    <a:pt x="2322" y="2323"/>
                  </a:lnTo>
                  <a:lnTo>
                    <a:pt x="2322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3548;p64">
              <a:extLst>
                <a:ext uri="{FF2B5EF4-FFF2-40B4-BE49-F238E27FC236}">
                  <a16:creationId xmlns:a16="http://schemas.microsoft.com/office/drawing/2014/main" id="{8BF01F3D-4E3A-87D8-6602-AB4932EE7FB1}"/>
                </a:ext>
              </a:extLst>
            </p:cNvPr>
            <p:cNvSpPr/>
            <p:nvPr/>
          </p:nvSpPr>
          <p:spPr>
            <a:xfrm>
              <a:off x="4421975" y="2714731"/>
              <a:ext cx="64900" cy="64625"/>
            </a:xfrm>
            <a:custGeom>
              <a:avLst/>
              <a:gdLst/>
              <a:ahLst/>
              <a:cxnLst/>
              <a:rect l="l" t="t" r="r" b="b"/>
              <a:pathLst>
                <a:path w="2596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596" y="2584"/>
                  </a:lnTo>
                  <a:lnTo>
                    <a:pt x="2596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3549;p64">
              <a:extLst>
                <a:ext uri="{FF2B5EF4-FFF2-40B4-BE49-F238E27FC236}">
                  <a16:creationId xmlns:a16="http://schemas.microsoft.com/office/drawing/2014/main" id="{0380F6F6-8CE6-2B3C-6B1F-F0AAD6598CDE}"/>
                </a:ext>
              </a:extLst>
            </p:cNvPr>
            <p:cNvSpPr/>
            <p:nvPr/>
          </p:nvSpPr>
          <p:spPr>
            <a:xfrm>
              <a:off x="4347250" y="2720981"/>
              <a:ext cx="31575" cy="31575"/>
            </a:xfrm>
            <a:custGeom>
              <a:avLst/>
              <a:gdLst/>
              <a:ahLst/>
              <a:cxnLst/>
              <a:rect l="l" t="t" r="r" b="b"/>
              <a:pathLst>
                <a:path w="1263" h="1263" extrusionOk="0">
                  <a:moveTo>
                    <a:pt x="1" y="1"/>
                  </a:moveTo>
                  <a:lnTo>
                    <a:pt x="1" y="1263"/>
                  </a:lnTo>
                  <a:lnTo>
                    <a:pt x="1263" y="1263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3550;p64">
              <a:extLst>
                <a:ext uri="{FF2B5EF4-FFF2-40B4-BE49-F238E27FC236}">
                  <a16:creationId xmlns:a16="http://schemas.microsoft.com/office/drawing/2014/main" id="{4E2EAA7F-72CC-24DF-CE31-8AD8B64087C8}"/>
                </a:ext>
              </a:extLst>
            </p:cNvPr>
            <p:cNvSpPr/>
            <p:nvPr/>
          </p:nvSpPr>
          <p:spPr>
            <a:xfrm>
              <a:off x="3357250" y="2672756"/>
              <a:ext cx="61350" cy="61350"/>
            </a:xfrm>
            <a:custGeom>
              <a:avLst/>
              <a:gdLst/>
              <a:ahLst/>
              <a:cxnLst/>
              <a:rect l="l" t="t" r="r" b="b"/>
              <a:pathLst>
                <a:path w="2454" h="2454" extrusionOk="0">
                  <a:moveTo>
                    <a:pt x="1" y="1"/>
                  </a:moveTo>
                  <a:lnTo>
                    <a:pt x="1" y="2454"/>
                  </a:lnTo>
                  <a:lnTo>
                    <a:pt x="2453" y="2454"/>
                  </a:lnTo>
                  <a:lnTo>
                    <a:pt x="2453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3551;p64">
              <a:extLst>
                <a:ext uri="{FF2B5EF4-FFF2-40B4-BE49-F238E27FC236}">
                  <a16:creationId xmlns:a16="http://schemas.microsoft.com/office/drawing/2014/main" id="{8D7F9F80-2C23-9EBB-D2EA-2D8DB1270B77}"/>
                </a:ext>
              </a:extLst>
            </p:cNvPr>
            <p:cNvSpPr/>
            <p:nvPr/>
          </p:nvSpPr>
          <p:spPr>
            <a:xfrm>
              <a:off x="3345650" y="2572456"/>
              <a:ext cx="32175" cy="32175"/>
            </a:xfrm>
            <a:custGeom>
              <a:avLst/>
              <a:gdLst/>
              <a:ahLst/>
              <a:cxnLst/>
              <a:rect l="l" t="t" r="r" b="b"/>
              <a:pathLst>
                <a:path w="1287" h="1287" extrusionOk="0">
                  <a:moveTo>
                    <a:pt x="0" y="1"/>
                  </a:moveTo>
                  <a:lnTo>
                    <a:pt x="0" y="1286"/>
                  </a:lnTo>
                  <a:lnTo>
                    <a:pt x="1286" y="1286"/>
                  </a:lnTo>
                  <a:lnTo>
                    <a:pt x="1286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3552;p64">
              <a:extLst>
                <a:ext uri="{FF2B5EF4-FFF2-40B4-BE49-F238E27FC236}">
                  <a16:creationId xmlns:a16="http://schemas.microsoft.com/office/drawing/2014/main" id="{A54B8EB8-7239-2C02-A1F2-88E141E82AD5}"/>
                </a:ext>
              </a:extLst>
            </p:cNvPr>
            <p:cNvSpPr/>
            <p:nvPr/>
          </p:nvSpPr>
          <p:spPr>
            <a:xfrm>
              <a:off x="3230750" y="2632281"/>
              <a:ext cx="26800" cy="26825"/>
            </a:xfrm>
            <a:custGeom>
              <a:avLst/>
              <a:gdLst/>
              <a:ahLst/>
              <a:cxnLst/>
              <a:rect l="l" t="t" r="r" b="b"/>
              <a:pathLst>
                <a:path w="1072" h="1073" extrusionOk="0">
                  <a:moveTo>
                    <a:pt x="0" y="1"/>
                  </a:moveTo>
                  <a:lnTo>
                    <a:pt x="0" y="1072"/>
                  </a:lnTo>
                  <a:lnTo>
                    <a:pt x="1072" y="1072"/>
                  </a:lnTo>
                  <a:lnTo>
                    <a:pt x="1072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3553;p64">
              <a:extLst>
                <a:ext uri="{FF2B5EF4-FFF2-40B4-BE49-F238E27FC236}">
                  <a16:creationId xmlns:a16="http://schemas.microsoft.com/office/drawing/2014/main" id="{8FDF8C17-0978-3C07-DDD3-D16225EF0496}"/>
                </a:ext>
              </a:extLst>
            </p:cNvPr>
            <p:cNvSpPr/>
            <p:nvPr/>
          </p:nvSpPr>
          <p:spPr>
            <a:xfrm>
              <a:off x="5046750" y="2746581"/>
              <a:ext cx="35150" cy="35150"/>
            </a:xfrm>
            <a:custGeom>
              <a:avLst/>
              <a:gdLst/>
              <a:ahLst/>
              <a:cxnLst/>
              <a:rect l="l" t="t" r="r" b="b"/>
              <a:pathLst>
                <a:path w="1406" h="1406" extrusionOk="0">
                  <a:moveTo>
                    <a:pt x="0" y="1"/>
                  </a:moveTo>
                  <a:lnTo>
                    <a:pt x="0" y="1406"/>
                  </a:lnTo>
                  <a:lnTo>
                    <a:pt x="1405" y="1406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3554;p64">
              <a:extLst>
                <a:ext uri="{FF2B5EF4-FFF2-40B4-BE49-F238E27FC236}">
                  <a16:creationId xmlns:a16="http://schemas.microsoft.com/office/drawing/2014/main" id="{3636ACD1-5E05-1795-B4F5-CEF7C4F6DDD6}"/>
                </a:ext>
              </a:extLst>
            </p:cNvPr>
            <p:cNvSpPr/>
            <p:nvPr/>
          </p:nvSpPr>
          <p:spPr>
            <a:xfrm>
              <a:off x="5704875" y="2194731"/>
              <a:ext cx="110150" cy="110150"/>
            </a:xfrm>
            <a:custGeom>
              <a:avLst/>
              <a:gdLst/>
              <a:ahLst/>
              <a:cxnLst/>
              <a:rect l="l" t="t" r="r" b="b"/>
              <a:pathLst>
                <a:path w="4406" h="4406" extrusionOk="0">
                  <a:moveTo>
                    <a:pt x="0" y="1"/>
                  </a:moveTo>
                  <a:lnTo>
                    <a:pt x="0" y="4406"/>
                  </a:lnTo>
                  <a:lnTo>
                    <a:pt x="4406" y="4406"/>
                  </a:lnTo>
                  <a:lnTo>
                    <a:pt x="4406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3555;p64">
              <a:extLst>
                <a:ext uri="{FF2B5EF4-FFF2-40B4-BE49-F238E27FC236}">
                  <a16:creationId xmlns:a16="http://schemas.microsoft.com/office/drawing/2014/main" id="{8B94FEE8-E954-2D10-E280-D8ADA76377C7}"/>
                </a:ext>
              </a:extLst>
            </p:cNvPr>
            <p:cNvSpPr/>
            <p:nvPr/>
          </p:nvSpPr>
          <p:spPr>
            <a:xfrm>
              <a:off x="5776000" y="2264381"/>
              <a:ext cx="74750" cy="75050"/>
            </a:xfrm>
            <a:custGeom>
              <a:avLst/>
              <a:gdLst/>
              <a:ahLst/>
              <a:cxnLst/>
              <a:rect l="l" t="t" r="r" b="b"/>
              <a:pathLst>
                <a:path w="2990" h="3002" extrusionOk="0">
                  <a:moveTo>
                    <a:pt x="1" y="1"/>
                  </a:moveTo>
                  <a:lnTo>
                    <a:pt x="1" y="3001"/>
                  </a:lnTo>
                  <a:lnTo>
                    <a:pt x="2989" y="3001"/>
                  </a:lnTo>
                  <a:lnTo>
                    <a:pt x="298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3556;p64">
              <a:extLst>
                <a:ext uri="{FF2B5EF4-FFF2-40B4-BE49-F238E27FC236}">
                  <a16:creationId xmlns:a16="http://schemas.microsoft.com/office/drawing/2014/main" id="{BC9D9572-0C48-0E2E-F9DA-E14BB99711B8}"/>
                </a:ext>
              </a:extLst>
            </p:cNvPr>
            <p:cNvSpPr/>
            <p:nvPr/>
          </p:nvSpPr>
          <p:spPr>
            <a:xfrm>
              <a:off x="5867675" y="2151881"/>
              <a:ext cx="68800" cy="68775"/>
            </a:xfrm>
            <a:custGeom>
              <a:avLst/>
              <a:gdLst/>
              <a:ahLst/>
              <a:cxnLst/>
              <a:rect l="l" t="t" r="r" b="b"/>
              <a:pathLst>
                <a:path w="2752" h="2751" extrusionOk="0">
                  <a:moveTo>
                    <a:pt x="1" y="0"/>
                  </a:moveTo>
                  <a:lnTo>
                    <a:pt x="1" y="2750"/>
                  </a:lnTo>
                  <a:lnTo>
                    <a:pt x="2751" y="2750"/>
                  </a:lnTo>
                  <a:lnTo>
                    <a:pt x="2751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3557;p64">
              <a:extLst>
                <a:ext uri="{FF2B5EF4-FFF2-40B4-BE49-F238E27FC236}">
                  <a16:creationId xmlns:a16="http://schemas.microsoft.com/office/drawing/2014/main" id="{BBD107C9-E24F-F3E6-6DEB-109AE69D2F2D}"/>
                </a:ext>
              </a:extLst>
            </p:cNvPr>
            <p:cNvSpPr/>
            <p:nvPr/>
          </p:nvSpPr>
          <p:spPr>
            <a:xfrm>
              <a:off x="5867675" y="2446256"/>
              <a:ext cx="58075" cy="58075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" y="0"/>
                  </a:moveTo>
                  <a:lnTo>
                    <a:pt x="1" y="2322"/>
                  </a:lnTo>
                  <a:lnTo>
                    <a:pt x="2323" y="2322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3558;p64">
              <a:extLst>
                <a:ext uri="{FF2B5EF4-FFF2-40B4-BE49-F238E27FC236}">
                  <a16:creationId xmlns:a16="http://schemas.microsoft.com/office/drawing/2014/main" id="{940B88A7-118C-B20F-B8F7-EC4D14754C4C}"/>
                </a:ext>
              </a:extLst>
            </p:cNvPr>
            <p:cNvSpPr/>
            <p:nvPr/>
          </p:nvSpPr>
          <p:spPr>
            <a:xfrm>
              <a:off x="3257825" y="3344300"/>
              <a:ext cx="66700" cy="66675"/>
            </a:xfrm>
            <a:custGeom>
              <a:avLst/>
              <a:gdLst/>
              <a:ahLst/>
              <a:cxnLst/>
              <a:rect l="l" t="t" r="r" b="b"/>
              <a:pathLst>
                <a:path w="2668" h="2667" extrusionOk="0">
                  <a:moveTo>
                    <a:pt x="1" y="0"/>
                  </a:moveTo>
                  <a:lnTo>
                    <a:pt x="1" y="2667"/>
                  </a:lnTo>
                  <a:lnTo>
                    <a:pt x="2668" y="2667"/>
                  </a:lnTo>
                  <a:lnTo>
                    <a:pt x="2668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3559;p64">
              <a:extLst>
                <a:ext uri="{FF2B5EF4-FFF2-40B4-BE49-F238E27FC236}">
                  <a16:creationId xmlns:a16="http://schemas.microsoft.com/office/drawing/2014/main" id="{71B4B029-7BEF-1D39-DDA0-F85E4BDAD327}"/>
                </a:ext>
              </a:extLst>
            </p:cNvPr>
            <p:cNvSpPr/>
            <p:nvPr/>
          </p:nvSpPr>
          <p:spPr>
            <a:xfrm>
              <a:off x="3387025" y="3418400"/>
              <a:ext cx="27700" cy="28000"/>
            </a:xfrm>
            <a:custGeom>
              <a:avLst/>
              <a:gdLst/>
              <a:ahLst/>
              <a:cxnLst/>
              <a:rect l="l" t="t" r="r" b="b"/>
              <a:pathLst>
                <a:path w="1108" h="1120" extrusionOk="0">
                  <a:moveTo>
                    <a:pt x="0" y="1"/>
                  </a:moveTo>
                  <a:lnTo>
                    <a:pt x="0" y="1120"/>
                  </a:lnTo>
                  <a:lnTo>
                    <a:pt x="1108" y="1120"/>
                  </a:lnTo>
                  <a:lnTo>
                    <a:pt x="110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3560;p64">
              <a:extLst>
                <a:ext uri="{FF2B5EF4-FFF2-40B4-BE49-F238E27FC236}">
                  <a16:creationId xmlns:a16="http://schemas.microsoft.com/office/drawing/2014/main" id="{06F5DEEC-FD0A-F6C2-358C-FDC095A790D8}"/>
                </a:ext>
              </a:extLst>
            </p:cNvPr>
            <p:cNvSpPr/>
            <p:nvPr/>
          </p:nvSpPr>
          <p:spPr>
            <a:xfrm>
              <a:off x="5914425" y="3274631"/>
              <a:ext cx="71150" cy="71150"/>
            </a:xfrm>
            <a:custGeom>
              <a:avLst/>
              <a:gdLst/>
              <a:ahLst/>
              <a:cxnLst/>
              <a:rect l="l" t="t" r="r" b="b"/>
              <a:pathLst>
                <a:path w="2846" h="2846" extrusionOk="0">
                  <a:moveTo>
                    <a:pt x="0" y="0"/>
                  </a:moveTo>
                  <a:lnTo>
                    <a:pt x="0" y="2846"/>
                  </a:lnTo>
                  <a:lnTo>
                    <a:pt x="2846" y="2846"/>
                  </a:lnTo>
                  <a:lnTo>
                    <a:pt x="2846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3561;p64">
              <a:extLst>
                <a:ext uri="{FF2B5EF4-FFF2-40B4-BE49-F238E27FC236}">
                  <a16:creationId xmlns:a16="http://schemas.microsoft.com/office/drawing/2014/main" id="{6EA28976-BCA3-C89F-3021-B19B73C46B90}"/>
                </a:ext>
              </a:extLst>
            </p:cNvPr>
            <p:cNvSpPr/>
            <p:nvPr/>
          </p:nvSpPr>
          <p:spPr>
            <a:xfrm>
              <a:off x="5966500" y="3328506"/>
              <a:ext cx="55700" cy="55975"/>
            </a:xfrm>
            <a:custGeom>
              <a:avLst/>
              <a:gdLst/>
              <a:ahLst/>
              <a:cxnLst/>
              <a:rect l="l" t="t" r="r" b="b"/>
              <a:pathLst>
                <a:path w="2228" h="2239" extrusionOk="0">
                  <a:moveTo>
                    <a:pt x="1" y="0"/>
                  </a:moveTo>
                  <a:lnTo>
                    <a:pt x="1" y="2239"/>
                  </a:lnTo>
                  <a:lnTo>
                    <a:pt x="2227" y="2239"/>
                  </a:lnTo>
                  <a:lnTo>
                    <a:pt x="22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3562;p64">
              <a:extLst>
                <a:ext uri="{FF2B5EF4-FFF2-40B4-BE49-F238E27FC236}">
                  <a16:creationId xmlns:a16="http://schemas.microsoft.com/office/drawing/2014/main" id="{A6EA3592-658F-BCAC-840E-47838131A07F}"/>
                </a:ext>
              </a:extLst>
            </p:cNvPr>
            <p:cNvSpPr/>
            <p:nvPr/>
          </p:nvSpPr>
          <p:spPr>
            <a:xfrm>
              <a:off x="6045100" y="3281481"/>
              <a:ext cx="36025" cy="36025"/>
            </a:xfrm>
            <a:custGeom>
              <a:avLst/>
              <a:gdLst/>
              <a:ahLst/>
              <a:cxnLst/>
              <a:rect l="l" t="t" r="r" b="b"/>
              <a:pathLst>
                <a:path w="1441" h="1441" extrusionOk="0">
                  <a:moveTo>
                    <a:pt x="0" y="0"/>
                  </a:moveTo>
                  <a:lnTo>
                    <a:pt x="0" y="1441"/>
                  </a:lnTo>
                  <a:lnTo>
                    <a:pt x="1441" y="144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3563;p64">
              <a:extLst>
                <a:ext uri="{FF2B5EF4-FFF2-40B4-BE49-F238E27FC236}">
                  <a16:creationId xmlns:a16="http://schemas.microsoft.com/office/drawing/2014/main" id="{C278FD53-78B6-6247-7C97-0CDB0F932B3F}"/>
                </a:ext>
              </a:extLst>
            </p:cNvPr>
            <p:cNvSpPr/>
            <p:nvPr/>
          </p:nvSpPr>
          <p:spPr>
            <a:xfrm>
              <a:off x="5884650" y="3232956"/>
              <a:ext cx="23850" cy="23825"/>
            </a:xfrm>
            <a:custGeom>
              <a:avLst/>
              <a:gdLst/>
              <a:ahLst/>
              <a:cxnLst/>
              <a:rect l="l" t="t" r="r" b="b"/>
              <a:pathLst>
                <a:path w="954" h="953" extrusionOk="0">
                  <a:moveTo>
                    <a:pt x="1" y="0"/>
                  </a:moveTo>
                  <a:lnTo>
                    <a:pt x="1" y="953"/>
                  </a:lnTo>
                  <a:lnTo>
                    <a:pt x="953" y="953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4521174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>
          <a:extLst>
            <a:ext uri="{FF2B5EF4-FFF2-40B4-BE49-F238E27FC236}">
              <a16:creationId xmlns:a16="http://schemas.microsoft.com/office/drawing/2014/main" id="{0FA03922-4BAE-2A41-467A-D542BC94A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40">
            <a:extLst>
              <a:ext uri="{FF2B5EF4-FFF2-40B4-BE49-F238E27FC236}">
                <a16:creationId xmlns:a16="http://schemas.microsoft.com/office/drawing/2014/main" id="{E4A5F750-7F34-517E-9795-D7EB13C9306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736363" y="1820082"/>
            <a:ext cx="1688046" cy="794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rbitron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05</a:t>
            </a:r>
            <a:endParaRPr dirty="0">
              <a:latin typeface="Orbitron" panose="020B060402020202020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42" name="Google Shape;1642;p40">
            <a:extLst>
              <a:ext uri="{FF2B5EF4-FFF2-40B4-BE49-F238E27FC236}">
                <a16:creationId xmlns:a16="http://schemas.microsoft.com/office/drawing/2014/main" id="{8ECA86AF-6AD4-DE10-2EFC-39FF73D91AC5}"/>
              </a:ext>
            </a:extLst>
          </p:cNvPr>
          <p:cNvGrpSpPr/>
          <p:nvPr/>
        </p:nvGrpSpPr>
        <p:grpSpPr>
          <a:xfrm>
            <a:off x="4689056" y="170858"/>
            <a:ext cx="4137935" cy="4972638"/>
            <a:chOff x="4689056" y="170858"/>
            <a:chExt cx="4137935" cy="4972638"/>
          </a:xfrm>
        </p:grpSpPr>
        <p:grpSp>
          <p:nvGrpSpPr>
            <p:cNvPr id="1643" name="Google Shape;1643;p40">
              <a:extLst>
                <a:ext uri="{FF2B5EF4-FFF2-40B4-BE49-F238E27FC236}">
                  <a16:creationId xmlns:a16="http://schemas.microsoft.com/office/drawing/2014/main" id="{D518273A-F38D-EDED-7A81-ED5948FA463C}"/>
                </a:ext>
              </a:extLst>
            </p:cNvPr>
            <p:cNvGrpSpPr/>
            <p:nvPr/>
          </p:nvGrpSpPr>
          <p:grpSpPr>
            <a:xfrm>
              <a:off x="5313076" y="1838325"/>
              <a:ext cx="3440772" cy="3305172"/>
              <a:chOff x="10381150" y="1238900"/>
              <a:chExt cx="4415775" cy="4241750"/>
            </a:xfrm>
          </p:grpSpPr>
          <p:sp>
            <p:nvSpPr>
              <p:cNvPr id="1644" name="Google Shape;1644;p40">
                <a:extLst>
                  <a:ext uri="{FF2B5EF4-FFF2-40B4-BE49-F238E27FC236}">
                    <a16:creationId xmlns:a16="http://schemas.microsoft.com/office/drawing/2014/main" id="{909108A8-43C9-68CB-67E3-3214E619A3EA}"/>
                  </a:ext>
                </a:extLst>
              </p:cNvPr>
              <p:cNvSpPr/>
              <p:nvPr/>
            </p:nvSpPr>
            <p:spPr>
              <a:xfrm>
                <a:off x="11086350" y="3222975"/>
                <a:ext cx="1580600" cy="818425"/>
              </a:xfrm>
              <a:custGeom>
                <a:avLst/>
                <a:gdLst/>
                <a:ahLst/>
                <a:cxnLst/>
                <a:rect l="l" t="t" r="r" b="b"/>
                <a:pathLst>
                  <a:path w="63224" h="32737" extrusionOk="0">
                    <a:moveTo>
                      <a:pt x="63223" y="27296"/>
                    </a:moveTo>
                    <a:lnTo>
                      <a:pt x="55837" y="28056"/>
                    </a:lnTo>
                    <a:lnTo>
                      <a:pt x="16414" y="32007"/>
                    </a:lnTo>
                    <a:lnTo>
                      <a:pt x="9180" y="32737"/>
                    </a:lnTo>
                    <a:cubicBezTo>
                      <a:pt x="7660" y="31126"/>
                      <a:pt x="6383" y="29515"/>
                      <a:pt x="5319" y="27934"/>
                    </a:cubicBezTo>
                    <a:cubicBezTo>
                      <a:pt x="5259" y="27813"/>
                      <a:pt x="5137" y="27691"/>
                      <a:pt x="5076" y="27570"/>
                    </a:cubicBezTo>
                    <a:cubicBezTo>
                      <a:pt x="1064" y="21642"/>
                      <a:pt x="0" y="16597"/>
                      <a:pt x="0" y="16597"/>
                    </a:cubicBezTo>
                    <a:lnTo>
                      <a:pt x="40821" y="1"/>
                    </a:lnTo>
                    <a:cubicBezTo>
                      <a:pt x="44013" y="1065"/>
                      <a:pt x="47326" y="3952"/>
                      <a:pt x="50366" y="7448"/>
                    </a:cubicBezTo>
                    <a:cubicBezTo>
                      <a:pt x="53770" y="11399"/>
                      <a:pt x="56901" y="16141"/>
                      <a:pt x="59211" y="19971"/>
                    </a:cubicBezTo>
                    <a:cubicBezTo>
                      <a:pt x="61673" y="24135"/>
                      <a:pt x="63223" y="27296"/>
                      <a:pt x="63223" y="272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40">
                <a:extLst>
                  <a:ext uri="{FF2B5EF4-FFF2-40B4-BE49-F238E27FC236}">
                    <a16:creationId xmlns:a16="http://schemas.microsoft.com/office/drawing/2014/main" id="{8833FE4A-57D7-37EA-AB25-B5BB99DEE1B3}"/>
                  </a:ext>
                </a:extLst>
              </p:cNvPr>
              <p:cNvSpPr/>
              <p:nvPr/>
            </p:nvSpPr>
            <p:spPr>
              <a:xfrm>
                <a:off x="11086350" y="3222975"/>
                <a:ext cx="1019800" cy="414175"/>
              </a:xfrm>
              <a:custGeom>
                <a:avLst/>
                <a:gdLst/>
                <a:ahLst/>
                <a:cxnLst/>
                <a:rect l="l" t="t" r="r" b="b"/>
                <a:pathLst>
                  <a:path w="40792" h="16567" fill="none" extrusionOk="0">
                    <a:moveTo>
                      <a:pt x="0" y="16566"/>
                    </a:moveTo>
                    <a:lnTo>
                      <a:pt x="40791" y="1"/>
                    </a:ln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40">
                <a:extLst>
                  <a:ext uri="{FF2B5EF4-FFF2-40B4-BE49-F238E27FC236}">
                    <a16:creationId xmlns:a16="http://schemas.microsoft.com/office/drawing/2014/main" id="{C836D8A9-6EA0-784F-C6FB-0FEF34678A6C}"/>
                  </a:ext>
                </a:extLst>
              </p:cNvPr>
              <p:cNvSpPr/>
              <p:nvPr/>
            </p:nvSpPr>
            <p:spPr>
              <a:xfrm>
                <a:off x="11496675" y="3368125"/>
                <a:ext cx="1069200" cy="654275"/>
              </a:xfrm>
              <a:custGeom>
                <a:avLst/>
                <a:gdLst/>
                <a:ahLst/>
                <a:cxnLst/>
                <a:rect l="l" t="t" r="r" b="b"/>
                <a:pathLst>
                  <a:path w="42768" h="26171" extrusionOk="0">
                    <a:moveTo>
                      <a:pt x="25351" y="0"/>
                    </a:moveTo>
                    <a:cubicBezTo>
                      <a:pt x="25351" y="487"/>
                      <a:pt x="14348" y="20031"/>
                      <a:pt x="1" y="26171"/>
                    </a:cubicBezTo>
                    <a:lnTo>
                      <a:pt x="39424" y="22219"/>
                    </a:lnTo>
                    <a:lnTo>
                      <a:pt x="41430" y="20244"/>
                    </a:lnTo>
                    <a:lnTo>
                      <a:pt x="42767" y="14165"/>
                    </a:lnTo>
                    <a:cubicBezTo>
                      <a:pt x="40488" y="10335"/>
                      <a:pt x="37357" y="5563"/>
                      <a:pt x="33892" y="1642"/>
                    </a:cubicBezTo>
                    <a:lnTo>
                      <a:pt x="25351" y="0"/>
                    </a:lnTo>
                    <a:close/>
                  </a:path>
                </a:pathLst>
              </a:custGeom>
              <a:solidFill>
                <a:srgbClr val="0D092A">
                  <a:alpha val="19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40">
                <a:extLst>
                  <a:ext uri="{FF2B5EF4-FFF2-40B4-BE49-F238E27FC236}">
                    <a16:creationId xmlns:a16="http://schemas.microsoft.com/office/drawing/2014/main" id="{7AAA9388-1726-DD55-520D-C12AA5B9F3F8}"/>
                  </a:ext>
                </a:extLst>
              </p:cNvPr>
              <p:cNvSpPr/>
              <p:nvPr/>
            </p:nvSpPr>
            <p:spPr>
              <a:xfrm>
                <a:off x="11952625" y="1628725"/>
                <a:ext cx="1680900" cy="2132275"/>
              </a:xfrm>
              <a:custGeom>
                <a:avLst/>
                <a:gdLst/>
                <a:ahLst/>
                <a:cxnLst/>
                <a:rect l="l" t="t" r="r" b="b"/>
                <a:pathLst>
                  <a:path w="67236" h="85291" extrusionOk="0">
                    <a:moveTo>
                      <a:pt x="14104" y="36232"/>
                    </a:moveTo>
                    <a:cubicBezTo>
                      <a:pt x="14104" y="36232"/>
                      <a:pt x="3009" y="16414"/>
                      <a:pt x="19879" y="9606"/>
                    </a:cubicBezTo>
                    <a:cubicBezTo>
                      <a:pt x="19879" y="9606"/>
                      <a:pt x="20517" y="2584"/>
                      <a:pt x="33344" y="1277"/>
                    </a:cubicBezTo>
                    <a:cubicBezTo>
                      <a:pt x="46141" y="1"/>
                      <a:pt x="61673" y="9788"/>
                      <a:pt x="64439" y="27722"/>
                    </a:cubicBezTo>
                    <a:cubicBezTo>
                      <a:pt x="67235" y="45655"/>
                      <a:pt x="55077" y="55655"/>
                      <a:pt x="55077" y="55655"/>
                    </a:cubicBezTo>
                    <a:cubicBezTo>
                      <a:pt x="55077" y="55655"/>
                      <a:pt x="66172" y="66537"/>
                      <a:pt x="55077" y="75899"/>
                    </a:cubicBezTo>
                    <a:cubicBezTo>
                      <a:pt x="43983" y="85291"/>
                      <a:pt x="20304" y="79972"/>
                      <a:pt x="11155" y="72494"/>
                    </a:cubicBezTo>
                    <a:cubicBezTo>
                      <a:pt x="1976" y="65047"/>
                      <a:pt x="8146" y="54591"/>
                      <a:pt x="8146" y="54591"/>
                    </a:cubicBezTo>
                    <a:cubicBezTo>
                      <a:pt x="8146" y="54591"/>
                      <a:pt x="0" y="41552"/>
                      <a:pt x="14104" y="362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40">
                <a:extLst>
                  <a:ext uri="{FF2B5EF4-FFF2-40B4-BE49-F238E27FC236}">
                    <a16:creationId xmlns:a16="http://schemas.microsoft.com/office/drawing/2014/main" id="{82BB8D3B-F0DB-49D3-3715-C07282CAF76C}"/>
                  </a:ext>
                </a:extLst>
              </p:cNvPr>
              <p:cNvSpPr/>
              <p:nvPr/>
            </p:nvSpPr>
            <p:spPr>
              <a:xfrm>
                <a:off x="12448825" y="1628725"/>
                <a:ext cx="1114025" cy="693050"/>
              </a:xfrm>
              <a:custGeom>
                <a:avLst/>
                <a:gdLst/>
                <a:ahLst/>
                <a:cxnLst/>
                <a:rect l="l" t="t" r="r" b="b"/>
                <a:pathLst>
                  <a:path w="44561" h="27722" fill="none" extrusionOk="0">
                    <a:moveTo>
                      <a:pt x="1" y="9606"/>
                    </a:moveTo>
                    <a:cubicBezTo>
                      <a:pt x="1" y="9606"/>
                      <a:pt x="639" y="2584"/>
                      <a:pt x="13435" y="1277"/>
                    </a:cubicBezTo>
                    <a:cubicBezTo>
                      <a:pt x="26262" y="1"/>
                      <a:pt x="41795" y="9788"/>
                      <a:pt x="44561" y="27722"/>
                    </a:cubicBezTo>
                  </a:path>
                </a:pathLst>
              </a:custGeom>
              <a:solidFill>
                <a:schemeClr val="dk1"/>
              </a:solidFill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40">
                <a:extLst>
                  <a:ext uri="{FF2B5EF4-FFF2-40B4-BE49-F238E27FC236}">
                    <a16:creationId xmlns:a16="http://schemas.microsoft.com/office/drawing/2014/main" id="{7E9DB68E-8E84-DAAD-DD72-44912AC20099}"/>
                  </a:ext>
                </a:extLst>
              </p:cNvPr>
              <p:cNvSpPr/>
              <p:nvPr/>
            </p:nvSpPr>
            <p:spPr>
              <a:xfrm>
                <a:off x="12233025" y="2374175"/>
                <a:ext cx="1082100" cy="1147075"/>
              </a:xfrm>
              <a:custGeom>
                <a:avLst/>
                <a:gdLst/>
                <a:ahLst/>
                <a:cxnLst/>
                <a:rect l="l" t="t" r="r" b="b"/>
                <a:pathLst>
                  <a:path w="43284" h="45883" extrusionOk="0">
                    <a:moveTo>
                      <a:pt x="21156" y="1"/>
                    </a:moveTo>
                    <a:cubicBezTo>
                      <a:pt x="21156" y="1"/>
                      <a:pt x="2888" y="5442"/>
                      <a:pt x="1459" y="11764"/>
                    </a:cubicBezTo>
                    <a:cubicBezTo>
                      <a:pt x="0" y="18117"/>
                      <a:pt x="7538" y="25503"/>
                      <a:pt x="7538" y="25503"/>
                    </a:cubicBezTo>
                    <a:cubicBezTo>
                      <a:pt x="7538" y="25503"/>
                      <a:pt x="5927" y="29515"/>
                      <a:pt x="7326" y="36536"/>
                    </a:cubicBezTo>
                    <a:cubicBezTo>
                      <a:pt x="8346" y="41574"/>
                      <a:pt x="12935" y="45883"/>
                      <a:pt x="19861" y="45883"/>
                    </a:cubicBezTo>
                    <a:cubicBezTo>
                      <a:pt x="22630" y="45883"/>
                      <a:pt x="25773" y="45194"/>
                      <a:pt x="29210" y="43588"/>
                    </a:cubicBezTo>
                    <a:cubicBezTo>
                      <a:pt x="41278" y="37965"/>
                      <a:pt x="36870" y="24682"/>
                      <a:pt x="36870" y="24682"/>
                    </a:cubicBezTo>
                    <a:cubicBezTo>
                      <a:pt x="36870" y="24682"/>
                      <a:pt x="40457" y="22737"/>
                      <a:pt x="41885" y="19484"/>
                    </a:cubicBezTo>
                    <a:cubicBezTo>
                      <a:pt x="43284" y="16263"/>
                      <a:pt x="40882" y="8846"/>
                      <a:pt x="40882" y="8846"/>
                    </a:cubicBezTo>
                    <a:lnTo>
                      <a:pt x="2115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40">
                <a:extLst>
                  <a:ext uri="{FF2B5EF4-FFF2-40B4-BE49-F238E27FC236}">
                    <a16:creationId xmlns:a16="http://schemas.microsoft.com/office/drawing/2014/main" id="{B24A6F21-7238-3F54-4173-FD3BAD69A34F}"/>
                  </a:ext>
                </a:extLst>
              </p:cNvPr>
              <p:cNvSpPr/>
              <p:nvPr/>
            </p:nvSpPr>
            <p:spPr>
              <a:xfrm>
                <a:off x="13771050" y="1778425"/>
                <a:ext cx="142125" cy="250800"/>
              </a:xfrm>
              <a:custGeom>
                <a:avLst/>
                <a:gdLst/>
                <a:ahLst/>
                <a:cxnLst/>
                <a:rect l="l" t="t" r="r" b="b"/>
                <a:pathLst>
                  <a:path w="5685" h="10032" extrusionOk="0">
                    <a:moveTo>
                      <a:pt x="1824" y="5290"/>
                    </a:moveTo>
                    <a:cubicBezTo>
                      <a:pt x="1824" y="5290"/>
                      <a:pt x="0" y="913"/>
                      <a:pt x="1702" y="457"/>
                    </a:cubicBezTo>
                    <a:cubicBezTo>
                      <a:pt x="3404" y="1"/>
                      <a:pt x="5684" y="7296"/>
                      <a:pt x="5593" y="8664"/>
                    </a:cubicBezTo>
                    <a:cubicBezTo>
                      <a:pt x="5471" y="10031"/>
                      <a:pt x="3708" y="9636"/>
                      <a:pt x="3192" y="9636"/>
                    </a:cubicBezTo>
                    <a:cubicBezTo>
                      <a:pt x="2645" y="9636"/>
                      <a:pt x="1824" y="5290"/>
                      <a:pt x="1824" y="5290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40">
                <a:extLst>
                  <a:ext uri="{FF2B5EF4-FFF2-40B4-BE49-F238E27FC236}">
                    <a16:creationId xmlns:a16="http://schemas.microsoft.com/office/drawing/2014/main" id="{9985B30A-1F29-90A1-57EF-49D1D4D195A5}"/>
                  </a:ext>
                </a:extLst>
              </p:cNvPr>
              <p:cNvSpPr/>
              <p:nvPr/>
            </p:nvSpPr>
            <p:spPr>
              <a:xfrm>
                <a:off x="13523325" y="1761725"/>
                <a:ext cx="566125" cy="679350"/>
              </a:xfrm>
              <a:custGeom>
                <a:avLst/>
                <a:gdLst/>
                <a:ahLst/>
                <a:cxnLst/>
                <a:rect l="l" t="t" r="r" b="b"/>
                <a:pathLst>
                  <a:path w="22645" h="27174" extrusionOk="0">
                    <a:moveTo>
                      <a:pt x="22432" y="18541"/>
                    </a:moveTo>
                    <a:cubicBezTo>
                      <a:pt x="22432" y="18541"/>
                      <a:pt x="16292" y="8298"/>
                      <a:pt x="13830" y="5988"/>
                    </a:cubicBezTo>
                    <a:cubicBezTo>
                      <a:pt x="11307" y="3678"/>
                      <a:pt x="3374" y="0"/>
                      <a:pt x="3070" y="1094"/>
                    </a:cubicBezTo>
                    <a:cubicBezTo>
                      <a:pt x="2766" y="2189"/>
                      <a:pt x="9149" y="6292"/>
                      <a:pt x="9149" y="6292"/>
                    </a:cubicBezTo>
                    <a:cubicBezTo>
                      <a:pt x="9149" y="6292"/>
                      <a:pt x="942" y="2523"/>
                      <a:pt x="486" y="3800"/>
                    </a:cubicBezTo>
                    <a:cubicBezTo>
                      <a:pt x="0" y="5198"/>
                      <a:pt x="8359" y="8845"/>
                      <a:pt x="8359" y="8845"/>
                    </a:cubicBezTo>
                    <a:cubicBezTo>
                      <a:pt x="8359" y="8845"/>
                      <a:pt x="1550" y="7751"/>
                      <a:pt x="1246" y="9332"/>
                    </a:cubicBezTo>
                    <a:cubicBezTo>
                      <a:pt x="1064" y="10335"/>
                      <a:pt x="8146" y="11368"/>
                      <a:pt x="8146" y="11368"/>
                    </a:cubicBezTo>
                    <a:cubicBezTo>
                      <a:pt x="8146" y="11368"/>
                      <a:pt x="1885" y="11672"/>
                      <a:pt x="2888" y="13101"/>
                    </a:cubicBezTo>
                    <a:cubicBezTo>
                      <a:pt x="3283" y="13739"/>
                      <a:pt x="9727" y="13708"/>
                      <a:pt x="9727" y="13708"/>
                    </a:cubicBezTo>
                    <a:cubicBezTo>
                      <a:pt x="9727" y="13708"/>
                      <a:pt x="11003" y="16474"/>
                      <a:pt x="13222" y="17356"/>
                    </a:cubicBezTo>
                    <a:cubicBezTo>
                      <a:pt x="13222" y="17356"/>
                      <a:pt x="16353" y="27174"/>
                      <a:pt x="16627" y="27113"/>
                    </a:cubicBezTo>
                    <a:cubicBezTo>
                      <a:pt x="16931" y="27113"/>
                      <a:pt x="22645" y="25472"/>
                      <a:pt x="22645" y="25472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40">
                <a:extLst>
                  <a:ext uri="{FF2B5EF4-FFF2-40B4-BE49-F238E27FC236}">
                    <a16:creationId xmlns:a16="http://schemas.microsoft.com/office/drawing/2014/main" id="{367ECA71-D65F-CA28-1DA4-37C9E35C8567}"/>
                  </a:ext>
                </a:extLst>
              </p:cNvPr>
              <p:cNvSpPr/>
              <p:nvPr/>
            </p:nvSpPr>
            <p:spPr>
              <a:xfrm>
                <a:off x="10867500" y="2122650"/>
                <a:ext cx="376925" cy="639100"/>
              </a:xfrm>
              <a:custGeom>
                <a:avLst/>
                <a:gdLst/>
                <a:ahLst/>
                <a:cxnLst/>
                <a:rect l="l" t="t" r="r" b="b"/>
                <a:pathLst>
                  <a:path w="15077" h="25564" extrusionOk="0">
                    <a:moveTo>
                      <a:pt x="12219" y="24165"/>
                    </a:moveTo>
                    <a:cubicBezTo>
                      <a:pt x="10943" y="25564"/>
                      <a:pt x="4164" y="24743"/>
                      <a:pt x="4164" y="24834"/>
                    </a:cubicBezTo>
                    <a:cubicBezTo>
                      <a:pt x="4164" y="24834"/>
                      <a:pt x="3982" y="24591"/>
                      <a:pt x="3678" y="24074"/>
                    </a:cubicBezTo>
                    <a:cubicBezTo>
                      <a:pt x="2584" y="22372"/>
                      <a:pt x="0" y="18086"/>
                      <a:pt x="30" y="15655"/>
                    </a:cubicBezTo>
                    <a:cubicBezTo>
                      <a:pt x="61" y="13071"/>
                      <a:pt x="3192" y="11004"/>
                      <a:pt x="5471" y="10214"/>
                    </a:cubicBezTo>
                    <a:cubicBezTo>
                      <a:pt x="5866" y="10062"/>
                      <a:pt x="6262" y="9940"/>
                      <a:pt x="6596" y="9910"/>
                    </a:cubicBezTo>
                    <a:cubicBezTo>
                      <a:pt x="6596" y="9910"/>
                      <a:pt x="4894" y="1"/>
                      <a:pt x="6748" y="457"/>
                    </a:cubicBezTo>
                    <a:cubicBezTo>
                      <a:pt x="7842" y="730"/>
                      <a:pt x="10699" y="12798"/>
                      <a:pt x="11003" y="15472"/>
                    </a:cubicBezTo>
                    <a:cubicBezTo>
                      <a:pt x="11003" y="15472"/>
                      <a:pt x="12067" y="10639"/>
                      <a:pt x="13587" y="10822"/>
                    </a:cubicBezTo>
                    <a:cubicBezTo>
                      <a:pt x="15076" y="10974"/>
                      <a:pt x="13465" y="22798"/>
                      <a:pt x="12219" y="24165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40">
                <a:extLst>
                  <a:ext uri="{FF2B5EF4-FFF2-40B4-BE49-F238E27FC236}">
                    <a16:creationId xmlns:a16="http://schemas.microsoft.com/office/drawing/2014/main" id="{B9A902E1-3F4C-8DB3-DF13-312D3591C879}"/>
                  </a:ext>
                </a:extLst>
              </p:cNvPr>
              <p:cNvSpPr/>
              <p:nvPr/>
            </p:nvSpPr>
            <p:spPr>
              <a:xfrm>
                <a:off x="10867500" y="2378750"/>
                <a:ext cx="245450" cy="347300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13892" extrusionOk="0">
                    <a:moveTo>
                      <a:pt x="5471" y="0"/>
                    </a:moveTo>
                    <a:cubicBezTo>
                      <a:pt x="3192" y="821"/>
                      <a:pt x="61" y="2857"/>
                      <a:pt x="30" y="5441"/>
                    </a:cubicBezTo>
                    <a:cubicBezTo>
                      <a:pt x="0" y="7873"/>
                      <a:pt x="2584" y="12159"/>
                      <a:pt x="3678" y="13891"/>
                    </a:cubicBezTo>
                    <a:cubicBezTo>
                      <a:pt x="6262" y="13739"/>
                      <a:pt x="8389" y="11915"/>
                      <a:pt x="8997" y="9210"/>
                    </a:cubicBezTo>
                    <a:cubicBezTo>
                      <a:pt x="9818" y="5259"/>
                      <a:pt x="6748" y="243"/>
                      <a:pt x="6748" y="243"/>
                    </a:cubicBezTo>
                    <a:lnTo>
                      <a:pt x="5471" y="0"/>
                    </a:lnTo>
                    <a:close/>
                  </a:path>
                </a:pathLst>
              </a:custGeom>
              <a:solidFill>
                <a:srgbClr val="7E24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40">
                <a:extLst>
                  <a:ext uri="{FF2B5EF4-FFF2-40B4-BE49-F238E27FC236}">
                    <a16:creationId xmlns:a16="http://schemas.microsoft.com/office/drawing/2014/main" id="{B96B807E-3C05-C17B-6BBB-CD1B080BD1AD}"/>
                  </a:ext>
                </a:extLst>
              </p:cNvPr>
              <p:cNvSpPr/>
              <p:nvPr/>
            </p:nvSpPr>
            <p:spPr>
              <a:xfrm>
                <a:off x="10941200" y="2678150"/>
                <a:ext cx="634525" cy="1424050"/>
              </a:xfrm>
              <a:custGeom>
                <a:avLst/>
                <a:gdLst/>
                <a:ahLst/>
                <a:cxnLst/>
                <a:rect l="l" t="t" r="r" b="b"/>
                <a:pathLst>
                  <a:path w="25381" h="56962" extrusionOk="0">
                    <a:moveTo>
                      <a:pt x="10609" y="730"/>
                    </a:moveTo>
                    <a:cubicBezTo>
                      <a:pt x="10609" y="730"/>
                      <a:pt x="25381" y="34985"/>
                      <a:pt x="23192" y="46293"/>
                    </a:cubicBezTo>
                    <a:cubicBezTo>
                      <a:pt x="21125" y="56961"/>
                      <a:pt x="9241" y="56384"/>
                      <a:pt x="5411" y="49211"/>
                    </a:cubicBezTo>
                    <a:cubicBezTo>
                      <a:pt x="1551" y="42037"/>
                      <a:pt x="0" y="2766"/>
                      <a:pt x="0" y="2766"/>
                    </a:cubicBezTo>
                    <a:cubicBezTo>
                      <a:pt x="0" y="2766"/>
                      <a:pt x="5441" y="0"/>
                      <a:pt x="10609" y="7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40">
                <a:extLst>
                  <a:ext uri="{FF2B5EF4-FFF2-40B4-BE49-F238E27FC236}">
                    <a16:creationId xmlns:a16="http://schemas.microsoft.com/office/drawing/2014/main" id="{E73066E4-6DF4-7DAE-1573-33EF6C0FD292}"/>
                  </a:ext>
                </a:extLst>
              </p:cNvPr>
              <p:cNvSpPr/>
              <p:nvPr/>
            </p:nvSpPr>
            <p:spPr>
              <a:xfrm>
                <a:off x="13376650" y="2947150"/>
                <a:ext cx="1248525" cy="1071450"/>
              </a:xfrm>
              <a:custGeom>
                <a:avLst/>
                <a:gdLst/>
                <a:ahLst/>
                <a:cxnLst/>
                <a:rect l="l" t="t" r="r" b="b"/>
                <a:pathLst>
                  <a:path w="49941" h="42858" extrusionOk="0">
                    <a:moveTo>
                      <a:pt x="49576" y="18420"/>
                    </a:moveTo>
                    <a:lnTo>
                      <a:pt x="47357" y="19605"/>
                    </a:lnTo>
                    <a:lnTo>
                      <a:pt x="32038" y="27691"/>
                    </a:lnTo>
                    <a:lnTo>
                      <a:pt x="3435" y="42858"/>
                    </a:lnTo>
                    <a:cubicBezTo>
                      <a:pt x="3435" y="42858"/>
                      <a:pt x="1" y="28146"/>
                      <a:pt x="2220" y="17690"/>
                    </a:cubicBezTo>
                    <a:cubicBezTo>
                      <a:pt x="2706" y="15350"/>
                      <a:pt x="3496" y="13222"/>
                      <a:pt x="4651" y="11520"/>
                    </a:cubicBezTo>
                    <a:lnTo>
                      <a:pt x="47114" y="0"/>
                    </a:lnTo>
                    <a:cubicBezTo>
                      <a:pt x="47114" y="0"/>
                      <a:pt x="48816" y="3678"/>
                      <a:pt x="49515" y="9484"/>
                    </a:cubicBezTo>
                    <a:cubicBezTo>
                      <a:pt x="49850" y="12128"/>
                      <a:pt x="49941" y="15107"/>
                      <a:pt x="49576" y="1842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40">
                <a:extLst>
                  <a:ext uri="{FF2B5EF4-FFF2-40B4-BE49-F238E27FC236}">
                    <a16:creationId xmlns:a16="http://schemas.microsoft.com/office/drawing/2014/main" id="{5DBE3518-9111-7C66-5A28-BF66137C7B38}"/>
                  </a:ext>
                </a:extLst>
              </p:cNvPr>
              <p:cNvSpPr/>
              <p:nvPr/>
            </p:nvSpPr>
            <p:spPr>
              <a:xfrm>
                <a:off x="13492925" y="2947900"/>
                <a:ext cx="1062350" cy="288025"/>
              </a:xfrm>
              <a:custGeom>
                <a:avLst/>
                <a:gdLst/>
                <a:ahLst/>
                <a:cxnLst/>
                <a:rect l="l" t="t" r="r" b="b"/>
                <a:pathLst>
                  <a:path w="42494" h="11521" fill="none" extrusionOk="0">
                    <a:moveTo>
                      <a:pt x="0" y="11521"/>
                    </a:moveTo>
                    <a:lnTo>
                      <a:pt x="42493" y="1"/>
                    </a:ln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40">
                <a:extLst>
                  <a:ext uri="{FF2B5EF4-FFF2-40B4-BE49-F238E27FC236}">
                    <a16:creationId xmlns:a16="http://schemas.microsoft.com/office/drawing/2014/main" id="{11DE2FBD-53CD-A848-DC09-C3F626CAC441}"/>
                  </a:ext>
                </a:extLst>
              </p:cNvPr>
              <p:cNvSpPr/>
              <p:nvPr/>
            </p:nvSpPr>
            <p:spPr>
              <a:xfrm>
                <a:off x="13376650" y="3390150"/>
                <a:ext cx="800950" cy="629225"/>
              </a:xfrm>
              <a:custGeom>
                <a:avLst/>
                <a:gdLst/>
                <a:ahLst/>
                <a:cxnLst/>
                <a:rect l="l" t="t" r="r" b="b"/>
                <a:pathLst>
                  <a:path w="32038" h="25169" extrusionOk="0">
                    <a:moveTo>
                      <a:pt x="2220" y="1"/>
                    </a:moveTo>
                    <a:lnTo>
                      <a:pt x="2220" y="1"/>
                    </a:lnTo>
                    <a:cubicBezTo>
                      <a:pt x="1" y="10518"/>
                      <a:pt x="3435" y="25168"/>
                      <a:pt x="3435" y="25168"/>
                    </a:cubicBezTo>
                    <a:lnTo>
                      <a:pt x="32038" y="10001"/>
                    </a:lnTo>
                    <a:cubicBezTo>
                      <a:pt x="19758" y="9819"/>
                      <a:pt x="4135" y="1977"/>
                      <a:pt x="2220" y="1"/>
                    </a:cubicBezTo>
                    <a:close/>
                  </a:path>
                </a:pathLst>
              </a:custGeom>
              <a:solidFill>
                <a:srgbClr val="0D092A">
                  <a:alpha val="19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40">
                <a:extLst>
                  <a:ext uri="{FF2B5EF4-FFF2-40B4-BE49-F238E27FC236}">
                    <a16:creationId xmlns:a16="http://schemas.microsoft.com/office/drawing/2014/main" id="{4BA5BD92-8844-4DB0-16C6-92605ED6580C}"/>
                  </a:ext>
                </a:extLst>
              </p:cNvPr>
              <p:cNvSpPr/>
              <p:nvPr/>
            </p:nvSpPr>
            <p:spPr>
              <a:xfrm>
                <a:off x="11973900" y="3149275"/>
                <a:ext cx="1646700" cy="2331375"/>
              </a:xfrm>
              <a:custGeom>
                <a:avLst/>
                <a:gdLst/>
                <a:ahLst/>
                <a:cxnLst/>
                <a:rect l="l" t="t" r="r" b="b"/>
                <a:pathLst>
                  <a:path w="65868" h="93255" extrusionOk="0">
                    <a:moveTo>
                      <a:pt x="65868" y="68056"/>
                    </a:moveTo>
                    <a:lnTo>
                      <a:pt x="65868" y="72281"/>
                    </a:lnTo>
                    <a:cubicBezTo>
                      <a:pt x="65868" y="73375"/>
                      <a:pt x="65868" y="74500"/>
                      <a:pt x="65837" y="75655"/>
                    </a:cubicBezTo>
                    <a:cubicBezTo>
                      <a:pt x="65837" y="77053"/>
                      <a:pt x="65807" y="78451"/>
                      <a:pt x="65777" y="79880"/>
                    </a:cubicBezTo>
                    <a:cubicBezTo>
                      <a:pt x="65716" y="80974"/>
                      <a:pt x="65685" y="82099"/>
                      <a:pt x="65655" y="83254"/>
                    </a:cubicBezTo>
                    <a:cubicBezTo>
                      <a:pt x="65533" y="86567"/>
                      <a:pt x="65351" y="89911"/>
                      <a:pt x="65108" y="93254"/>
                    </a:cubicBezTo>
                    <a:lnTo>
                      <a:pt x="304" y="93254"/>
                    </a:lnTo>
                    <a:cubicBezTo>
                      <a:pt x="304" y="93254"/>
                      <a:pt x="152" y="89485"/>
                      <a:pt x="31" y="83254"/>
                    </a:cubicBezTo>
                    <a:cubicBezTo>
                      <a:pt x="31" y="82190"/>
                      <a:pt x="0" y="81096"/>
                      <a:pt x="0" y="79880"/>
                    </a:cubicBezTo>
                    <a:lnTo>
                      <a:pt x="0" y="75655"/>
                    </a:lnTo>
                    <a:lnTo>
                      <a:pt x="0" y="72281"/>
                    </a:lnTo>
                    <a:cubicBezTo>
                      <a:pt x="0" y="70913"/>
                      <a:pt x="0" y="69485"/>
                      <a:pt x="31" y="68056"/>
                    </a:cubicBezTo>
                    <a:cubicBezTo>
                      <a:pt x="31" y="66962"/>
                      <a:pt x="61" y="65837"/>
                      <a:pt x="61" y="64682"/>
                    </a:cubicBezTo>
                    <a:cubicBezTo>
                      <a:pt x="122" y="63314"/>
                      <a:pt x="122" y="61886"/>
                      <a:pt x="152" y="60457"/>
                    </a:cubicBezTo>
                    <a:cubicBezTo>
                      <a:pt x="183" y="59363"/>
                      <a:pt x="183" y="58208"/>
                      <a:pt x="213" y="57083"/>
                    </a:cubicBezTo>
                    <a:cubicBezTo>
                      <a:pt x="274" y="55715"/>
                      <a:pt x="304" y="54287"/>
                      <a:pt x="335" y="52858"/>
                    </a:cubicBezTo>
                    <a:cubicBezTo>
                      <a:pt x="365" y="51764"/>
                      <a:pt x="426" y="50609"/>
                      <a:pt x="487" y="49484"/>
                    </a:cubicBezTo>
                    <a:cubicBezTo>
                      <a:pt x="578" y="48056"/>
                      <a:pt x="608" y="46658"/>
                      <a:pt x="669" y="45259"/>
                    </a:cubicBezTo>
                    <a:cubicBezTo>
                      <a:pt x="730" y="44165"/>
                      <a:pt x="791" y="43010"/>
                      <a:pt x="882" y="41886"/>
                    </a:cubicBezTo>
                    <a:cubicBezTo>
                      <a:pt x="943" y="40457"/>
                      <a:pt x="1034" y="39059"/>
                      <a:pt x="1125" y="37661"/>
                    </a:cubicBezTo>
                    <a:cubicBezTo>
                      <a:pt x="1216" y="36566"/>
                      <a:pt x="1277" y="35411"/>
                      <a:pt x="1368" y="34287"/>
                    </a:cubicBezTo>
                    <a:cubicBezTo>
                      <a:pt x="2158" y="23739"/>
                      <a:pt x="3374" y="12949"/>
                      <a:pt x="5228" y="2888"/>
                    </a:cubicBezTo>
                    <a:cubicBezTo>
                      <a:pt x="5228" y="2888"/>
                      <a:pt x="11855" y="1338"/>
                      <a:pt x="21794" y="578"/>
                    </a:cubicBezTo>
                    <a:cubicBezTo>
                      <a:pt x="22463" y="517"/>
                      <a:pt x="23101" y="456"/>
                      <a:pt x="23739" y="426"/>
                    </a:cubicBezTo>
                    <a:cubicBezTo>
                      <a:pt x="28511" y="122"/>
                      <a:pt x="34013" y="0"/>
                      <a:pt x="39849" y="304"/>
                    </a:cubicBezTo>
                    <a:lnTo>
                      <a:pt x="41794" y="426"/>
                    </a:lnTo>
                    <a:cubicBezTo>
                      <a:pt x="47873" y="851"/>
                      <a:pt x="54287" y="1763"/>
                      <a:pt x="60700" y="3344"/>
                    </a:cubicBezTo>
                    <a:cubicBezTo>
                      <a:pt x="60700" y="3344"/>
                      <a:pt x="62798" y="15837"/>
                      <a:pt x="64318" y="34287"/>
                    </a:cubicBezTo>
                    <a:cubicBezTo>
                      <a:pt x="64409" y="35381"/>
                      <a:pt x="64500" y="36505"/>
                      <a:pt x="64591" y="37661"/>
                    </a:cubicBezTo>
                    <a:cubicBezTo>
                      <a:pt x="64713" y="39028"/>
                      <a:pt x="64774" y="40427"/>
                      <a:pt x="64895" y="41886"/>
                    </a:cubicBezTo>
                    <a:cubicBezTo>
                      <a:pt x="64956" y="42980"/>
                      <a:pt x="65047" y="44104"/>
                      <a:pt x="65108" y="45259"/>
                    </a:cubicBezTo>
                    <a:cubicBezTo>
                      <a:pt x="65199" y="46627"/>
                      <a:pt x="65260" y="48025"/>
                      <a:pt x="65351" y="49484"/>
                    </a:cubicBezTo>
                    <a:cubicBezTo>
                      <a:pt x="65381" y="50579"/>
                      <a:pt x="65442" y="51703"/>
                      <a:pt x="65503" y="52858"/>
                    </a:cubicBezTo>
                    <a:cubicBezTo>
                      <a:pt x="65533" y="54257"/>
                      <a:pt x="65594" y="55624"/>
                      <a:pt x="65655" y="57083"/>
                    </a:cubicBezTo>
                    <a:cubicBezTo>
                      <a:pt x="65685" y="58178"/>
                      <a:pt x="65716" y="59302"/>
                      <a:pt x="65777" y="60457"/>
                    </a:cubicBezTo>
                    <a:cubicBezTo>
                      <a:pt x="65807" y="61855"/>
                      <a:pt x="65837" y="63254"/>
                      <a:pt x="65837" y="64682"/>
                    </a:cubicBezTo>
                    <a:cubicBezTo>
                      <a:pt x="65868" y="65807"/>
                      <a:pt x="65868" y="66962"/>
                      <a:pt x="65868" y="6805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40">
                <a:extLst>
                  <a:ext uri="{FF2B5EF4-FFF2-40B4-BE49-F238E27FC236}">
                    <a16:creationId xmlns:a16="http://schemas.microsoft.com/office/drawing/2014/main" id="{8DC1A844-7BBE-1CE6-1080-E50072E7F240}"/>
                  </a:ext>
                </a:extLst>
              </p:cNvPr>
              <p:cNvSpPr/>
              <p:nvPr/>
            </p:nvSpPr>
            <p:spPr>
              <a:xfrm>
                <a:off x="12104600" y="3151550"/>
                <a:ext cx="1386825" cy="83625"/>
              </a:xfrm>
              <a:custGeom>
                <a:avLst/>
                <a:gdLst/>
                <a:ahLst/>
                <a:cxnLst/>
                <a:rect l="l" t="t" r="r" b="b"/>
                <a:pathLst>
                  <a:path w="55473" h="3345" fill="none" extrusionOk="0">
                    <a:moveTo>
                      <a:pt x="0" y="2888"/>
                    </a:moveTo>
                    <a:cubicBezTo>
                      <a:pt x="0" y="2888"/>
                      <a:pt x="6627" y="1308"/>
                      <a:pt x="16566" y="548"/>
                    </a:cubicBezTo>
                    <a:cubicBezTo>
                      <a:pt x="17204" y="517"/>
                      <a:pt x="17873" y="426"/>
                      <a:pt x="18511" y="396"/>
                    </a:cubicBezTo>
                    <a:cubicBezTo>
                      <a:pt x="23283" y="92"/>
                      <a:pt x="28755" y="1"/>
                      <a:pt x="34621" y="305"/>
                    </a:cubicBezTo>
                    <a:lnTo>
                      <a:pt x="36566" y="396"/>
                    </a:lnTo>
                    <a:cubicBezTo>
                      <a:pt x="42645" y="821"/>
                      <a:pt x="49059" y="1733"/>
                      <a:pt x="55472" y="3344"/>
                    </a:cubicBez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40">
                <a:extLst>
                  <a:ext uri="{FF2B5EF4-FFF2-40B4-BE49-F238E27FC236}">
                    <a16:creationId xmlns:a16="http://schemas.microsoft.com/office/drawing/2014/main" id="{D9A61BC7-0723-F515-E1F9-1D40B0F88A8E}"/>
                  </a:ext>
                </a:extLst>
              </p:cNvPr>
              <p:cNvSpPr/>
              <p:nvPr/>
            </p:nvSpPr>
            <p:spPr>
              <a:xfrm>
                <a:off x="12520250" y="3151550"/>
                <a:ext cx="499275" cy="305500"/>
              </a:xfrm>
              <a:custGeom>
                <a:avLst/>
                <a:gdLst/>
                <a:ahLst/>
                <a:cxnLst/>
                <a:rect l="l" t="t" r="r" b="b"/>
                <a:pathLst>
                  <a:path w="19971" h="12220" extrusionOk="0">
                    <a:moveTo>
                      <a:pt x="19971" y="426"/>
                    </a:moveTo>
                    <a:lnTo>
                      <a:pt x="19971" y="2219"/>
                    </a:lnTo>
                    <a:cubicBezTo>
                      <a:pt x="19971" y="7721"/>
                      <a:pt x="15503" y="12220"/>
                      <a:pt x="9971" y="12220"/>
                    </a:cubicBezTo>
                    <a:cubicBezTo>
                      <a:pt x="4469" y="12220"/>
                      <a:pt x="1" y="7721"/>
                      <a:pt x="1" y="2219"/>
                    </a:cubicBezTo>
                    <a:lnTo>
                      <a:pt x="1" y="548"/>
                    </a:lnTo>
                    <a:cubicBezTo>
                      <a:pt x="639" y="517"/>
                      <a:pt x="1277" y="426"/>
                      <a:pt x="1916" y="396"/>
                    </a:cubicBezTo>
                    <a:cubicBezTo>
                      <a:pt x="6718" y="92"/>
                      <a:pt x="12189" y="1"/>
                      <a:pt x="18025" y="305"/>
                    </a:cubicBezTo>
                    <a:cubicBezTo>
                      <a:pt x="18694" y="335"/>
                      <a:pt x="19332" y="365"/>
                      <a:pt x="19971" y="42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40">
                <a:extLst>
                  <a:ext uri="{FF2B5EF4-FFF2-40B4-BE49-F238E27FC236}">
                    <a16:creationId xmlns:a16="http://schemas.microsoft.com/office/drawing/2014/main" id="{D68B13CC-D2C5-738B-3E18-8A678F35D44D}"/>
                  </a:ext>
                </a:extLst>
              </p:cNvPr>
              <p:cNvSpPr/>
              <p:nvPr/>
            </p:nvSpPr>
            <p:spPr>
              <a:xfrm>
                <a:off x="12628150" y="2705500"/>
                <a:ext cx="283475" cy="659600"/>
              </a:xfrm>
              <a:custGeom>
                <a:avLst/>
                <a:gdLst/>
                <a:ahLst/>
                <a:cxnLst/>
                <a:rect l="l" t="t" r="r" b="b"/>
                <a:pathLst>
                  <a:path w="11339" h="26384" extrusionOk="0">
                    <a:moveTo>
                      <a:pt x="11339" y="5684"/>
                    </a:moveTo>
                    <a:lnTo>
                      <a:pt x="11339" y="20730"/>
                    </a:lnTo>
                    <a:cubicBezTo>
                      <a:pt x="11339" y="23861"/>
                      <a:pt x="8785" y="26384"/>
                      <a:pt x="5655" y="26384"/>
                    </a:cubicBezTo>
                    <a:cubicBezTo>
                      <a:pt x="2524" y="26384"/>
                      <a:pt x="1" y="23831"/>
                      <a:pt x="1" y="20730"/>
                    </a:cubicBezTo>
                    <a:lnTo>
                      <a:pt x="1" y="5684"/>
                    </a:lnTo>
                    <a:lnTo>
                      <a:pt x="1" y="5593"/>
                    </a:lnTo>
                    <a:cubicBezTo>
                      <a:pt x="31" y="2493"/>
                      <a:pt x="2585" y="0"/>
                      <a:pt x="5655" y="0"/>
                    </a:cubicBezTo>
                    <a:cubicBezTo>
                      <a:pt x="7235" y="0"/>
                      <a:pt x="8664" y="669"/>
                      <a:pt x="9697" y="1672"/>
                    </a:cubicBezTo>
                    <a:cubicBezTo>
                      <a:pt x="10275" y="2250"/>
                      <a:pt x="10670" y="2888"/>
                      <a:pt x="10974" y="3648"/>
                    </a:cubicBezTo>
                    <a:cubicBezTo>
                      <a:pt x="11217" y="4256"/>
                      <a:pt x="11339" y="4985"/>
                      <a:pt x="11339" y="5684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40">
                <a:extLst>
                  <a:ext uri="{FF2B5EF4-FFF2-40B4-BE49-F238E27FC236}">
                    <a16:creationId xmlns:a16="http://schemas.microsoft.com/office/drawing/2014/main" id="{F900AC17-BEDF-0F0C-AFAA-727B283CF4CD}"/>
                  </a:ext>
                </a:extLst>
              </p:cNvPr>
              <p:cNvSpPr/>
              <p:nvPr/>
            </p:nvSpPr>
            <p:spPr>
              <a:xfrm>
                <a:off x="12627400" y="2798200"/>
                <a:ext cx="284225" cy="344925"/>
              </a:xfrm>
              <a:custGeom>
                <a:avLst/>
                <a:gdLst/>
                <a:ahLst/>
                <a:cxnLst/>
                <a:rect l="l" t="t" r="r" b="b"/>
                <a:pathLst>
                  <a:path w="11369" h="13797" extrusionOk="0">
                    <a:moveTo>
                      <a:pt x="7660" y="1"/>
                    </a:moveTo>
                    <a:lnTo>
                      <a:pt x="1" y="1916"/>
                    </a:lnTo>
                    <a:lnTo>
                      <a:pt x="1" y="2007"/>
                    </a:lnTo>
                    <a:lnTo>
                      <a:pt x="1" y="11490"/>
                    </a:lnTo>
                    <a:cubicBezTo>
                      <a:pt x="1495" y="12518"/>
                      <a:pt x="4030" y="13796"/>
                      <a:pt x="7716" y="13796"/>
                    </a:cubicBezTo>
                    <a:cubicBezTo>
                      <a:pt x="8828" y="13796"/>
                      <a:pt x="10044" y="13680"/>
                      <a:pt x="11369" y="13405"/>
                    </a:cubicBezTo>
                    <a:lnTo>
                      <a:pt x="11369" y="1976"/>
                    </a:lnTo>
                    <a:cubicBezTo>
                      <a:pt x="11369" y="1277"/>
                      <a:pt x="11247" y="548"/>
                      <a:pt x="10943" y="1"/>
                    </a:cubicBezTo>
                    <a:close/>
                  </a:path>
                </a:pathLst>
              </a:custGeom>
              <a:solidFill>
                <a:srgbClr val="7E24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40">
                <a:extLst>
                  <a:ext uri="{FF2B5EF4-FFF2-40B4-BE49-F238E27FC236}">
                    <a16:creationId xmlns:a16="http://schemas.microsoft.com/office/drawing/2014/main" id="{99186B8B-86AB-68FA-A1C4-3BE9C6626677}"/>
                  </a:ext>
                </a:extLst>
              </p:cNvPr>
              <p:cNvSpPr/>
              <p:nvPr/>
            </p:nvSpPr>
            <p:spPr>
              <a:xfrm>
                <a:off x="12333325" y="1998800"/>
                <a:ext cx="859450" cy="1039550"/>
              </a:xfrm>
              <a:custGeom>
                <a:avLst/>
                <a:gdLst/>
                <a:ahLst/>
                <a:cxnLst/>
                <a:rect l="l" t="t" r="r" b="b"/>
                <a:pathLst>
                  <a:path w="34378" h="41582" extrusionOk="0">
                    <a:moveTo>
                      <a:pt x="34378" y="20882"/>
                    </a:moveTo>
                    <a:cubicBezTo>
                      <a:pt x="33679" y="28329"/>
                      <a:pt x="31551" y="41035"/>
                      <a:pt x="17296" y="41278"/>
                    </a:cubicBezTo>
                    <a:cubicBezTo>
                      <a:pt x="304" y="41582"/>
                      <a:pt x="0" y="24013"/>
                      <a:pt x="730" y="13982"/>
                    </a:cubicBezTo>
                    <a:cubicBezTo>
                      <a:pt x="1733" y="730"/>
                      <a:pt x="11004" y="1"/>
                      <a:pt x="11004" y="1"/>
                    </a:cubicBezTo>
                    <a:cubicBezTo>
                      <a:pt x="17508" y="2645"/>
                      <a:pt x="18207" y="10913"/>
                      <a:pt x="21916" y="13709"/>
                    </a:cubicBezTo>
                    <a:cubicBezTo>
                      <a:pt x="23314" y="14803"/>
                      <a:pt x="25472" y="15381"/>
                      <a:pt x="27630" y="15776"/>
                    </a:cubicBezTo>
                    <a:cubicBezTo>
                      <a:pt x="28025" y="17843"/>
                      <a:pt x="29423" y="20669"/>
                      <a:pt x="34378" y="20882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40">
                <a:extLst>
                  <a:ext uri="{FF2B5EF4-FFF2-40B4-BE49-F238E27FC236}">
                    <a16:creationId xmlns:a16="http://schemas.microsoft.com/office/drawing/2014/main" id="{5F1A158C-3548-CB1C-DAEB-E02B48630926}"/>
                  </a:ext>
                </a:extLst>
              </p:cNvPr>
              <p:cNvSpPr/>
              <p:nvPr/>
            </p:nvSpPr>
            <p:spPr>
              <a:xfrm>
                <a:off x="12616775" y="2792125"/>
                <a:ext cx="325250" cy="108700"/>
              </a:xfrm>
              <a:custGeom>
                <a:avLst/>
                <a:gdLst/>
                <a:ahLst/>
                <a:cxnLst/>
                <a:rect l="l" t="t" r="r" b="b"/>
                <a:pathLst>
                  <a:path w="13010" h="4348" extrusionOk="0">
                    <a:moveTo>
                      <a:pt x="0" y="0"/>
                    </a:moveTo>
                    <a:cubicBezTo>
                      <a:pt x="0" y="2402"/>
                      <a:pt x="2918" y="4347"/>
                      <a:pt x="6505" y="4347"/>
                    </a:cubicBezTo>
                    <a:cubicBezTo>
                      <a:pt x="10061" y="4347"/>
                      <a:pt x="13009" y="2402"/>
                      <a:pt x="130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40">
                <a:extLst>
                  <a:ext uri="{FF2B5EF4-FFF2-40B4-BE49-F238E27FC236}">
                    <a16:creationId xmlns:a16="http://schemas.microsoft.com/office/drawing/2014/main" id="{23E0A6EA-2E3C-359E-D8D4-B69AFFDA7A51}"/>
                  </a:ext>
                </a:extLst>
              </p:cNvPr>
              <p:cNvSpPr/>
              <p:nvPr/>
            </p:nvSpPr>
            <p:spPr>
              <a:xfrm>
                <a:off x="13853875" y="2165975"/>
                <a:ext cx="943050" cy="1367075"/>
              </a:xfrm>
              <a:custGeom>
                <a:avLst/>
                <a:gdLst/>
                <a:ahLst/>
                <a:cxnLst/>
                <a:rect l="l" t="t" r="r" b="b"/>
                <a:pathLst>
                  <a:path w="37722" h="54683" extrusionOk="0">
                    <a:moveTo>
                      <a:pt x="0" y="5441"/>
                    </a:moveTo>
                    <a:cubicBezTo>
                      <a:pt x="0" y="5441"/>
                      <a:pt x="11459" y="40943"/>
                      <a:pt x="20548" y="47995"/>
                    </a:cubicBezTo>
                    <a:cubicBezTo>
                      <a:pt x="29089" y="54682"/>
                      <a:pt x="37721" y="46415"/>
                      <a:pt x="35806" y="38451"/>
                    </a:cubicBezTo>
                    <a:cubicBezTo>
                      <a:pt x="33952" y="30518"/>
                      <a:pt x="9301" y="1"/>
                      <a:pt x="9301" y="1"/>
                    </a:cubicBezTo>
                    <a:cubicBezTo>
                      <a:pt x="9301" y="1"/>
                      <a:pt x="3435" y="1520"/>
                      <a:pt x="0" y="544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40">
                <a:extLst>
                  <a:ext uri="{FF2B5EF4-FFF2-40B4-BE49-F238E27FC236}">
                    <a16:creationId xmlns:a16="http://schemas.microsoft.com/office/drawing/2014/main" id="{09A45DEB-13E7-3A79-3A72-350709CC3339}"/>
                  </a:ext>
                </a:extLst>
              </p:cNvPr>
              <p:cNvSpPr/>
              <p:nvPr/>
            </p:nvSpPr>
            <p:spPr>
              <a:xfrm>
                <a:off x="10852300" y="2348350"/>
                <a:ext cx="240150" cy="29410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11764" extrusionOk="0">
                    <a:moveTo>
                      <a:pt x="7204" y="912"/>
                    </a:moveTo>
                    <a:cubicBezTo>
                      <a:pt x="7204" y="912"/>
                      <a:pt x="9605" y="5593"/>
                      <a:pt x="8906" y="8298"/>
                    </a:cubicBezTo>
                    <a:cubicBezTo>
                      <a:pt x="8237" y="10943"/>
                      <a:pt x="6079" y="4225"/>
                      <a:pt x="6079" y="4225"/>
                    </a:cubicBezTo>
                    <a:cubicBezTo>
                      <a:pt x="6079" y="4225"/>
                      <a:pt x="7538" y="9210"/>
                      <a:pt x="6839" y="9879"/>
                    </a:cubicBezTo>
                    <a:cubicBezTo>
                      <a:pt x="6110" y="10578"/>
                      <a:pt x="4134" y="5684"/>
                      <a:pt x="4134" y="5684"/>
                    </a:cubicBezTo>
                    <a:cubicBezTo>
                      <a:pt x="4134" y="5684"/>
                      <a:pt x="5502" y="9879"/>
                      <a:pt x="4620" y="10578"/>
                    </a:cubicBezTo>
                    <a:cubicBezTo>
                      <a:pt x="3739" y="11247"/>
                      <a:pt x="2584" y="7265"/>
                      <a:pt x="2584" y="7265"/>
                    </a:cubicBezTo>
                    <a:cubicBezTo>
                      <a:pt x="2584" y="7265"/>
                      <a:pt x="3830" y="11004"/>
                      <a:pt x="2736" y="11368"/>
                    </a:cubicBezTo>
                    <a:cubicBezTo>
                      <a:pt x="1611" y="11764"/>
                      <a:pt x="335" y="8602"/>
                      <a:pt x="183" y="6171"/>
                    </a:cubicBezTo>
                    <a:cubicBezTo>
                      <a:pt x="0" y="3709"/>
                      <a:pt x="3952" y="0"/>
                      <a:pt x="7204" y="912"/>
                    </a:cubicBezTo>
                    <a:close/>
                  </a:path>
                </a:pathLst>
              </a:custGeom>
              <a:solidFill>
                <a:srgbClr val="DA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40">
                <a:extLst>
                  <a:ext uri="{FF2B5EF4-FFF2-40B4-BE49-F238E27FC236}">
                    <a16:creationId xmlns:a16="http://schemas.microsoft.com/office/drawing/2014/main" id="{C865C939-F3A0-20BA-E082-A698A614CA2F}"/>
                  </a:ext>
                </a:extLst>
              </p:cNvPr>
              <p:cNvSpPr/>
              <p:nvPr/>
            </p:nvSpPr>
            <p:spPr>
              <a:xfrm>
                <a:off x="12723900" y="2671300"/>
                <a:ext cx="438500" cy="234075"/>
              </a:xfrm>
              <a:custGeom>
                <a:avLst/>
                <a:gdLst/>
                <a:ahLst/>
                <a:cxnLst/>
                <a:rect l="l" t="t" r="r" b="b"/>
                <a:pathLst>
                  <a:path w="17540" h="9363" fill="none" extrusionOk="0">
                    <a:moveTo>
                      <a:pt x="17539" y="1"/>
                    </a:moveTo>
                    <a:cubicBezTo>
                      <a:pt x="17539" y="1"/>
                      <a:pt x="13831" y="9210"/>
                      <a:pt x="1" y="9362"/>
                    </a:cubicBezTo>
                  </a:path>
                </a:pathLst>
              </a:custGeom>
              <a:noFill/>
              <a:ln w="12150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40">
                <a:extLst>
                  <a:ext uri="{FF2B5EF4-FFF2-40B4-BE49-F238E27FC236}">
                    <a16:creationId xmlns:a16="http://schemas.microsoft.com/office/drawing/2014/main" id="{A30CBCC5-61D9-3D90-0253-F8594AAC1894}"/>
                  </a:ext>
                </a:extLst>
              </p:cNvPr>
              <p:cNvSpPr/>
              <p:nvPr/>
            </p:nvSpPr>
            <p:spPr>
              <a:xfrm>
                <a:off x="12673750" y="2852150"/>
                <a:ext cx="14060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3740" extrusionOk="0">
                    <a:moveTo>
                      <a:pt x="5624" y="1885"/>
                    </a:moveTo>
                    <a:cubicBezTo>
                      <a:pt x="5624" y="2919"/>
                      <a:pt x="4378" y="3739"/>
                      <a:pt x="2827" y="3739"/>
                    </a:cubicBezTo>
                    <a:cubicBezTo>
                      <a:pt x="1247" y="3739"/>
                      <a:pt x="1" y="2919"/>
                      <a:pt x="1" y="1885"/>
                    </a:cubicBezTo>
                    <a:cubicBezTo>
                      <a:pt x="1" y="852"/>
                      <a:pt x="1247" y="31"/>
                      <a:pt x="2827" y="31"/>
                    </a:cubicBezTo>
                    <a:cubicBezTo>
                      <a:pt x="4378" y="1"/>
                      <a:pt x="5624" y="821"/>
                      <a:pt x="5624" y="1885"/>
                    </a:cubicBezTo>
                    <a:close/>
                  </a:path>
                </a:pathLst>
              </a:custGeom>
              <a:solidFill>
                <a:srgbClr val="AF93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40">
                <a:extLst>
                  <a:ext uri="{FF2B5EF4-FFF2-40B4-BE49-F238E27FC236}">
                    <a16:creationId xmlns:a16="http://schemas.microsoft.com/office/drawing/2014/main" id="{37EACE12-183C-FBA6-B868-001365DA8BF5}"/>
                  </a:ext>
                </a:extLst>
              </p:cNvPr>
              <p:cNvSpPr/>
              <p:nvPr/>
            </p:nvSpPr>
            <p:spPr>
              <a:xfrm>
                <a:off x="12680600" y="2860525"/>
                <a:ext cx="133750" cy="85125"/>
              </a:xfrm>
              <a:custGeom>
                <a:avLst/>
                <a:gdLst/>
                <a:ahLst/>
                <a:cxnLst/>
                <a:rect l="l" t="t" r="r" b="b"/>
                <a:pathLst>
                  <a:path w="5350" h="3405" extrusionOk="0">
                    <a:moveTo>
                      <a:pt x="4134" y="0"/>
                    </a:moveTo>
                    <a:lnTo>
                      <a:pt x="4134" y="0"/>
                    </a:lnTo>
                    <a:cubicBezTo>
                      <a:pt x="4286" y="213"/>
                      <a:pt x="4408" y="486"/>
                      <a:pt x="4408" y="790"/>
                    </a:cubicBezTo>
                    <a:cubicBezTo>
                      <a:pt x="4408" y="1824"/>
                      <a:pt x="3131" y="2645"/>
                      <a:pt x="1581" y="2645"/>
                    </a:cubicBezTo>
                    <a:cubicBezTo>
                      <a:pt x="973" y="2645"/>
                      <a:pt x="456" y="2553"/>
                      <a:pt x="0" y="2341"/>
                    </a:cubicBezTo>
                    <a:lnTo>
                      <a:pt x="0" y="2341"/>
                    </a:lnTo>
                    <a:cubicBezTo>
                      <a:pt x="456" y="2948"/>
                      <a:pt x="1398" y="3404"/>
                      <a:pt x="2553" y="3404"/>
                    </a:cubicBezTo>
                    <a:cubicBezTo>
                      <a:pt x="4104" y="3404"/>
                      <a:pt x="5350" y="2584"/>
                      <a:pt x="5350" y="1550"/>
                    </a:cubicBezTo>
                    <a:cubicBezTo>
                      <a:pt x="5350" y="912"/>
                      <a:pt x="4864" y="334"/>
                      <a:pt x="4134" y="0"/>
                    </a:cubicBezTo>
                    <a:close/>
                  </a:path>
                </a:pathLst>
              </a:custGeom>
              <a:solidFill>
                <a:srgbClr val="444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40">
                <a:extLst>
                  <a:ext uri="{FF2B5EF4-FFF2-40B4-BE49-F238E27FC236}">
                    <a16:creationId xmlns:a16="http://schemas.microsoft.com/office/drawing/2014/main" id="{3F581EB2-4AA9-F887-6F4C-2FF9B21E2CA9}"/>
                  </a:ext>
                </a:extLst>
              </p:cNvPr>
              <p:cNvSpPr/>
              <p:nvPr/>
            </p:nvSpPr>
            <p:spPr>
              <a:xfrm>
                <a:off x="13105375" y="2435725"/>
                <a:ext cx="174800" cy="303225"/>
              </a:xfrm>
              <a:custGeom>
                <a:avLst/>
                <a:gdLst/>
                <a:ahLst/>
                <a:cxnLst/>
                <a:rect l="l" t="t" r="r" b="b"/>
                <a:pathLst>
                  <a:path w="6992" h="12129" extrusionOk="0">
                    <a:moveTo>
                      <a:pt x="1004" y="5168"/>
                    </a:moveTo>
                    <a:cubicBezTo>
                      <a:pt x="2037" y="2098"/>
                      <a:pt x="4134" y="1"/>
                      <a:pt x="5654" y="518"/>
                    </a:cubicBezTo>
                    <a:lnTo>
                      <a:pt x="6991" y="943"/>
                    </a:lnTo>
                    <a:cubicBezTo>
                      <a:pt x="6748" y="882"/>
                      <a:pt x="6536" y="852"/>
                      <a:pt x="6262" y="913"/>
                    </a:cubicBezTo>
                    <a:cubicBezTo>
                      <a:pt x="4864" y="1126"/>
                      <a:pt x="3253" y="3041"/>
                      <a:pt x="2341" y="5624"/>
                    </a:cubicBezTo>
                    <a:cubicBezTo>
                      <a:pt x="1459" y="8269"/>
                      <a:pt x="1611" y="10761"/>
                      <a:pt x="2614" y="11764"/>
                    </a:cubicBezTo>
                    <a:cubicBezTo>
                      <a:pt x="2797" y="11946"/>
                      <a:pt x="2979" y="12068"/>
                      <a:pt x="3222" y="12129"/>
                    </a:cubicBezTo>
                    <a:lnTo>
                      <a:pt x="1885" y="11673"/>
                    </a:lnTo>
                    <a:cubicBezTo>
                      <a:pt x="365" y="11187"/>
                      <a:pt x="0" y="8269"/>
                      <a:pt x="1004" y="5168"/>
                    </a:cubicBezTo>
                    <a:close/>
                  </a:path>
                </a:pathLst>
              </a:custGeom>
              <a:solidFill>
                <a:srgbClr val="6C1CCC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40">
                <a:extLst>
                  <a:ext uri="{FF2B5EF4-FFF2-40B4-BE49-F238E27FC236}">
                    <a16:creationId xmlns:a16="http://schemas.microsoft.com/office/drawing/2014/main" id="{5046A883-A87C-857C-985B-6C770E20D32D}"/>
                  </a:ext>
                </a:extLst>
              </p:cNvPr>
              <p:cNvSpPr/>
              <p:nvPr/>
            </p:nvSpPr>
            <p:spPr>
              <a:xfrm>
                <a:off x="13141850" y="2457775"/>
                <a:ext cx="143650" cy="272075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10883" extrusionOk="0">
                    <a:moveTo>
                      <a:pt x="4803" y="0"/>
                    </a:moveTo>
                    <a:cubicBezTo>
                      <a:pt x="3405" y="183"/>
                      <a:pt x="1763" y="2098"/>
                      <a:pt x="882" y="4712"/>
                    </a:cubicBezTo>
                    <a:cubicBezTo>
                      <a:pt x="0" y="7326"/>
                      <a:pt x="152" y="9849"/>
                      <a:pt x="1186" y="10882"/>
                    </a:cubicBezTo>
                    <a:cubicBezTo>
                      <a:pt x="2098" y="10700"/>
                      <a:pt x="3162" y="9788"/>
                      <a:pt x="3982" y="8420"/>
                    </a:cubicBezTo>
                    <a:cubicBezTo>
                      <a:pt x="4408" y="7751"/>
                      <a:pt x="4742" y="6991"/>
                      <a:pt x="5046" y="6110"/>
                    </a:cubicBezTo>
                    <a:cubicBezTo>
                      <a:pt x="5320" y="5289"/>
                      <a:pt x="5502" y="4438"/>
                      <a:pt x="5593" y="3648"/>
                    </a:cubicBezTo>
                    <a:cubicBezTo>
                      <a:pt x="5745" y="2007"/>
                      <a:pt x="5472" y="700"/>
                      <a:pt x="48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40">
                <a:extLst>
                  <a:ext uri="{FF2B5EF4-FFF2-40B4-BE49-F238E27FC236}">
                    <a16:creationId xmlns:a16="http://schemas.microsoft.com/office/drawing/2014/main" id="{5220E009-AE2E-4D56-F7AE-4EB184587136}"/>
                  </a:ext>
                </a:extLst>
              </p:cNvPr>
              <p:cNvSpPr/>
              <p:nvPr/>
            </p:nvSpPr>
            <p:spPr>
              <a:xfrm>
                <a:off x="13141850" y="2457025"/>
                <a:ext cx="185425" cy="293325"/>
              </a:xfrm>
              <a:custGeom>
                <a:avLst/>
                <a:gdLst/>
                <a:ahLst/>
                <a:cxnLst/>
                <a:rect l="l" t="t" r="r" b="b"/>
                <a:pathLst>
                  <a:path w="7417" h="11733" extrusionOk="0">
                    <a:moveTo>
                      <a:pt x="882" y="4742"/>
                    </a:moveTo>
                    <a:cubicBezTo>
                      <a:pt x="1763" y="2128"/>
                      <a:pt x="3405" y="213"/>
                      <a:pt x="4803" y="30"/>
                    </a:cubicBezTo>
                    <a:cubicBezTo>
                      <a:pt x="5077" y="0"/>
                      <a:pt x="5289" y="0"/>
                      <a:pt x="5532" y="61"/>
                    </a:cubicBezTo>
                    <a:cubicBezTo>
                      <a:pt x="7052" y="578"/>
                      <a:pt x="7417" y="3496"/>
                      <a:pt x="6384" y="6565"/>
                    </a:cubicBezTo>
                    <a:cubicBezTo>
                      <a:pt x="5380" y="9635"/>
                      <a:pt x="3283" y="11733"/>
                      <a:pt x="1763" y="11246"/>
                    </a:cubicBezTo>
                    <a:cubicBezTo>
                      <a:pt x="1520" y="11155"/>
                      <a:pt x="1338" y="11064"/>
                      <a:pt x="1155" y="10851"/>
                    </a:cubicBezTo>
                    <a:cubicBezTo>
                      <a:pt x="152" y="9879"/>
                      <a:pt x="0" y="7356"/>
                      <a:pt x="882" y="47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40">
                <a:extLst>
                  <a:ext uri="{FF2B5EF4-FFF2-40B4-BE49-F238E27FC236}">
                    <a16:creationId xmlns:a16="http://schemas.microsoft.com/office/drawing/2014/main" id="{1C289635-B38E-7FE8-3660-6E53C079F8DE}"/>
                  </a:ext>
                </a:extLst>
              </p:cNvPr>
              <p:cNvSpPr/>
              <p:nvPr/>
            </p:nvSpPr>
            <p:spPr>
              <a:xfrm>
                <a:off x="13176050" y="2507175"/>
                <a:ext cx="113250" cy="183150"/>
              </a:xfrm>
              <a:custGeom>
                <a:avLst/>
                <a:gdLst/>
                <a:ahLst/>
                <a:cxnLst/>
                <a:rect l="l" t="t" r="r" b="b"/>
                <a:pathLst>
                  <a:path w="4530" h="7326" extrusionOk="0">
                    <a:moveTo>
                      <a:pt x="608" y="3131"/>
                    </a:moveTo>
                    <a:cubicBezTo>
                      <a:pt x="1216" y="1246"/>
                      <a:pt x="2493" y="0"/>
                      <a:pt x="3405" y="304"/>
                    </a:cubicBezTo>
                    <a:cubicBezTo>
                      <a:pt x="4316" y="608"/>
                      <a:pt x="4529" y="2371"/>
                      <a:pt x="3921" y="4225"/>
                    </a:cubicBezTo>
                    <a:cubicBezTo>
                      <a:pt x="3313" y="6079"/>
                      <a:pt x="2067" y="7325"/>
                      <a:pt x="1155" y="7022"/>
                    </a:cubicBezTo>
                    <a:cubicBezTo>
                      <a:pt x="243" y="6718"/>
                      <a:pt x="0" y="4985"/>
                      <a:pt x="608" y="3131"/>
                    </a:cubicBezTo>
                    <a:close/>
                  </a:path>
                </a:pathLst>
              </a:custGeom>
              <a:solidFill>
                <a:schemeClr val="lt1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40">
                <a:extLst>
                  <a:ext uri="{FF2B5EF4-FFF2-40B4-BE49-F238E27FC236}">
                    <a16:creationId xmlns:a16="http://schemas.microsoft.com/office/drawing/2014/main" id="{DBE04909-0C83-DD86-C54F-75AC8BEDAFBD}"/>
                  </a:ext>
                </a:extLst>
              </p:cNvPr>
              <p:cNvSpPr/>
              <p:nvPr/>
            </p:nvSpPr>
            <p:spPr>
              <a:xfrm>
                <a:off x="12232250" y="2435725"/>
                <a:ext cx="174800" cy="303225"/>
              </a:xfrm>
              <a:custGeom>
                <a:avLst/>
                <a:gdLst/>
                <a:ahLst/>
                <a:cxnLst/>
                <a:rect l="l" t="t" r="r" b="b"/>
                <a:pathLst>
                  <a:path w="6992" h="12129" extrusionOk="0">
                    <a:moveTo>
                      <a:pt x="5958" y="5168"/>
                    </a:moveTo>
                    <a:cubicBezTo>
                      <a:pt x="4925" y="2098"/>
                      <a:pt x="2858" y="1"/>
                      <a:pt x="1338" y="518"/>
                    </a:cubicBezTo>
                    <a:lnTo>
                      <a:pt x="1" y="943"/>
                    </a:lnTo>
                    <a:cubicBezTo>
                      <a:pt x="214" y="882"/>
                      <a:pt x="457" y="852"/>
                      <a:pt x="730" y="913"/>
                    </a:cubicBezTo>
                    <a:cubicBezTo>
                      <a:pt x="2128" y="1126"/>
                      <a:pt x="3709" y="3041"/>
                      <a:pt x="4621" y="5624"/>
                    </a:cubicBezTo>
                    <a:cubicBezTo>
                      <a:pt x="5502" y="8269"/>
                      <a:pt x="5350" y="10761"/>
                      <a:pt x="4378" y="11764"/>
                    </a:cubicBezTo>
                    <a:cubicBezTo>
                      <a:pt x="4165" y="11946"/>
                      <a:pt x="3983" y="12068"/>
                      <a:pt x="3770" y="12129"/>
                    </a:cubicBezTo>
                    <a:lnTo>
                      <a:pt x="5077" y="11673"/>
                    </a:lnTo>
                    <a:cubicBezTo>
                      <a:pt x="6597" y="11187"/>
                      <a:pt x="6992" y="8269"/>
                      <a:pt x="5958" y="5168"/>
                    </a:cubicBezTo>
                    <a:close/>
                  </a:path>
                </a:pathLst>
              </a:custGeom>
              <a:solidFill>
                <a:srgbClr val="6C1CCC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40">
                <a:extLst>
                  <a:ext uri="{FF2B5EF4-FFF2-40B4-BE49-F238E27FC236}">
                    <a16:creationId xmlns:a16="http://schemas.microsoft.com/office/drawing/2014/main" id="{D795245B-23F7-23BA-6900-DD452B775388}"/>
                  </a:ext>
                </a:extLst>
              </p:cNvPr>
              <p:cNvSpPr/>
              <p:nvPr/>
            </p:nvSpPr>
            <p:spPr>
              <a:xfrm>
                <a:off x="12226175" y="2457775"/>
                <a:ext cx="143650" cy="272075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10883" extrusionOk="0">
                    <a:moveTo>
                      <a:pt x="973" y="0"/>
                    </a:moveTo>
                    <a:cubicBezTo>
                      <a:pt x="274" y="700"/>
                      <a:pt x="1" y="2007"/>
                      <a:pt x="153" y="3648"/>
                    </a:cubicBezTo>
                    <a:cubicBezTo>
                      <a:pt x="244" y="4438"/>
                      <a:pt x="426" y="5289"/>
                      <a:pt x="700" y="6110"/>
                    </a:cubicBezTo>
                    <a:cubicBezTo>
                      <a:pt x="1004" y="6991"/>
                      <a:pt x="1338" y="7751"/>
                      <a:pt x="1764" y="8420"/>
                    </a:cubicBezTo>
                    <a:cubicBezTo>
                      <a:pt x="2584" y="9788"/>
                      <a:pt x="3648" y="10700"/>
                      <a:pt x="4560" y="10882"/>
                    </a:cubicBezTo>
                    <a:cubicBezTo>
                      <a:pt x="5593" y="9849"/>
                      <a:pt x="5745" y="7326"/>
                      <a:pt x="4864" y="4712"/>
                    </a:cubicBezTo>
                    <a:cubicBezTo>
                      <a:pt x="4013" y="2098"/>
                      <a:pt x="2371" y="183"/>
                      <a:pt x="9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40">
                <a:extLst>
                  <a:ext uri="{FF2B5EF4-FFF2-40B4-BE49-F238E27FC236}">
                    <a16:creationId xmlns:a16="http://schemas.microsoft.com/office/drawing/2014/main" id="{E6FEAEC8-C42E-D652-B78D-CEAF76A557D7}"/>
                  </a:ext>
                </a:extLst>
              </p:cNvPr>
              <p:cNvSpPr/>
              <p:nvPr/>
            </p:nvSpPr>
            <p:spPr>
              <a:xfrm>
                <a:off x="12184375" y="2457025"/>
                <a:ext cx="185450" cy="293325"/>
              </a:xfrm>
              <a:custGeom>
                <a:avLst/>
                <a:gdLst/>
                <a:ahLst/>
                <a:cxnLst/>
                <a:rect l="l" t="t" r="r" b="b"/>
                <a:pathLst>
                  <a:path w="7418" h="11733" extrusionOk="0">
                    <a:moveTo>
                      <a:pt x="6536" y="4742"/>
                    </a:moveTo>
                    <a:cubicBezTo>
                      <a:pt x="5685" y="2128"/>
                      <a:pt x="4043" y="213"/>
                      <a:pt x="2645" y="30"/>
                    </a:cubicBezTo>
                    <a:cubicBezTo>
                      <a:pt x="2372" y="0"/>
                      <a:pt x="2129" y="0"/>
                      <a:pt x="1916" y="61"/>
                    </a:cubicBezTo>
                    <a:cubicBezTo>
                      <a:pt x="396" y="578"/>
                      <a:pt x="1" y="3496"/>
                      <a:pt x="1034" y="6565"/>
                    </a:cubicBezTo>
                    <a:cubicBezTo>
                      <a:pt x="2068" y="9635"/>
                      <a:pt x="4165" y="11733"/>
                      <a:pt x="5685" y="11246"/>
                    </a:cubicBezTo>
                    <a:cubicBezTo>
                      <a:pt x="5898" y="11155"/>
                      <a:pt x="6080" y="11064"/>
                      <a:pt x="6293" y="10851"/>
                    </a:cubicBezTo>
                    <a:cubicBezTo>
                      <a:pt x="7265" y="9879"/>
                      <a:pt x="7417" y="7356"/>
                      <a:pt x="6536" y="47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40">
                <a:extLst>
                  <a:ext uri="{FF2B5EF4-FFF2-40B4-BE49-F238E27FC236}">
                    <a16:creationId xmlns:a16="http://schemas.microsoft.com/office/drawing/2014/main" id="{EA978E56-2BC9-37FE-5630-A57A49A914BE}"/>
                  </a:ext>
                </a:extLst>
              </p:cNvPr>
              <p:cNvSpPr/>
              <p:nvPr/>
            </p:nvSpPr>
            <p:spPr>
              <a:xfrm>
                <a:off x="12222375" y="2507175"/>
                <a:ext cx="113250" cy="183150"/>
              </a:xfrm>
              <a:custGeom>
                <a:avLst/>
                <a:gdLst/>
                <a:ahLst/>
                <a:cxnLst/>
                <a:rect l="l" t="t" r="r" b="b"/>
                <a:pathLst>
                  <a:path w="4530" h="7326" extrusionOk="0">
                    <a:moveTo>
                      <a:pt x="3922" y="3131"/>
                    </a:moveTo>
                    <a:cubicBezTo>
                      <a:pt x="3314" y="1246"/>
                      <a:pt x="2068" y="0"/>
                      <a:pt x="1156" y="304"/>
                    </a:cubicBezTo>
                    <a:cubicBezTo>
                      <a:pt x="244" y="608"/>
                      <a:pt x="1" y="2371"/>
                      <a:pt x="609" y="4225"/>
                    </a:cubicBezTo>
                    <a:cubicBezTo>
                      <a:pt x="1216" y="6079"/>
                      <a:pt x="2493" y="7325"/>
                      <a:pt x="3375" y="7022"/>
                    </a:cubicBezTo>
                    <a:cubicBezTo>
                      <a:pt x="4317" y="6718"/>
                      <a:pt x="4530" y="4985"/>
                      <a:pt x="3922" y="3131"/>
                    </a:cubicBezTo>
                    <a:close/>
                  </a:path>
                </a:pathLst>
              </a:custGeom>
              <a:solidFill>
                <a:srgbClr val="2D1B6A"/>
              </a:solidFill>
              <a:ln w="2275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40">
                <a:extLst>
                  <a:ext uri="{FF2B5EF4-FFF2-40B4-BE49-F238E27FC236}">
                    <a16:creationId xmlns:a16="http://schemas.microsoft.com/office/drawing/2014/main" id="{614C15EA-22E8-D24E-DD78-15232A9C3703}"/>
                  </a:ext>
                </a:extLst>
              </p:cNvPr>
              <p:cNvSpPr/>
              <p:nvPr/>
            </p:nvSpPr>
            <p:spPr>
              <a:xfrm>
                <a:off x="12274050" y="2248050"/>
                <a:ext cx="952925" cy="421750"/>
              </a:xfrm>
              <a:custGeom>
                <a:avLst/>
                <a:gdLst/>
                <a:ahLst/>
                <a:cxnLst/>
                <a:rect l="l" t="t" r="r" b="b"/>
                <a:pathLst>
                  <a:path w="38117" h="16870" extrusionOk="0">
                    <a:moveTo>
                      <a:pt x="8420" y="16870"/>
                    </a:moveTo>
                    <a:cubicBezTo>
                      <a:pt x="3800" y="16870"/>
                      <a:pt x="1" y="13070"/>
                      <a:pt x="1" y="8420"/>
                    </a:cubicBezTo>
                    <a:cubicBezTo>
                      <a:pt x="1" y="3800"/>
                      <a:pt x="3800" y="0"/>
                      <a:pt x="8420" y="0"/>
                    </a:cubicBezTo>
                    <a:lnTo>
                      <a:pt x="29667" y="0"/>
                    </a:lnTo>
                    <a:cubicBezTo>
                      <a:pt x="34317" y="0"/>
                      <a:pt x="38117" y="3800"/>
                      <a:pt x="38117" y="8420"/>
                    </a:cubicBezTo>
                    <a:cubicBezTo>
                      <a:pt x="38117" y="13070"/>
                      <a:pt x="34317" y="16870"/>
                      <a:pt x="29667" y="1687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40">
                <a:extLst>
                  <a:ext uri="{FF2B5EF4-FFF2-40B4-BE49-F238E27FC236}">
                    <a16:creationId xmlns:a16="http://schemas.microsoft.com/office/drawing/2014/main" id="{40319A6E-95A2-8C1D-A90A-CFDA399DC9DF}"/>
                  </a:ext>
                </a:extLst>
              </p:cNvPr>
              <p:cNvSpPr/>
              <p:nvPr/>
            </p:nvSpPr>
            <p:spPr>
              <a:xfrm>
                <a:off x="12274050" y="2248050"/>
                <a:ext cx="952925" cy="210500"/>
              </a:xfrm>
              <a:custGeom>
                <a:avLst/>
                <a:gdLst/>
                <a:ahLst/>
                <a:cxnLst/>
                <a:rect l="l" t="t" r="r" b="b"/>
                <a:pathLst>
                  <a:path w="38117" h="8420" fill="none" extrusionOk="0">
                    <a:moveTo>
                      <a:pt x="1" y="8420"/>
                    </a:moveTo>
                    <a:cubicBezTo>
                      <a:pt x="1" y="3800"/>
                      <a:pt x="3800" y="0"/>
                      <a:pt x="8420" y="0"/>
                    </a:cubicBezTo>
                    <a:lnTo>
                      <a:pt x="29667" y="0"/>
                    </a:lnTo>
                    <a:cubicBezTo>
                      <a:pt x="34317" y="0"/>
                      <a:pt x="38117" y="3800"/>
                      <a:pt x="38117" y="8420"/>
                    </a:cubicBezTo>
                  </a:path>
                </a:pathLst>
              </a:custGeom>
              <a:noFill/>
              <a:ln w="9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40">
                <a:extLst>
                  <a:ext uri="{FF2B5EF4-FFF2-40B4-BE49-F238E27FC236}">
                    <a16:creationId xmlns:a16="http://schemas.microsoft.com/office/drawing/2014/main" id="{7DE5E0AE-9254-A55C-D5CC-99A3FAB4C985}"/>
                  </a:ext>
                </a:extLst>
              </p:cNvPr>
              <p:cNvSpPr/>
              <p:nvPr/>
            </p:nvSpPr>
            <p:spPr>
              <a:xfrm>
                <a:off x="12305975" y="2281475"/>
                <a:ext cx="886800" cy="354900"/>
              </a:xfrm>
              <a:custGeom>
                <a:avLst/>
                <a:gdLst/>
                <a:ahLst/>
                <a:cxnLst/>
                <a:rect l="l" t="t" r="r" b="b"/>
                <a:pathLst>
                  <a:path w="35472" h="14196" extrusionOk="0">
                    <a:moveTo>
                      <a:pt x="28359" y="14195"/>
                    </a:moveTo>
                    <a:lnTo>
                      <a:pt x="7113" y="14195"/>
                    </a:lnTo>
                    <a:cubicBezTo>
                      <a:pt x="3192" y="14195"/>
                      <a:pt x="0" y="11004"/>
                      <a:pt x="0" y="7083"/>
                    </a:cubicBezTo>
                    <a:lnTo>
                      <a:pt x="0" y="7083"/>
                    </a:lnTo>
                    <a:cubicBezTo>
                      <a:pt x="0" y="3192"/>
                      <a:pt x="3192" y="1"/>
                      <a:pt x="7113" y="1"/>
                    </a:cubicBezTo>
                    <a:lnTo>
                      <a:pt x="28359" y="1"/>
                    </a:lnTo>
                    <a:cubicBezTo>
                      <a:pt x="32280" y="1"/>
                      <a:pt x="35472" y="3192"/>
                      <a:pt x="35472" y="7083"/>
                    </a:cubicBezTo>
                    <a:lnTo>
                      <a:pt x="35472" y="7083"/>
                    </a:lnTo>
                    <a:cubicBezTo>
                      <a:pt x="35472" y="11004"/>
                      <a:pt x="32280" y="14195"/>
                      <a:pt x="28359" y="14195"/>
                    </a:cubicBezTo>
                    <a:close/>
                  </a:path>
                </a:pathLst>
              </a:custGeom>
              <a:solidFill>
                <a:schemeClr val="dk2"/>
              </a:solidFill>
              <a:ln w="3050" cap="flat" cmpd="sng">
                <a:solidFill>
                  <a:srgbClr val="1F1E2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40">
                <a:extLst>
                  <a:ext uri="{FF2B5EF4-FFF2-40B4-BE49-F238E27FC236}">
                    <a16:creationId xmlns:a16="http://schemas.microsoft.com/office/drawing/2014/main" id="{99ABF0D6-AF42-D280-9910-C52868731702}"/>
                  </a:ext>
                </a:extLst>
              </p:cNvPr>
              <p:cNvSpPr/>
              <p:nvPr/>
            </p:nvSpPr>
            <p:spPr>
              <a:xfrm>
                <a:off x="12328775" y="2287550"/>
                <a:ext cx="864000" cy="348825"/>
              </a:xfrm>
              <a:custGeom>
                <a:avLst/>
                <a:gdLst/>
                <a:ahLst/>
                <a:cxnLst/>
                <a:rect l="l" t="t" r="r" b="b"/>
                <a:pathLst>
                  <a:path w="34560" h="13953" extrusionOk="0">
                    <a:moveTo>
                      <a:pt x="29332" y="1"/>
                    </a:moveTo>
                    <a:cubicBezTo>
                      <a:pt x="29909" y="1034"/>
                      <a:pt x="30213" y="2220"/>
                      <a:pt x="30213" y="3466"/>
                    </a:cubicBezTo>
                    <a:cubicBezTo>
                      <a:pt x="30213" y="5442"/>
                      <a:pt x="29423" y="7205"/>
                      <a:pt x="28116" y="8481"/>
                    </a:cubicBezTo>
                    <a:cubicBezTo>
                      <a:pt x="26839" y="9788"/>
                      <a:pt x="25076" y="10578"/>
                      <a:pt x="23101" y="10578"/>
                    </a:cubicBezTo>
                    <a:lnTo>
                      <a:pt x="1885" y="10578"/>
                    </a:lnTo>
                    <a:cubicBezTo>
                      <a:pt x="1216" y="10578"/>
                      <a:pt x="608" y="10457"/>
                      <a:pt x="0" y="10305"/>
                    </a:cubicBezTo>
                    <a:lnTo>
                      <a:pt x="0" y="10305"/>
                    </a:lnTo>
                    <a:cubicBezTo>
                      <a:pt x="1216" y="12463"/>
                      <a:pt x="3526" y="13952"/>
                      <a:pt x="6201" y="13952"/>
                    </a:cubicBezTo>
                    <a:lnTo>
                      <a:pt x="27447" y="13952"/>
                    </a:lnTo>
                    <a:cubicBezTo>
                      <a:pt x="29423" y="13952"/>
                      <a:pt x="31156" y="13162"/>
                      <a:pt x="32463" y="11855"/>
                    </a:cubicBezTo>
                    <a:cubicBezTo>
                      <a:pt x="33739" y="10578"/>
                      <a:pt x="34560" y="8816"/>
                      <a:pt x="34560" y="6840"/>
                    </a:cubicBezTo>
                    <a:cubicBezTo>
                      <a:pt x="34560" y="3588"/>
                      <a:pt x="32341" y="852"/>
                      <a:pt x="293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40">
                <a:extLst>
                  <a:ext uri="{FF2B5EF4-FFF2-40B4-BE49-F238E27FC236}">
                    <a16:creationId xmlns:a16="http://schemas.microsoft.com/office/drawing/2014/main" id="{DD3E0687-8CB2-67D1-4125-F32BAD8631B5}"/>
                  </a:ext>
                </a:extLst>
              </p:cNvPr>
              <p:cNvSpPr/>
              <p:nvPr/>
            </p:nvSpPr>
            <p:spPr>
              <a:xfrm>
                <a:off x="12002000" y="4007950"/>
                <a:ext cx="158745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3498" h="3375" extrusionOk="0">
                    <a:moveTo>
                      <a:pt x="244" y="0"/>
                    </a:moveTo>
                    <a:cubicBezTo>
                      <a:pt x="153" y="1155"/>
                      <a:pt x="92" y="2280"/>
                      <a:pt x="1" y="3374"/>
                    </a:cubicBezTo>
                    <a:lnTo>
                      <a:pt x="63498" y="3374"/>
                    </a:lnTo>
                    <a:cubicBezTo>
                      <a:pt x="63437" y="2250"/>
                      <a:pt x="63346" y="1095"/>
                      <a:pt x="632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40">
                <a:extLst>
                  <a:ext uri="{FF2B5EF4-FFF2-40B4-BE49-F238E27FC236}">
                    <a16:creationId xmlns:a16="http://schemas.microsoft.com/office/drawing/2014/main" id="{4AFAB3A5-B8F8-CA6B-03AD-969CC6CF18F1}"/>
                  </a:ext>
                </a:extLst>
              </p:cNvPr>
              <p:cNvSpPr/>
              <p:nvPr/>
            </p:nvSpPr>
            <p:spPr>
              <a:xfrm>
                <a:off x="11992125" y="4197925"/>
                <a:ext cx="161100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4440" h="3375" extrusionOk="0">
                    <a:moveTo>
                      <a:pt x="183" y="0"/>
                    </a:moveTo>
                    <a:cubicBezTo>
                      <a:pt x="92" y="1155"/>
                      <a:pt x="31" y="2280"/>
                      <a:pt x="1" y="3374"/>
                    </a:cubicBezTo>
                    <a:lnTo>
                      <a:pt x="64440" y="3374"/>
                    </a:lnTo>
                    <a:cubicBezTo>
                      <a:pt x="64348" y="2250"/>
                      <a:pt x="64288" y="1095"/>
                      <a:pt x="642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40">
                <a:extLst>
                  <a:ext uri="{FF2B5EF4-FFF2-40B4-BE49-F238E27FC236}">
                    <a16:creationId xmlns:a16="http://schemas.microsoft.com/office/drawing/2014/main" id="{974A88D3-9CD5-EFA0-708D-589088EF0C24}"/>
                  </a:ext>
                </a:extLst>
              </p:cNvPr>
              <p:cNvSpPr/>
              <p:nvPr/>
            </p:nvSpPr>
            <p:spPr>
              <a:xfrm>
                <a:off x="11983000" y="4387125"/>
                <a:ext cx="162925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170" h="3375" extrusionOk="0">
                    <a:moveTo>
                      <a:pt x="153" y="1"/>
                    </a:moveTo>
                    <a:cubicBezTo>
                      <a:pt x="92" y="1125"/>
                      <a:pt x="31" y="2280"/>
                      <a:pt x="1" y="3375"/>
                    </a:cubicBezTo>
                    <a:lnTo>
                      <a:pt x="65169" y="3375"/>
                    </a:lnTo>
                    <a:cubicBezTo>
                      <a:pt x="65109" y="2250"/>
                      <a:pt x="65048" y="1125"/>
                      <a:pt x="650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40">
                <a:extLst>
                  <a:ext uri="{FF2B5EF4-FFF2-40B4-BE49-F238E27FC236}">
                    <a16:creationId xmlns:a16="http://schemas.microsoft.com/office/drawing/2014/main" id="{504B6A06-EFFE-BA12-AE26-27D9ED19A709}"/>
                  </a:ext>
                </a:extLst>
              </p:cNvPr>
              <p:cNvSpPr/>
              <p:nvPr/>
            </p:nvSpPr>
            <p:spPr>
              <a:xfrm>
                <a:off x="11976925" y="4577100"/>
                <a:ext cx="164140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656" h="3375" extrusionOk="0">
                    <a:moveTo>
                      <a:pt x="62" y="1"/>
                    </a:moveTo>
                    <a:cubicBezTo>
                      <a:pt x="31" y="1125"/>
                      <a:pt x="31" y="2280"/>
                      <a:pt x="1" y="3375"/>
                    </a:cubicBezTo>
                    <a:lnTo>
                      <a:pt x="65656" y="3375"/>
                    </a:lnTo>
                    <a:cubicBezTo>
                      <a:pt x="65656" y="2250"/>
                      <a:pt x="65595" y="1095"/>
                      <a:pt x="655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40">
                <a:extLst>
                  <a:ext uri="{FF2B5EF4-FFF2-40B4-BE49-F238E27FC236}">
                    <a16:creationId xmlns:a16="http://schemas.microsoft.com/office/drawing/2014/main" id="{7FA62D65-3AE6-6D4F-2CE4-4FEC3CEA3A0C}"/>
                  </a:ext>
                </a:extLst>
              </p:cNvPr>
              <p:cNvSpPr/>
              <p:nvPr/>
            </p:nvSpPr>
            <p:spPr>
              <a:xfrm>
                <a:off x="11973900" y="4766325"/>
                <a:ext cx="1646700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868" h="3375" extrusionOk="0">
                    <a:moveTo>
                      <a:pt x="31" y="0"/>
                    </a:moveTo>
                    <a:cubicBezTo>
                      <a:pt x="31" y="1155"/>
                      <a:pt x="0" y="2280"/>
                      <a:pt x="0" y="3374"/>
                    </a:cubicBezTo>
                    <a:lnTo>
                      <a:pt x="65868" y="3374"/>
                    </a:lnTo>
                    <a:cubicBezTo>
                      <a:pt x="65868" y="2280"/>
                      <a:pt x="65868" y="1125"/>
                      <a:pt x="658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40">
                <a:extLst>
                  <a:ext uri="{FF2B5EF4-FFF2-40B4-BE49-F238E27FC236}">
                    <a16:creationId xmlns:a16="http://schemas.microsoft.com/office/drawing/2014/main" id="{2380FE85-4BB3-1200-4378-3DA183AB313D}"/>
                  </a:ext>
                </a:extLst>
              </p:cNvPr>
              <p:cNvSpPr/>
              <p:nvPr/>
            </p:nvSpPr>
            <p:spPr>
              <a:xfrm>
                <a:off x="11973125" y="4956300"/>
                <a:ext cx="1647475" cy="84350"/>
              </a:xfrm>
              <a:custGeom>
                <a:avLst/>
                <a:gdLst/>
                <a:ahLst/>
                <a:cxnLst/>
                <a:rect l="l" t="t" r="r" b="b"/>
                <a:pathLst>
                  <a:path w="65899" h="3374" extrusionOk="0">
                    <a:moveTo>
                      <a:pt x="1" y="0"/>
                    </a:moveTo>
                    <a:lnTo>
                      <a:pt x="1" y="3374"/>
                    </a:lnTo>
                    <a:lnTo>
                      <a:pt x="65868" y="3374"/>
                    </a:lnTo>
                    <a:cubicBezTo>
                      <a:pt x="65899" y="2219"/>
                      <a:pt x="65899" y="1094"/>
                      <a:pt x="658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40">
                <a:extLst>
                  <a:ext uri="{FF2B5EF4-FFF2-40B4-BE49-F238E27FC236}">
                    <a16:creationId xmlns:a16="http://schemas.microsoft.com/office/drawing/2014/main" id="{CA7180E8-88C4-1746-377A-62B30F8F7B64}"/>
                  </a:ext>
                </a:extLst>
              </p:cNvPr>
              <p:cNvSpPr/>
              <p:nvPr/>
            </p:nvSpPr>
            <p:spPr>
              <a:xfrm>
                <a:off x="11973900" y="5146250"/>
                <a:ext cx="1644425" cy="84375"/>
              </a:xfrm>
              <a:custGeom>
                <a:avLst/>
                <a:gdLst/>
                <a:ahLst/>
                <a:cxnLst/>
                <a:rect l="l" t="t" r="r" b="b"/>
                <a:pathLst>
                  <a:path w="65777" h="3375" extrusionOk="0">
                    <a:moveTo>
                      <a:pt x="0" y="1"/>
                    </a:moveTo>
                    <a:cubicBezTo>
                      <a:pt x="0" y="1217"/>
                      <a:pt x="31" y="2311"/>
                      <a:pt x="31" y="3375"/>
                    </a:cubicBezTo>
                    <a:lnTo>
                      <a:pt x="65655" y="3375"/>
                    </a:lnTo>
                    <a:cubicBezTo>
                      <a:pt x="65685" y="2220"/>
                      <a:pt x="65716" y="1095"/>
                      <a:pt x="657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40">
                <a:extLst>
                  <a:ext uri="{FF2B5EF4-FFF2-40B4-BE49-F238E27FC236}">
                    <a16:creationId xmlns:a16="http://schemas.microsoft.com/office/drawing/2014/main" id="{B68127D9-ED35-4B83-8E90-C8CC22DAB3CE}"/>
                  </a:ext>
                </a:extLst>
              </p:cNvPr>
              <p:cNvSpPr/>
              <p:nvPr/>
            </p:nvSpPr>
            <p:spPr>
              <a:xfrm>
                <a:off x="10881925" y="1238900"/>
                <a:ext cx="3526700" cy="2480325"/>
              </a:xfrm>
              <a:custGeom>
                <a:avLst/>
                <a:gdLst/>
                <a:ahLst/>
                <a:cxnLst/>
                <a:rect l="l" t="t" r="r" b="b"/>
                <a:pathLst>
                  <a:path w="141068" h="99213" extrusionOk="0">
                    <a:moveTo>
                      <a:pt x="132344" y="99212"/>
                    </a:moveTo>
                    <a:lnTo>
                      <a:pt x="8724" y="99212"/>
                    </a:lnTo>
                    <a:cubicBezTo>
                      <a:pt x="3922" y="99212"/>
                      <a:pt x="1" y="95291"/>
                      <a:pt x="1" y="90519"/>
                    </a:cubicBezTo>
                    <a:lnTo>
                      <a:pt x="1" y="8724"/>
                    </a:lnTo>
                    <a:cubicBezTo>
                      <a:pt x="1" y="3922"/>
                      <a:pt x="3922" y="1"/>
                      <a:pt x="8724" y="1"/>
                    </a:cubicBezTo>
                    <a:lnTo>
                      <a:pt x="132344" y="1"/>
                    </a:lnTo>
                    <a:cubicBezTo>
                      <a:pt x="137146" y="1"/>
                      <a:pt x="141067" y="3922"/>
                      <a:pt x="141067" y="8724"/>
                    </a:cubicBezTo>
                    <a:lnTo>
                      <a:pt x="141067" y="90519"/>
                    </a:lnTo>
                    <a:cubicBezTo>
                      <a:pt x="141067" y="95352"/>
                      <a:pt x="137176" y="99212"/>
                      <a:pt x="132344" y="99212"/>
                    </a:cubicBezTo>
                    <a:close/>
                  </a:path>
                </a:pathLst>
              </a:custGeom>
              <a:gradFill>
                <a:gsLst>
                  <a:gs pos="0">
                    <a:srgbClr val="84BDE7">
                      <a:alpha val="63921"/>
                    </a:srgbClr>
                  </a:gs>
                  <a:gs pos="100000">
                    <a:srgbClr val="84BDE7">
                      <a:alpha val="1019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40">
                <a:extLst>
                  <a:ext uri="{FF2B5EF4-FFF2-40B4-BE49-F238E27FC236}">
                    <a16:creationId xmlns:a16="http://schemas.microsoft.com/office/drawing/2014/main" id="{89B9ED9E-9C41-7588-46AE-399055992E5A}"/>
                  </a:ext>
                </a:extLst>
              </p:cNvPr>
              <p:cNvSpPr/>
              <p:nvPr/>
            </p:nvSpPr>
            <p:spPr>
              <a:xfrm>
                <a:off x="10881925" y="1238900"/>
                <a:ext cx="3526700" cy="2480325"/>
              </a:xfrm>
              <a:custGeom>
                <a:avLst/>
                <a:gdLst/>
                <a:ahLst/>
                <a:cxnLst/>
                <a:rect l="l" t="t" r="r" b="b"/>
                <a:pathLst>
                  <a:path w="141068" h="99213" fill="none" extrusionOk="0">
                    <a:moveTo>
                      <a:pt x="132344" y="99212"/>
                    </a:moveTo>
                    <a:lnTo>
                      <a:pt x="8724" y="99212"/>
                    </a:lnTo>
                    <a:cubicBezTo>
                      <a:pt x="3922" y="99212"/>
                      <a:pt x="1" y="95291"/>
                      <a:pt x="1" y="90519"/>
                    </a:cubicBezTo>
                    <a:lnTo>
                      <a:pt x="1" y="8724"/>
                    </a:lnTo>
                    <a:cubicBezTo>
                      <a:pt x="1" y="3922"/>
                      <a:pt x="3922" y="1"/>
                      <a:pt x="8724" y="1"/>
                    </a:cubicBezTo>
                    <a:lnTo>
                      <a:pt x="132344" y="1"/>
                    </a:lnTo>
                    <a:cubicBezTo>
                      <a:pt x="137146" y="1"/>
                      <a:pt x="141067" y="3922"/>
                      <a:pt x="141067" y="8724"/>
                    </a:cubicBezTo>
                    <a:lnTo>
                      <a:pt x="141067" y="90519"/>
                    </a:lnTo>
                    <a:cubicBezTo>
                      <a:pt x="141067" y="95352"/>
                      <a:pt x="137176" y="99212"/>
                      <a:pt x="132344" y="99212"/>
                    </a:cubicBezTo>
                    <a:close/>
                  </a:path>
                </a:pathLst>
              </a:custGeom>
              <a:noFill/>
              <a:ln w="2202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40">
                <a:extLst>
                  <a:ext uri="{FF2B5EF4-FFF2-40B4-BE49-F238E27FC236}">
                    <a16:creationId xmlns:a16="http://schemas.microsoft.com/office/drawing/2014/main" id="{505B2C1F-5E4C-2523-4B0D-8F88482E4BD4}"/>
                  </a:ext>
                </a:extLst>
              </p:cNvPr>
              <p:cNvSpPr/>
              <p:nvPr/>
            </p:nvSpPr>
            <p:spPr>
              <a:xfrm>
                <a:off x="10381150" y="1526150"/>
                <a:ext cx="632275" cy="1265250"/>
              </a:xfrm>
              <a:custGeom>
                <a:avLst/>
                <a:gdLst/>
                <a:ahLst/>
                <a:cxnLst/>
                <a:rect l="l" t="t" r="r" b="b"/>
                <a:pathLst>
                  <a:path w="25291" h="50610" fill="none" extrusionOk="0">
                    <a:moveTo>
                      <a:pt x="25290" y="50609"/>
                    </a:moveTo>
                    <a:cubicBezTo>
                      <a:pt x="11308" y="50609"/>
                      <a:pt x="1" y="39272"/>
                      <a:pt x="1" y="25290"/>
                    </a:cubicBezTo>
                    <a:cubicBezTo>
                      <a:pt x="1" y="11308"/>
                      <a:pt x="11308" y="0"/>
                      <a:pt x="25290" y="0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40">
                <a:extLst>
                  <a:ext uri="{FF2B5EF4-FFF2-40B4-BE49-F238E27FC236}">
                    <a16:creationId xmlns:a16="http://schemas.microsoft.com/office/drawing/2014/main" id="{079912DD-A282-66BE-B623-CBEBD2B541E6}"/>
                  </a:ext>
                </a:extLst>
              </p:cNvPr>
              <p:cNvSpPr/>
              <p:nvPr/>
            </p:nvSpPr>
            <p:spPr>
              <a:xfrm>
                <a:off x="11013400" y="1637850"/>
                <a:ext cx="520550" cy="1041075"/>
              </a:xfrm>
              <a:custGeom>
                <a:avLst/>
                <a:gdLst/>
                <a:ahLst/>
                <a:cxnLst/>
                <a:rect l="l" t="t" r="r" b="b"/>
                <a:pathLst>
                  <a:path w="20822" h="41643" fill="none" extrusionOk="0">
                    <a:moveTo>
                      <a:pt x="0" y="1"/>
                    </a:moveTo>
                    <a:cubicBezTo>
                      <a:pt x="11520" y="1"/>
                      <a:pt x="20821" y="9362"/>
                      <a:pt x="20821" y="20822"/>
                    </a:cubicBezTo>
                    <a:cubicBezTo>
                      <a:pt x="20821" y="32341"/>
                      <a:pt x="11490" y="41643"/>
                      <a:pt x="0" y="41643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40">
                <a:extLst>
                  <a:ext uri="{FF2B5EF4-FFF2-40B4-BE49-F238E27FC236}">
                    <a16:creationId xmlns:a16="http://schemas.microsoft.com/office/drawing/2014/main" id="{D4EB44F2-1C43-8285-AE9C-1644D3708D71}"/>
                  </a:ext>
                </a:extLst>
              </p:cNvPr>
              <p:cNvSpPr/>
              <p:nvPr/>
            </p:nvSpPr>
            <p:spPr>
              <a:xfrm>
                <a:off x="10603800" y="1749550"/>
                <a:ext cx="409625" cy="818425"/>
              </a:xfrm>
              <a:custGeom>
                <a:avLst/>
                <a:gdLst/>
                <a:ahLst/>
                <a:cxnLst/>
                <a:rect l="l" t="t" r="r" b="b"/>
                <a:pathLst>
                  <a:path w="16385" h="32737" fill="none" extrusionOk="0">
                    <a:moveTo>
                      <a:pt x="16384" y="32737"/>
                    </a:moveTo>
                    <a:cubicBezTo>
                      <a:pt x="7357" y="32737"/>
                      <a:pt x="1" y="25411"/>
                      <a:pt x="1" y="16354"/>
                    </a:cubicBezTo>
                    <a:cubicBezTo>
                      <a:pt x="1" y="7326"/>
                      <a:pt x="7357" y="1"/>
                      <a:pt x="16384" y="1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40">
                <a:extLst>
                  <a:ext uri="{FF2B5EF4-FFF2-40B4-BE49-F238E27FC236}">
                    <a16:creationId xmlns:a16="http://schemas.microsoft.com/office/drawing/2014/main" id="{21F19804-CB82-227F-5C3C-4A0DBD52BA12}"/>
                  </a:ext>
                </a:extLst>
              </p:cNvPr>
              <p:cNvSpPr/>
              <p:nvPr/>
            </p:nvSpPr>
            <p:spPr>
              <a:xfrm>
                <a:off x="11013400" y="1861250"/>
                <a:ext cx="297125" cy="595025"/>
              </a:xfrm>
              <a:custGeom>
                <a:avLst/>
                <a:gdLst/>
                <a:ahLst/>
                <a:cxnLst/>
                <a:rect l="l" t="t" r="r" b="b"/>
                <a:pathLst>
                  <a:path w="11885" h="23801" fill="none" extrusionOk="0">
                    <a:moveTo>
                      <a:pt x="0" y="1"/>
                    </a:moveTo>
                    <a:cubicBezTo>
                      <a:pt x="6566" y="1"/>
                      <a:pt x="11885" y="5320"/>
                      <a:pt x="11885" y="11886"/>
                    </a:cubicBezTo>
                    <a:cubicBezTo>
                      <a:pt x="11885" y="18481"/>
                      <a:pt x="6566" y="23801"/>
                      <a:pt x="0" y="23801"/>
                    </a:cubicBezTo>
                  </a:path>
                </a:pathLst>
              </a:custGeom>
              <a:noFill/>
              <a:ln w="2887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40">
                <a:extLst>
                  <a:ext uri="{FF2B5EF4-FFF2-40B4-BE49-F238E27FC236}">
                    <a16:creationId xmlns:a16="http://schemas.microsoft.com/office/drawing/2014/main" id="{270C4437-0075-EBB4-0DAD-3438FA8FC4BA}"/>
                  </a:ext>
                </a:extLst>
              </p:cNvPr>
              <p:cNvSpPr/>
              <p:nvPr/>
            </p:nvSpPr>
            <p:spPr>
              <a:xfrm>
                <a:off x="10808975" y="1953975"/>
                <a:ext cx="409600" cy="410350"/>
              </a:xfrm>
              <a:custGeom>
                <a:avLst/>
                <a:gdLst/>
                <a:ahLst/>
                <a:cxnLst/>
                <a:rect l="l" t="t" r="r" b="b"/>
                <a:pathLst>
                  <a:path w="16384" h="16414" fill="none" extrusionOk="0">
                    <a:moveTo>
                      <a:pt x="9910" y="973"/>
                    </a:moveTo>
                    <a:cubicBezTo>
                      <a:pt x="13891" y="1915"/>
                      <a:pt x="16384" y="5927"/>
                      <a:pt x="15442" y="9909"/>
                    </a:cubicBezTo>
                    <a:cubicBezTo>
                      <a:pt x="14499" y="13921"/>
                      <a:pt x="10487" y="16414"/>
                      <a:pt x="6475" y="15441"/>
                    </a:cubicBezTo>
                    <a:cubicBezTo>
                      <a:pt x="2463" y="14499"/>
                      <a:pt x="1" y="10487"/>
                      <a:pt x="943" y="6505"/>
                    </a:cubicBezTo>
                    <a:cubicBezTo>
                      <a:pt x="1885" y="2493"/>
                      <a:pt x="5897" y="0"/>
                      <a:pt x="9910" y="973"/>
                    </a:cubicBezTo>
                    <a:close/>
                  </a:path>
                </a:pathLst>
              </a:custGeom>
              <a:noFill/>
              <a:ln w="28125" cap="flat" cmpd="sng">
                <a:solidFill>
                  <a:srgbClr val="FFFF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40">
                <a:extLst>
                  <a:ext uri="{FF2B5EF4-FFF2-40B4-BE49-F238E27FC236}">
                    <a16:creationId xmlns:a16="http://schemas.microsoft.com/office/drawing/2014/main" id="{8C4F2B70-FD22-6684-68ED-C6AFEE0F1A30}"/>
                  </a:ext>
                </a:extLst>
              </p:cNvPr>
              <p:cNvSpPr/>
              <p:nvPr/>
            </p:nvSpPr>
            <p:spPr>
              <a:xfrm>
                <a:off x="10907000" y="2062325"/>
                <a:ext cx="213550" cy="193650"/>
              </a:xfrm>
              <a:custGeom>
                <a:avLst/>
                <a:gdLst/>
                <a:ahLst/>
                <a:cxnLst/>
                <a:rect l="l" t="t" r="r" b="b"/>
                <a:pathLst>
                  <a:path w="8542" h="7746" extrusionOk="0">
                    <a:moveTo>
                      <a:pt x="4272" y="1"/>
                    </a:moveTo>
                    <a:cubicBezTo>
                      <a:pt x="2510" y="1"/>
                      <a:pt x="930" y="1195"/>
                      <a:pt x="487" y="2991"/>
                    </a:cubicBezTo>
                    <a:cubicBezTo>
                      <a:pt x="1" y="5058"/>
                      <a:pt x="1308" y="7156"/>
                      <a:pt x="3375" y="7642"/>
                    </a:cubicBezTo>
                    <a:cubicBezTo>
                      <a:pt x="3675" y="7712"/>
                      <a:pt x="3976" y="7745"/>
                      <a:pt x="4271" y="7745"/>
                    </a:cubicBezTo>
                    <a:cubicBezTo>
                      <a:pt x="6033" y="7745"/>
                      <a:pt x="7613" y="6551"/>
                      <a:pt x="8056" y="4754"/>
                    </a:cubicBezTo>
                    <a:cubicBezTo>
                      <a:pt x="8542" y="2688"/>
                      <a:pt x="7235" y="590"/>
                      <a:pt x="5168" y="104"/>
                    </a:cubicBezTo>
                    <a:cubicBezTo>
                      <a:pt x="4867" y="34"/>
                      <a:pt x="4567" y="1"/>
                      <a:pt x="42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40">
                <a:extLst>
                  <a:ext uri="{FF2B5EF4-FFF2-40B4-BE49-F238E27FC236}">
                    <a16:creationId xmlns:a16="http://schemas.microsoft.com/office/drawing/2014/main" id="{69A132C4-7326-1FA2-A482-B3751575D5E6}"/>
                  </a:ext>
                </a:extLst>
              </p:cNvPr>
              <p:cNvSpPr/>
              <p:nvPr/>
            </p:nvSpPr>
            <p:spPr>
              <a:xfrm>
                <a:off x="10524775" y="1662175"/>
                <a:ext cx="991700" cy="991675"/>
              </a:xfrm>
              <a:custGeom>
                <a:avLst/>
                <a:gdLst/>
                <a:ahLst/>
                <a:cxnLst/>
                <a:rect l="l" t="t" r="r" b="b"/>
                <a:pathLst>
                  <a:path w="39668" h="39667" extrusionOk="0">
                    <a:moveTo>
                      <a:pt x="39667" y="19818"/>
                    </a:moveTo>
                    <a:cubicBezTo>
                      <a:pt x="39667" y="30761"/>
                      <a:pt x="30791" y="39666"/>
                      <a:pt x="19849" y="39666"/>
                    </a:cubicBezTo>
                    <a:cubicBezTo>
                      <a:pt x="8907" y="39666"/>
                      <a:pt x="1" y="30761"/>
                      <a:pt x="1" y="19818"/>
                    </a:cubicBezTo>
                    <a:cubicBezTo>
                      <a:pt x="1" y="8876"/>
                      <a:pt x="8907" y="0"/>
                      <a:pt x="19849" y="0"/>
                    </a:cubicBezTo>
                    <a:cubicBezTo>
                      <a:pt x="30791" y="0"/>
                      <a:pt x="39667" y="8876"/>
                      <a:pt x="39667" y="19818"/>
                    </a:cubicBez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40">
                <a:extLst>
                  <a:ext uri="{FF2B5EF4-FFF2-40B4-BE49-F238E27FC236}">
                    <a16:creationId xmlns:a16="http://schemas.microsoft.com/office/drawing/2014/main" id="{FD9A3097-F0AA-32F4-B4EF-07EFC66B3833}"/>
                  </a:ext>
                </a:extLst>
              </p:cNvPr>
              <p:cNvSpPr/>
              <p:nvPr/>
            </p:nvSpPr>
            <p:spPr>
              <a:xfrm>
                <a:off x="10729950" y="1867350"/>
                <a:ext cx="581350" cy="581325"/>
              </a:xfrm>
              <a:custGeom>
                <a:avLst/>
                <a:gdLst/>
                <a:ahLst/>
                <a:cxnLst/>
                <a:rect l="l" t="t" r="r" b="b"/>
                <a:pathLst>
                  <a:path w="23254" h="23253" extrusionOk="0">
                    <a:moveTo>
                      <a:pt x="23253" y="11611"/>
                    </a:moveTo>
                    <a:cubicBezTo>
                      <a:pt x="23253" y="18025"/>
                      <a:pt x="18056" y="23253"/>
                      <a:pt x="11642" y="23253"/>
                    </a:cubicBezTo>
                    <a:cubicBezTo>
                      <a:pt x="5229" y="23253"/>
                      <a:pt x="0" y="18025"/>
                      <a:pt x="0" y="11611"/>
                    </a:cubicBezTo>
                    <a:cubicBezTo>
                      <a:pt x="0" y="5198"/>
                      <a:pt x="5229" y="0"/>
                      <a:pt x="11642" y="0"/>
                    </a:cubicBezTo>
                    <a:cubicBezTo>
                      <a:pt x="18056" y="0"/>
                      <a:pt x="23253" y="5198"/>
                      <a:pt x="23253" y="11611"/>
                    </a:cubicBezTo>
                    <a:close/>
                  </a:path>
                </a:pathLst>
              </a:custGeom>
              <a:solidFill>
                <a:srgbClr val="FFFFFF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40">
                <a:extLst>
                  <a:ext uri="{FF2B5EF4-FFF2-40B4-BE49-F238E27FC236}">
                    <a16:creationId xmlns:a16="http://schemas.microsoft.com/office/drawing/2014/main" id="{0AD79146-69D8-C3C6-D40F-667A0D2D1144}"/>
                  </a:ext>
                </a:extLst>
              </p:cNvPr>
              <p:cNvSpPr/>
              <p:nvPr/>
            </p:nvSpPr>
            <p:spPr>
              <a:xfrm>
                <a:off x="13163875" y="1450150"/>
                <a:ext cx="1215100" cy="829075"/>
              </a:xfrm>
              <a:custGeom>
                <a:avLst/>
                <a:gdLst/>
                <a:ahLst/>
                <a:cxnLst/>
                <a:rect l="l" t="t" r="r" b="b"/>
                <a:pathLst>
                  <a:path w="48604" h="33163" extrusionOk="0">
                    <a:moveTo>
                      <a:pt x="3679" y="1"/>
                    </a:moveTo>
                    <a:cubicBezTo>
                      <a:pt x="1673" y="1"/>
                      <a:pt x="1" y="1642"/>
                      <a:pt x="1" y="3679"/>
                    </a:cubicBezTo>
                    <a:lnTo>
                      <a:pt x="1" y="29485"/>
                    </a:lnTo>
                    <a:cubicBezTo>
                      <a:pt x="1" y="31491"/>
                      <a:pt x="1642" y="33162"/>
                      <a:pt x="3679" y="33162"/>
                    </a:cubicBezTo>
                    <a:lnTo>
                      <a:pt x="44926" y="33162"/>
                    </a:lnTo>
                    <a:cubicBezTo>
                      <a:pt x="46932" y="33162"/>
                      <a:pt x="48604" y="31521"/>
                      <a:pt x="48604" y="29485"/>
                    </a:cubicBezTo>
                    <a:lnTo>
                      <a:pt x="48604" y="3679"/>
                    </a:lnTo>
                    <a:cubicBezTo>
                      <a:pt x="48604" y="1673"/>
                      <a:pt x="46962" y="1"/>
                      <a:pt x="44926" y="1"/>
                    </a:cubicBezTo>
                    <a:close/>
                  </a:path>
                </a:pathLst>
              </a:custGeom>
              <a:solidFill>
                <a:srgbClr val="92F7FF">
                  <a:alpha val="40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40">
                <a:extLst>
                  <a:ext uri="{FF2B5EF4-FFF2-40B4-BE49-F238E27FC236}">
                    <a16:creationId xmlns:a16="http://schemas.microsoft.com/office/drawing/2014/main" id="{1F34C82D-4DA5-395A-F87A-D3050FB65ACF}"/>
                  </a:ext>
                </a:extLst>
              </p:cNvPr>
              <p:cNvSpPr/>
              <p:nvPr/>
            </p:nvSpPr>
            <p:spPr>
              <a:xfrm>
                <a:off x="13163875" y="1450150"/>
                <a:ext cx="1215100" cy="829075"/>
              </a:xfrm>
              <a:custGeom>
                <a:avLst/>
                <a:gdLst/>
                <a:ahLst/>
                <a:cxnLst/>
                <a:rect l="l" t="t" r="r" b="b"/>
                <a:pathLst>
                  <a:path w="48604" h="33163" fill="none" extrusionOk="0">
                    <a:moveTo>
                      <a:pt x="44926" y="33162"/>
                    </a:moveTo>
                    <a:lnTo>
                      <a:pt x="3679" y="33162"/>
                    </a:lnTo>
                    <a:cubicBezTo>
                      <a:pt x="1642" y="33162"/>
                      <a:pt x="1" y="31491"/>
                      <a:pt x="1" y="29485"/>
                    </a:cubicBezTo>
                    <a:lnTo>
                      <a:pt x="1" y="3679"/>
                    </a:lnTo>
                    <a:cubicBezTo>
                      <a:pt x="1" y="1642"/>
                      <a:pt x="1673" y="1"/>
                      <a:pt x="3679" y="1"/>
                    </a:cubicBezTo>
                    <a:lnTo>
                      <a:pt x="44926" y="1"/>
                    </a:lnTo>
                    <a:cubicBezTo>
                      <a:pt x="46962" y="1"/>
                      <a:pt x="48604" y="1673"/>
                      <a:pt x="48604" y="3679"/>
                    </a:cubicBezTo>
                    <a:lnTo>
                      <a:pt x="48604" y="29485"/>
                    </a:lnTo>
                    <a:cubicBezTo>
                      <a:pt x="48604" y="31521"/>
                      <a:pt x="46932" y="33162"/>
                      <a:pt x="44926" y="33162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C9D9FA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40">
                <a:extLst>
                  <a:ext uri="{FF2B5EF4-FFF2-40B4-BE49-F238E27FC236}">
                    <a16:creationId xmlns:a16="http://schemas.microsoft.com/office/drawing/2014/main" id="{D1EF9F61-9334-E16E-C06B-BE4CAFD818C0}"/>
                  </a:ext>
                </a:extLst>
              </p:cNvPr>
              <p:cNvSpPr/>
              <p:nvPr/>
            </p:nvSpPr>
            <p:spPr>
              <a:xfrm>
                <a:off x="14128950" y="1584650"/>
                <a:ext cx="95000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1" extrusionOk="0">
                    <a:moveTo>
                      <a:pt x="1915" y="1"/>
                    </a:moveTo>
                    <a:cubicBezTo>
                      <a:pt x="852" y="1"/>
                      <a:pt x="0" y="882"/>
                      <a:pt x="0" y="1916"/>
                    </a:cubicBezTo>
                    <a:cubicBezTo>
                      <a:pt x="0" y="2980"/>
                      <a:pt x="852" y="3800"/>
                      <a:pt x="1915" y="3800"/>
                    </a:cubicBezTo>
                    <a:cubicBezTo>
                      <a:pt x="2979" y="3800"/>
                      <a:pt x="3800" y="2949"/>
                      <a:pt x="3800" y="1916"/>
                    </a:cubicBezTo>
                    <a:cubicBezTo>
                      <a:pt x="3800" y="882"/>
                      <a:pt x="2979" y="1"/>
                      <a:pt x="1915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40">
                <a:extLst>
                  <a:ext uri="{FF2B5EF4-FFF2-40B4-BE49-F238E27FC236}">
                    <a16:creationId xmlns:a16="http://schemas.microsoft.com/office/drawing/2014/main" id="{68175180-5A24-07DD-DF9D-BB77BF78DC65}"/>
                  </a:ext>
                </a:extLst>
              </p:cNvPr>
              <p:cNvSpPr/>
              <p:nvPr/>
            </p:nvSpPr>
            <p:spPr>
              <a:xfrm>
                <a:off x="13377425" y="20580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0"/>
                    </a:moveTo>
                    <a:cubicBezTo>
                      <a:pt x="517" y="0"/>
                      <a:pt x="0" y="456"/>
                      <a:pt x="0" y="1064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72"/>
                      <a:pt x="2128" y="1064"/>
                    </a:cubicBezTo>
                    <a:cubicBezTo>
                      <a:pt x="2128" y="487"/>
                      <a:pt x="1641" y="0"/>
                      <a:pt x="1064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40">
                <a:extLst>
                  <a:ext uri="{FF2B5EF4-FFF2-40B4-BE49-F238E27FC236}">
                    <a16:creationId xmlns:a16="http://schemas.microsoft.com/office/drawing/2014/main" id="{6ABCFF23-C251-9CB3-AA35-AB7F9C2F83FF}"/>
                  </a:ext>
                </a:extLst>
              </p:cNvPr>
              <p:cNvSpPr/>
              <p:nvPr/>
            </p:nvSpPr>
            <p:spPr>
              <a:xfrm>
                <a:off x="14119825" y="2095300"/>
                <a:ext cx="4182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643" extrusionOk="0">
                    <a:moveTo>
                      <a:pt x="821" y="1"/>
                    </a:moveTo>
                    <a:cubicBezTo>
                      <a:pt x="365" y="1"/>
                      <a:pt x="1" y="365"/>
                      <a:pt x="1" y="821"/>
                    </a:cubicBezTo>
                    <a:cubicBezTo>
                      <a:pt x="1" y="1277"/>
                      <a:pt x="365" y="1642"/>
                      <a:pt x="821" y="1642"/>
                    </a:cubicBezTo>
                    <a:cubicBezTo>
                      <a:pt x="1277" y="1642"/>
                      <a:pt x="1672" y="1277"/>
                      <a:pt x="1672" y="821"/>
                    </a:cubicBezTo>
                    <a:cubicBezTo>
                      <a:pt x="1672" y="365"/>
                      <a:pt x="1277" y="1"/>
                      <a:pt x="821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40">
                <a:extLst>
                  <a:ext uri="{FF2B5EF4-FFF2-40B4-BE49-F238E27FC236}">
                    <a16:creationId xmlns:a16="http://schemas.microsoft.com/office/drawing/2014/main" id="{FA41543C-29EA-4712-CDC0-1F0912E841F2}"/>
                  </a:ext>
                </a:extLst>
              </p:cNvPr>
              <p:cNvSpPr/>
              <p:nvPr/>
            </p:nvSpPr>
            <p:spPr>
              <a:xfrm>
                <a:off x="13502800" y="1639375"/>
                <a:ext cx="95000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0" extrusionOk="0">
                    <a:moveTo>
                      <a:pt x="1915" y="0"/>
                    </a:moveTo>
                    <a:cubicBezTo>
                      <a:pt x="851" y="0"/>
                      <a:pt x="0" y="821"/>
                      <a:pt x="0" y="1885"/>
                    </a:cubicBezTo>
                    <a:cubicBezTo>
                      <a:pt x="0" y="2949"/>
                      <a:pt x="851" y="3800"/>
                      <a:pt x="1915" y="3800"/>
                    </a:cubicBezTo>
                    <a:cubicBezTo>
                      <a:pt x="2949" y="3800"/>
                      <a:pt x="3800" y="2949"/>
                      <a:pt x="3800" y="1885"/>
                    </a:cubicBezTo>
                    <a:cubicBezTo>
                      <a:pt x="3800" y="821"/>
                      <a:pt x="2949" y="0"/>
                      <a:pt x="1915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40">
                <a:extLst>
                  <a:ext uri="{FF2B5EF4-FFF2-40B4-BE49-F238E27FC236}">
                    <a16:creationId xmlns:a16="http://schemas.microsoft.com/office/drawing/2014/main" id="{795E543C-66D2-80E2-DF50-3FC3B0A63F51}"/>
                  </a:ext>
                </a:extLst>
              </p:cNvPr>
              <p:cNvSpPr/>
              <p:nvPr/>
            </p:nvSpPr>
            <p:spPr>
              <a:xfrm>
                <a:off x="14080325" y="1283750"/>
                <a:ext cx="496975" cy="340450"/>
              </a:xfrm>
              <a:custGeom>
                <a:avLst/>
                <a:gdLst/>
                <a:ahLst/>
                <a:cxnLst/>
                <a:rect l="l" t="t" r="r" b="b"/>
                <a:pathLst>
                  <a:path w="19879" h="13618" extrusionOk="0">
                    <a:moveTo>
                      <a:pt x="1520" y="0"/>
                    </a:moveTo>
                    <a:cubicBezTo>
                      <a:pt x="699" y="0"/>
                      <a:pt x="0" y="699"/>
                      <a:pt x="0" y="1520"/>
                    </a:cubicBezTo>
                    <a:lnTo>
                      <a:pt x="0" y="12098"/>
                    </a:lnTo>
                    <a:cubicBezTo>
                      <a:pt x="0" y="12918"/>
                      <a:pt x="699" y="13617"/>
                      <a:pt x="1520" y="13617"/>
                    </a:cubicBezTo>
                    <a:lnTo>
                      <a:pt x="18359" y="13617"/>
                    </a:lnTo>
                    <a:cubicBezTo>
                      <a:pt x="19210" y="13617"/>
                      <a:pt x="19879" y="12918"/>
                      <a:pt x="19879" y="12098"/>
                    </a:cubicBezTo>
                    <a:lnTo>
                      <a:pt x="19879" y="1520"/>
                    </a:lnTo>
                    <a:cubicBezTo>
                      <a:pt x="19879" y="699"/>
                      <a:pt x="19210" y="0"/>
                      <a:pt x="18359" y="0"/>
                    </a:cubicBezTo>
                    <a:close/>
                  </a:path>
                </a:pathLst>
              </a:custGeom>
              <a:solidFill>
                <a:srgbClr val="92F7FF">
                  <a:alpha val="40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40">
                <a:extLst>
                  <a:ext uri="{FF2B5EF4-FFF2-40B4-BE49-F238E27FC236}">
                    <a16:creationId xmlns:a16="http://schemas.microsoft.com/office/drawing/2014/main" id="{FC0865E7-6B07-B6C9-380E-9AD60231CF7C}"/>
                  </a:ext>
                </a:extLst>
              </p:cNvPr>
              <p:cNvSpPr/>
              <p:nvPr/>
            </p:nvSpPr>
            <p:spPr>
              <a:xfrm>
                <a:off x="14080325" y="1283750"/>
                <a:ext cx="496975" cy="340450"/>
              </a:xfrm>
              <a:custGeom>
                <a:avLst/>
                <a:gdLst/>
                <a:ahLst/>
                <a:cxnLst/>
                <a:rect l="l" t="t" r="r" b="b"/>
                <a:pathLst>
                  <a:path w="19879" h="13618" fill="none" extrusionOk="0">
                    <a:moveTo>
                      <a:pt x="18359" y="13617"/>
                    </a:moveTo>
                    <a:lnTo>
                      <a:pt x="1520" y="13617"/>
                    </a:lnTo>
                    <a:cubicBezTo>
                      <a:pt x="699" y="13617"/>
                      <a:pt x="0" y="12918"/>
                      <a:pt x="0" y="12098"/>
                    </a:cubicBezTo>
                    <a:lnTo>
                      <a:pt x="0" y="1520"/>
                    </a:lnTo>
                    <a:cubicBezTo>
                      <a:pt x="0" y="699"/>
                      <a:pt x="699" y="0"/>
                      <a:pt x="1520" y="0"/>
                    </a:cubicBezTo>
                    <a:lnTo>
                      <a:pt x="18359" y="0"/>
                    </a:lnTo>
                    <a:cubicBezTo>
                      <a:pt x="19210" y="0"/>
                      <a:pt x="19879" y="699"/>
                      <a:pt x="19879" y="1520"/>
                    </a:cubicBezTo>
                    <a:lnTo>
                      <a:pt x="19879" y="12098"/>
                    </a:lnTo>
                    <a:cubicBezTo>
                      <a:pt x="19879" y="12918"/>
                      <a:pt x="19210" y="13617"/>
                      <a:pt x="18359" y="13617"/>
                    </a:cubicBezTo>
                    <a:close/>
                  </a:path>
                </a:pathLst>
              </a:custGeom>
              <a:solidFill>
                <a:srgbClr val="92F7FF">
                  <a:alpha val="40650"/>
                </a:srgbClr>
              </a:solidFill>
              <a:ln w="3800" cap="flat" cmpd="sng">
                <a:solidFill>
                  <a:srgbClr val="C9D9FA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40">
                <a:extLst>
                  <a:ext uri="{FF2B5EF4-FFF2-40B4-BE49-F238E27FC236}">
                    <a16:creationId xmlns:a16="http://schemas.microsoft.com/office/drawing/2014/main" id="{9442E2CE-F482-143A-DC05-0B15293EF74F}"/>
                  </a:ext>
                </a:extLst>
              </p:cNvPr>
              <p:cNvSpPr/>
              <p:nvPr/>
            </p:nvSpPr>
            <p:spPr>
              <a:xfrm>
                <a:off x="14475450" y="1339975"/>
                <a:ext cx="38025" cy="3802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40">
                <a:extLst>
                  <a:ext uri="{FF2B5EF4-FFF2-40B4-BE49-F238E27FC236}">
                    <a16:creationId xmlns:a16="http://schemas.microsoft.com/office/drawing/2014/main" id="{31550CE8-7259-0BFE-E4BF-11C887BC8972}"/>
                  </a:ext>
                </a:extLst>
              </p:cNvPr>
              <p:cNvSpPr/>
              <p:nvPr/>
            </p:nvSpPr>
            <p:spPr>
              <a:xfrm>
                <a:off x="14166950" y="1533000"/>
                <a:ext cx="22825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913" h="912" extrusionOk="0">
                    <a:moveTo>
                      <a:pt x="456" y="0"/>
                    </a:moveTo>
                    <a:cubicBezTo>
                      <a:pt x="183" y="0"/>
                      <a:pt x="0" y="213"/>
                      <a:pt x="0" y="456"/>
                    </a:cubicBezTo>
                    <a:cubicBezTo>
                      <a:pt x="0" y="699"/>
                      <a:pt x="243" y="912"/>
                      <a:pt x="456" y="912"/>
                    </a:cubicBezTo>
                    <a:cubicBezTo>
                      <a:pt x="730" y="912"/>
                      <a:pt x="912" y="669"/>
                      <a:pt x="912" y="456"/>
                    </a:cubicBezTo>
                    <a:cubicBezTo>
                      <a:pt x="912" y="182"/>
                      <a:pt x="699" y="0"/>
                      <a:pt x="456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40">
                <a:extLst>
                  <a:ext uri="{FF2B5EF4-FFF2-40B4-BE49-F238E27FC236}">
                    <a16:creationId xmlns:a16="http://schemas.microsoft.com/office/drawing/2014/main" id="{12568452-692B-9BB7-0C46-3AE9C2E9AF99}"/>
                  </a:ext>
                </a:extLst>
              </p:cNvPr>
              <p:cNvSpPr/>
              <p:nvPr/>
            </p:nvSpPr>
            <p:spPr>
              <a:xfrm>
                <a:off x="14470900" y="1548175"/>
                <a:ext cx="175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670" extrusionOk="0">
                    <a:moveTo>
                      <a:pt x="335" y="1"/>
                    </a:moveTo>
                    <a:cubicBezTo>
                      <a:pt x="153" y="1"/>
                      <a:pt x="1" y="153"/>
                      <a:pt x="1" y="335"/>
                    </a:cubicBezTo>
                    <a:cubicBezTo>
                      <a:pt x="1" y="518"/>
                      <a:pt x="153" y="670"/>
                      <a:pt x="335" y="670"/>
                    </a:cubicBezTo>
                    <a:cubicBezTo>
                      <a:pt x="548" y="670"/>
                      <a:pt x="700" y="518"/>
                      <a:pt x="700" y="335"/>
                    </a:cubicBezTo>
                    <a:cubicBezTo>
                      <a:pt x="700" y="153"/>
                      <a:pt x="548" y="31"/>
                      <a:pt x="335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40">
                <a:extLst>
                  <a:ext uri="{FF2B5EF4-FFF2-40B4-BE49-F238E27FC236}">
                    <a16:creationId xmlns:a16="http://schemas.microsoft.com/office/drawing/2014/main" id="{8BAD74B9-625D-4955-D746-AA62B0371294}"/>
                  </a:ext>
                </a:extLst>
              </p:cNvPr>
              <p:cNvSpPr/>
              <p:nvPr/>
            </p:nvSpPr>
            <p:spPr>
              <a:xfrm>
                <a:off x="14219375" y="1362025"/>
                <a:ext cx="38025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0" extrusionOk="0">
                    <a:moveTo>
                      <a:pt x="760" y="0"/>
                    </a:moveTo>
                    <a:cubicBezTo>
                      <a:pt x="335" y="0"/>
                      <a:pt x="1" y="334"/>
                      <a:pt x="1" y="760"/>
                    </a:cubicBezTo>
                    <a:cubicBezTo>
                      <a:pt x="1" y="1155"/>
                      <a:pt x="335" y="1520"/>
                      <a:pt x="760" y="1520"/>
                    </a:cubicBezTo>
                    <a:cubicBezTo>
                      <a:pt x="1186" y="1520"/>
                      <a:pt x="1520" y="1155"/>
                      <a:pt x="1520" y="760"/>
                    </a:cubicBezTo>
                    <a:cubicBezTo>
                      <a:pt x="1520" y="334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40">
                <a:extLst>
                  <a:ext uri="{FF2B5EF4-FFF2-40B4-BE49-F238E27FC236}">
                    <a16:creationId xmlns:a16="http://schemas.microsoft.com/office/drawing/2014/main" id="{562B68CD-1B79-3F7F-09AC-ACCC4F086073}"/>
                  </a:ext>
                </a:extLst>
              </p:cNvPr>
              <p:cNvSpPr/>
              <p:nvPr/>
            </p:nvSpPr>
            <p:spPr>
              <a:xfrm>
                <a:off x="12908550" y="2032225"/>
                <a:ext cx="497000" cy="340475"/>
              </a:xfrm>
              <a:custGeom>
                <a:avLst/>
                <a:gdLst/>
                <a:ahLst/>
                <a:cxnLst/>
                <a:rect l="l" t="t" r="r" b="b"/>
                <a:pathLst>
                  <a:path w="19880" h="13619" extrusionOk="0">
                    <a:moveTo>
                      <a:pt x="1521" y="1"/>
                    </a:moveTo>
                    <a:cubicBezTo>
                      <a:pt x="670" y="1"/>
                      <a:pt x="1" y="700"/>
                      <a:pt x="1" y="1521"/>
                    </a:cubicBezTo>
                    <a:lnTo>
                      <a:pt x="1" y="12098"/>
                    </a:lnTo>
                    <a:cubicBezTo>
                      <a:pt x="1" y="12919"/>
                      <a:pt x="670" y="13618"/>
                      <a:pt x="1521" y="13618"/>
                    </a:cubicBezTo>
                    <a:lnTo>
                      <a:pt x="18360" y="13618"/>
                    </a:lnTo>
                    <a:cubicBezTo>
                      <a:pt x="19181" y="13618"/>
                      <a:pt x="19819" y="12919"/>
                      <a:pt x="19880" y="12098"/>
                    </a:cubicBezTo>
                    <a:lnTo>
                      <a:pt x="19880" y="1521"/>
                    </a:lnTo>
                    <a:cubicBezTo>
                      <a:pt x="19880" y="700"/>
                      <a:pt x="19181" y="1"/>
                      <a:pt x="18360" y="1"/>
                    </a:cubicBezTo>
                    <a:close/>
                  </a:path>
                </a:pathLst>
              </a:custGeom>
              <a:solidFill>
                <a:srgbClr val="92F7FF">
                  <a:alpha val="40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40">
                <a:extLst>
                  <a:ext uri="{FF2B5EF4-FFF2-40B4-BE49-F238E27FC236}">
                    <a16:creationId xmlns:a16="http://schemas.microsoft.com/office/drawing/2014/main" id="{302C7F78-18DF-D19F-C97E-DF599195F406}"/>
                  </a:ext>
                </a:extLst>
              </p:cNvPr>
              <p:cNvSpPr/>
              <p:nvPr/>
            </p:nvSpPr>
            <p:spPr>
              <a:xfrm>
                <a:off x="12908550" y="2032225"/>
                <a:ext cx="497000" cy="340475"/>
              </a:xfrm>
              <a:custGeom>
                <a:avLst/>
                <a:gdLst/>
                <a:ahLst/>
                <a:cxnLst/>
                <a:rect l="l" t="t" r="r" b="b"/>
                <a:pathLst>
                  <a:path w="19880" h="13619" fill="none" extrusionOk="0">
                    <a:moveTo>
                      <a:pt x="18360" y="13618"/>
                    </a:moveTo>
                    <a:lnTo>
                      <a:pt x="1521" y="13618"/>
                    </a:lnTo>
                    <a:cubicBezTo>
                      <a:pt x="670" y="13618"/>
                      <a:pt x="1" y="12919"/>
                      <a:pt x="1" y="12098"/>
                    </a:cubicBezTo>
                    <a:lnTo>
                      <a:pt x="1" y="1521"/>
                    </a:lnTo>
                    <a:cubicBezTo>
                      <a:pt x="1" y="700"/>
                      <a:pt x="670" y="1"/>
                      <a:pt x="1521" y="1"/>
                    </a:cubicBezTo>
                    <a:lnTo>
                      <a:pt x="18360" y="1"/>
                    </a:lnTo>
                    <a:cubicBezTo>
                      <a:pt x="19181" y="1"/>
                      <a:pt x="19880" y="700"/>
                      <a:pt x="19880" y="1521"/>
                    </a:cubicBezTo>
                    <a:lnTo>
                      <a:pt x="19880" y="12098"/>
                    </a:lnTo>
                    <a:cubicBezTo>
                      <a:pt x="19819" y="12919"/>
                      <a:pt x="19181" y="13618"/>
                      <a:pt x="18360" y="13618"/>
                    </a:cubicBezTo>
                    <a:close/>
                  </a:path>
                </a:pathLst>
              </a:custGeom>
              <a:noFill/>
              <a:ln w="3800" cap="flat" cmpd="sng">
                <a:solidFill>
                  <a:srgbClr val="C9D9FA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40">
                <a:extLst>
                  <a:ext uri="{FF2B5EF4-FFF2-40B4-BE49-F238E27FC236}">
                    <a16:creationId xmlns:a16="http://schemas.microsoft.com/office/drawing/2014/main" id="{F3F036A3-6E1E-27AF-9A2F-28F34E7344DE}"/>
                  </a:ext>
                </a:extLst>
              </p:cNvPr>
              <p:cNvSpPr/>
              <p:nvPr/>
            </p:nvSpPr>
            <p:spPr>
              <a:xfrm>
                <a:off x="13303700" y="2089225"/>
                <a:ext cx="38025" cy="3802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40">
                <a:extLst>
                  <a:ext uri="{FF2B5EF4-FFF2-40B4-BE49-F238E27FC236}">
                    <a16:creationId xmlns:a16="http://schemas.microsoft.com/office/drawing/2014/main" id="{D49F1436-E9C3-08EB-92B7-735157927AB9}"/>
                  </a:ext>
                </a:extLst>
              </p:cNvPr>
              <p:cNvSpPr/>
              <p:nvPr/>
            </p:nvSpPr>
            <p:spPr>
              <a:xfrm>
                <a:off x="12993675" y="2281475"/>
                <a:ext cx="2282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913" extrusionOk="0">
                    <a:moveTo>
                      <a:pt x="456" y="1"/>
                    </a:moveTo>
                    <a:cubicBezTo>
                      <a:pt x="213" y="1"/>
                      <a:pt x="0" y="213"/>
                      <a:pt x="0" y="457"/>
                    </a:cubicBezTo>
                    <a:cubicBezTo>
                      <a:pt x="0" y="700"/>
                      <a:pt x="213" y="913"/>
                      <a:pt x="456" y="913"/>
                    </a:cubicBezTo>
                    <a:cubicBezTo>
                      <a:pt x="730" y="913"/>
                      <a:pt x="912" y="669"/>
                      <a:pt x="912" y="457"/>
                    </a:cubicBezTo>
                    <a:cubicBezTo>
                      <a:pt x="912" y="213"/>
                      <a:pt x="730" y="1"/>
                      <a:pt x="456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40">
                <a:extLst>
                  <a:ext uri="{FF2B5EF4-FFF2-40B4-BE49-F238E27FC236}">
                    <a16:creationId xmlns:a16="http://schemas.microsoft.com/office/drawing/2014/main" id="{0EF9D654-00B3-B2BD-318B-0FC93C4EA6FE}"/>
                  </a:ext>
                </a:extLst>
              </p:cNvPr>
              <p:cNvSpPr/>
              <p:nvPr/>
            </p:nvSpPr>
            <p:spPr>
              <a:xfrm>
                <a:off x="13298375" y="2297425"/>
                <a:ext cx="17525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670" extrusionOk="0">
                    <a:moveTo>
                      <a:pt x="366" y="1"/>
                    </a:moveTo>
                    <a:cubicBezTo>
                      <a:pt x="183" y="1"/>
                      <a:pt x="1" y="153"/>
                      <a:pt x="1" y="335"/>
                    </a:cubicBezTo>
                    <a:cubicBezTo>
                      <a:pt x="1" y="518"/>
                      <a:pt x="183" y="670"/>
                      <a:pt x="366" y="670"/>
                    </a:cubicBezTo>
                    <a:cubicBezTo>
                      <a:pt x="548" y="670"/>
                      <a:pt x="700" y="518"/>
                      <a:pt x="700" y="335"/>
                    </a:cubicBezTo>
                    <a:cubicBezTo>
                      <a:pt x="700" y="153"/>
                      <a:pt x="548" y="1"/>
                      <a:pt x="366" y="1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40">
                <a:extLst>
                  <a:ext uri="{FF2B5EF4-FFF2-40B4-BE49-F238E27FC236}">
                    <a16:creationId xmlns:a16="http://schemas.microsoft.com/office/drawing/2014/main" id="{7FF55D99-FAF3-19B5-3ABA-55E6BD257712}"/>
                  </a:ext>
                </a:extLst>
              </p:cNvPr>
              <p:cNvSpPr/>
              <p:nvPr/>
            </p:nvSpPr>
            <p:spPr>
              <a:xfrm>
                <a:off x="13046850" y="2111275"/>
                <a:ext cx="38025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0" extrusionOk="0">
                    <a:moveTo>
                      <a:pt x="761" y="0"/>
                    </a:moveTo>
                    <a:cubicBezTo>
                      <a:pt x="335" y="0"/>
                      <a:pt x="1" y="334"/>
                      <a:pt x="1" y="760"/>
                    </a:cubicBezTo>
                    <a:cubicBezTo>
                      <a:pt x="1" y="1185"/>
                      <a:pt x="335" y="1520"/>
                      <a:pt x="761" y="1520"/>
                    </a:cubicBezTo>
                    <a:cubicBezTo>
                      <a:pt x="1186" y="1520"/>
                      <a:pt x="1521" y="1185"/>
                      <a:pt x="1521" y="760"/>
                    </a:cubicBezTo>
                    <a:cubicBezTo>
                      <a:pt x="1521" y="334"/>
                      <a:pt x="1186" y="0"/>
                      <a:pt x="761" y="0"/>
                    </a:cubicBezTo>
                    <a:close/>
                  </a:path>
                </a:pathLst>
              </a:custGeom>
              <a:solidFill>
                <a:srgbClr val="C9D9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17" name="Google Shape;1717;p40">
              <a:extLst>
                <a:ext uri="{FF2B5EF4-FFF2-40B4-BE49-F238E27FC236}">
                  <a16:creationId xmlns:a16="http://schemas.microsoft.com/office/drawing/2014/main" id="{12BAA4BE-EF63-F7D3-ECC8-79CAA8CF2487}"/>
                </a:ext>
              </a:extLst>
            </p:cNvPr>
            <p:cNvGrpSpPr/>
            <p:nvPr/>
          </p:nvGrpSpPr>
          <p:grpSpPr>
            <a:xfrm>
              <a:off x="6265785" y="1346404"/>
              <a:ext cx="518269" cy="328105"/>
              <a:chOff x="783960" y="4261704"/>
              <a:chExt cx="518269" cy="328105"/>
            </a:xfrm>
          </p:grpSpPr>
          <p:sp>
            <p:nvSpPr>
              <p:cNvPr id="1718" name="Google Shape;1718;p40">
                <a:extLst>
                  <a:ext uri="{FF2B5EF4-FFF2-40B4-BE49-F238E27FC236}">
                    <a16:creationId xmlns:a16="http://schemas.microsoft.com/office/drawing/2014/main" id="{FE88A398-A9C6-71DF-937B-B7062D861CC1}"/>
                  </a:ext>
                </a:extLst>
              </p:cNvPr>
              <p:cNvSpPr/>
              <p:nvPr/>
            </p:nvSpPr>
            <p:spPr>
              <a:xfrm>
                <a:off x="1072397" y="4333585"/>
                <a:ext cx="69145" cy="6914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503" extrusionOk="0">
                    <a:moveTo>
                      <a:pt x="1234" y="1"/>
                    </a:moveTo>
                    <a:cubicBezTo>
                      <a:pt x="534" y="1"/>
                      <a:pt x="0" y="535"/>
                      <a:pt x="0" y="1268"/>
                    </a:cubicBezTo>
                    <a:cubicBezTo>
                      <a:pt x="0" y="1969"/>
                      <a:pt x="534" y="2503"/>
                      <a:pt x="1234" y="2503"/>
                    </a:cubicBezTo>
                    <a:cubicBezTo>
                      <a:pt x="1968" y="2503"/>
                      <a:pt x="2502" y="1969"/>
                      <a:pt x="2502" y="1268"/>
                    </a:cubicBezTo>
                    <a:cubicBezTo>
                      <a:pt x="2502" y="601"/>
                      <a:pt x="1902" y="1"/>
                      <a:pt x="12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19" name="Google Shape;1719;p40">
                <a:extLst>
                  <a:ext uri="{FF2B5EF4-FFF2-40B4-BE49-F238E27FC236}">
                    <a16:creationId xmlns:a16="http://schemas.microsoft.com/office/drawing/2014/main" id="{A76C38BE-46CF-0C98-989A-B2D912B58CEF}"/>
                  </a:ext>
                </a:extLst>
              </p:cNvPr>
              <p:cNvGrpSpPr/>
              <p:nvPr/>
            </p:nvGrpSpPr>
            <p:grpSpPr>
              <a:xfrm>
                <a:off x="783960" y="4261704"/>
                <a:ext cx="518269" cy="328105"/>
                <a:chOff x="783960" y="4261704"/>
                <a:chExt cx="518269" cy="328105"/>
              </a:xfrm>
            </p:grpSpPr>
            <p:sp>
              <p:nvSpPr>
                <p:cNvPr id="1720" name="Google Shape;1720;p40">
                  <a:extLst>
                    <a:ext uri="{FF2B5EF4-FFF2-40B4-BE49-F238E27FC236}">
                      <a16:creationId xmlns:a16="http://schemas.microsoft.com/office/drawing/2014/main" id="{0F794C10-1211-DDAF-2464-A4AEE1C852AC}"/>
                    </a:ext>
                  </a:extLst>
                </p:cNvPr>
                <p:cNvSpPr/>
                <p:nvPr/>
              </p:nvSpPr>
              <p:spPr>
                <a:xfrm>
                  <a:off x="1216509" y="4325297"/>
                  <a:ext cx="85720" cy="8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3" h="3103" extrusionOk="0">
                      <a:moveTo>
                        <a:pt x="1534" y="601"/>
                      </a:moveTo>
                      <a:cubicBezTo>
                        <a:pt x="2035" y="601"/>
                        <a:pt x="2502" y="1001"/>
                        <a:pt x="2502" y="1568"/>
                      </a:cubicBezTo>
                      <a:cubicBezTo>
                        <a:pt x="2502" y="2102"/>
                        <a:pt x="2102" y="2502"/>
                        <a:pt x="1534" y="2502"/>
                      </a:cubicBezTo>
                      <a:cubicBezTo>
                        <a:pt x="1001" y="2502"/>
                        <a:pt x="600" y="2102"/>
                        <a:pt x="600" y="1568"/>
                      </a:cubicBezTo>
                      <a:cubicBezTo>
                        <a:pt x="600" y="1001"/>
                        <a:pt x="1001" y="601"/>
                        <a:pt x="1534" y="601"/>
                      </a:cubicBezTo>
                      <a:close/>
                      <a:moveTo>
                        <a:pt x="1534" y="1"/>
                      </a:moveTo>
                      <a:cubicBezTo>
                        <a:pt x="701" y="1"/>
                        <a:pt x="0" y="734"/>
                        <a:pt x="0" y="1568"/>
                      </a:cubicBezTo>
                      <a:cubicBezTo>
                        <a:pt x="0" y="2402"/>
                        <a:pt x="701" y="3103"/>
                        <a:pt x="1534" y="3103"/>
                      </a:cubicBezTo>
                      <a:cubicBezTo>
                        <a:pt x="2368" y="3103"/>
                        <a:pt x="3036" y="2436"/>
                        <a:pt x="3102" y="1568"/>
                      </a:cubicBezTo>
                      <a:cubicBezTo>
                        <a:pt x="3102" y="734"/>
                        <a:pt x="2368" y="1"/>
                        <a:pt x="1534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1" name="Google Shape;1721;p40">
                  <a:extLst>
                    <a:ext uri="{FF2B5EF4-FFF2-40B4-BE49-F238E27FC236}">
                      <a16:creationId xmlns:a16="http://schemas.microsoft.com/office/drawing/2014/main" id="{9D08240B-D5D9-4388-FB5E-223FF7B6EE6E}"/>
                    </a:ext>
                  </a:extLst>
                </p:cNvPr>
                <p:cNvSpPr/>
                <p:nvPr/>
              </p:nvSpPr>
              <p:spPr>
                <a:xfrm>
                  <a:off x="1057995" y="4504061"/>
                  <a:ext cx="84809" cy="85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0" h="3104" extrusionOk="0">
                      <a:moveTo>
                        <a:pt x="1535" y="601"/>
                      </a:moveTo>
                      <a:cubicBezTo>
                        <a:pt x="2069" y="601"/>
                        <a:pt x="2536" y="1035"/>
                        <a:pt x="2502" y="1535"/>
                      </a:cubicBezTo>
                      <a:cubicBezTo>
                        <a:pt x="2502" y="2069"/>
                        <a:pt x="2069" y="2503"/>
                        <a:pt x="1535" y="2503"/>
                      </a:cubicBezTo>
                      <a:cubicBezTo>
                        <a:pt x="1001" y="2503"/>
                        <a:pt x="568" y="2069"/>
                        <a:pt x="568" y="1535"/>
                      </a:cubicBezTo>
                      <a:cubicBezTo>
                        <a:pt x="568" y="1002"/>
                        <a:pt x="1001" y="601"/>
                        <a:pt x="1535" y="601"/>
                      </a:cubicBezTo>
                      <a:close/>
                      <a:moveTo>
                        <a:pt x="1535" y="1"/>
                      </a:moveTo>
                      <a:cubicBezTo>
                        <a:pt x="701" y="1"/>
                        <a:pt x="1" y="701"/>
                        <a:pt x="1" y="1535"/>
                      </a:cubicBezTo>
                      <a:cubicBezTo>
                        <a:pt x="1" y="2369"/>
                        <a:pt x="701" y="3103"/>
                        <a:pt x="1535" y="3103"/>
                      </a:cubicBezTo>
                      <a:cubicBezTo>
                        <a:pt x="2402" y="3103"/>
                        <a:pt x="3069" y="2369"/>
                        <a:pt x="3069" y="1535"/>
                      </a:cubicBezTo>
                      <a:cubicBezTo>
                        <a:pt x="3069" y="701"/>
                        <a:pt x="2369" y="1"/>
                        <a:pt x="1535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2" name="Google Shape;1722;p40">
                  <a:extLst>
                    <a:ext uri="{FF2B5EF4-FFF2-40B4-BE49-F238E27FC236}">
                      <a16:creationId xmlns:a16="http://schemas.microsoft.com/office/drawing/2014/main" id="{CA69D7AB-2CD4-8FE4-D394-125A24B67E5E}"/>
                    </a:ext>
                  </a:extLst>
                </p:cNvPr>
                <p:cNvSpPr/>
                <p:nvPr/>
              </p:nvSpPr>
              <p:spPr>
                <a:xfrm>
                  <a:off x="883495" y="4261704"/>
                  <a:ext cx="15691" cy="213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7740" extrusionOk="0">
                      <a:moveTo>
                        <a:pt x="300" y="1"/>
                      </a:moveTo>
                      <a:cubicBezTo>
                        <a:pt x="133" y="1"/>
                        <a:pt x="0" y="134"/>
                        <a:pt x="0" y="301"/>
                      </a:cubicBezTo>
                      <a:lnTo>
                        <a:pt x="0" y="7440"/>
                      </a:lnTo>
                      <a:cubicBezTo>
                        <a:pt x="0" y="7606"/>
                        <a:pt x="133" y="7740"/>
                        <a:pt x="300" y="7740"/>
                      </a:cubicBezTo>
                      <a:cubicBezTo>
                        <a:pt x="400" y="7740"/>
                        <a:pt x="534" y="7606"/>
                        <a:pt x="567" y="7440"/>
                      </a:cubicBezTo>
                      <a:lnTo>
                        <a:pt x="567" y="301"/>
                      </a:lnTo>
                      <a:cubicBezTo>
                        <a:pt x="567" y="134"/>
                        <a:pt x="467" y="1"/>
                        <a:pt x="300" y="1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3" name="Google Shape;1723;p40">
                  <a:extLst>
                    <a:ext uri="{FF2B5EF4-FFF2-40B4-BE49-F238E27FC236}">
                      <a16:creationId xmlns:a16="http://schemas.microsoft.com/office/drawing/2014/main" id="{C5A2350B-0B13-C57E-E0D2-509C16C9F6D5}"/>
                    </a:ext>
                  </a:extLst>
                </p:cNvPr>
                <p:cNvSpPr/>
                <p:nvPr/>
              </p:nvSpPr>
              <p:spPr>
                <a:xfrm>
                  <a:off x="783960" y="4360326"/>
                  <a:ext cx="213818" cy="15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0" h="568" extrusionOk="0">
                      <a:moveTo>
                        <a:pt x="301" y="0"/>
                      </a:moveTo>
                      <a:cubicBezTo>
                        <a:pt x="134" y="0"/>
                        <a:pt x="0" y="134"/>
                        <a:pt x="0" y="300"/>
                      </a:cubicBezTo>
                      <a:cubicBezTo>
                        <a:pt x="0" y="467"/>
                        <a:pt x="134" y="567"/>
                        <a:pt x="301" y="567"/>
                      </a:cubicBezTo>
                      <a:lnTo>
                        <a:pt x="7439" y="567"/>
                      </a:lnTo>
                      <a:cubicBezTo>
                        <a:pt x="7606" y="567"/>
                        <a:pt x="7739" y="467"/>
                        <a:pt x="7739" y="300"/>
                      </a:cubicBezTo>
                      <a:cubicBezTo>
                        <a:pt x="7739" y="100"/>
                        <a:pt x="7606" y="0"/>
                        <a:pt x="7439" y="0"/>
                      </a:cubicBezTo>
                      <a:close/>
                    </a:path>
                  </a:pathLst>
                </a:custGeom>
                <a:solidFill>
                  <a:srgbClr val="B6F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24" name="Google Shape;1724;p40">
              <a:extLst>
                <a:ext uri="{FF2B5EF4-FFF2-40B4-BE49-F238E27FC236}">
                  <a16:creationId xmlns:a16="http://schemas.microsoft.com/office/drawing/2014/main" id="{39E4A1F9-08C6-3FDB-11A1-A97602BA0F3A}"/>
                </a:ext>
              </a:extLst>
            </p:cNvPr>
            <p:cNvGrpSpPr/>
            <p:nvPr/>
          </p:nvGrpSpPr>
          <p:grpSpPr>
            <a:xfrm flipH="1">
              <a:off x="7976238" y="605862"/>
              <a:ext cx="850753" cy="850724"/>
              <a:chOff x="780950" y="891300"/>
              <a:chExt cx="727575" cy="727550"/>
            </a:xfrm>
          </p:grpSpPr>
          <p:sp>
            <p:nvSpPr>
              <p:cNvPr id="1725" name="Google Shape;1725;p40">
                <a:extLst>
                  <a:ext uri="{FF2B5EF4-FFF2-40B4-BE49-F238E27FC236}">
                    <a16:creationId xmlns:a16="http://schemas.microsoft.com/office/drawing/2014/main" id="{7C9A1A4D-3939-7312-4AF9-92B21A22CA58}"/>
                  </a:ext>
                </a:extLst>
              </p:cNvPr>
              <p:cNvSpPr/>
              <p:nvPr/>
            </p:nvSpPr>
            <p:spPr>
              <a:xfrm>
                <a:off x="1354900" y="976875"/>
                <a:ext cx="153625" cy="278200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1128" extrusionOk="0">
                    <a:moveTo>
                      <a:pt x="952" y="1"/>
                    </a:moveTo>
                    <a:lnTo>
                      <a:pt x="1" y="1123"/>
                    </a:lnTo>
                    <a:cubicBezTo>
                      <a:pt x="2968" y="3615"/>
                      <a:pt x="4661" y="7286"/>
                      <a:pt x="4661" y="11128"/>
                    </a:cubicBezTo>
                    <a:lnTo>
                      <a:pt x="6144" y="11128"/>
                    </a:lnTo>
                    <a:cubicBezTo>
                      <a:pt x="6144" y="6829"/>
                      <a:pt x="4261" y="2759"/>
                      <a:pt x="9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40">
                <a:extLst>
                  <a:ext uri="{FF2B5EF4-FFF2-40B4-BE49-F238E27FC236}">
                    <a16:creationId xmlns:a16="http://schemas.microsoft.com/office/drawing/2014/main" id="{4C5EAACF-05CE-CFEE-33E9-F5D5B14C4528}"/>
                  </a:ext>
                </a:extLst>
              </p:cNvPr>
              <p:cNvSpPr/>
              <p:nvPr/>
            </p:nvSpPr>
            <p:spPr>
              <a:xfrm>
                <a:off x="1410075" y="1329250"/>
                <a:ext cx="88925" cy="13792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5517" extrusionOk="0">
                    <a:moveTo>
                      <a:pt x="2130" y="0"/>
                    </a:moveTo>
                    <a:cubicBezTo>
                      <a:pt x="1750" y="1693"/>
                      <a:pt x="1027" y="3272"/>
                      <a:pt x="0" y="4660"/>
                    </a:cubicBezTo>
                    <a:lnTo>
                      <a:pt x="1198" y="5516"/>
                    </a:lnTo>
                    <a:cubicBezTo>
                      <a:pt x="2321" y="3957"/>
                      <a:pt x="3120" y="2226"/>
                      <a:pt x="3557" y="343"/>
                    </a:cubicBezTo>
                    <a:lnTo>
                      <a:pt x="21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40">
                <a:extLst>
                  <a:ext uri="{FF2B5EF4-FFF2-40B4-BE49-F238E27FC236}">
                    <a16:creationId xmlns:a16="http://schemas.microsoft.com/office/drawing/2014/main" id="{CC851844-69A4-9AD6-3154-CE40B205AB7F}"/>
                  </a:ext>
                </a:extLst>
              </p:cNvPr>
              <p:cNvSpPr/>
              <p:nvPr/>
            </p:nvSpPr>
            <p:spPr>
              <a:xfrm>
                <a:off x="888900" y="1488075"/>
                <a:ext cx="437975" cy="130775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5231" extrusionOk="0">
                    <a:moveTo>
                      <a:pt x="1027" y="0"/>
                    </a:moveTo>
                    <a:lnTo>
                      <a:pt x="0" y="1046"/>
                    </a:lnTo>
                    <a:cubicBezTo>
                      <a:pt x="2739" y="3766"/>
                      <a:pt x="6372" y="5231"/>
                      <a:pt x="10233" y="5231"/>
                    </a:cubicBezTo>
                    <a:cubicBezTo>
                      <a:pt x="12801" y="5231"/>
                      <a:pt x="15312" y="4565"/>
                      <a:pt x="17518" y="3291"/>
                    </a:cubicBezTo>
                    <a:lnTo>
                      <a:pt x="16796" y="2016"/>
                    </a:lnTo>
                    <a:cubicBezTo>
                      <a:pt x="14818" y="3158"/>
                      <a:pt x="12535" y="3785"/>
                      <a:pt x="10233" y="3785"/>
                    </a:cubicBezTo>
                    <a:cubicBezTo>
                      <a:pt x="6753" y="3785"/>
                      <a:pt x="3500" y="2454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40">
                <a:extLst>
                  <a:ext uri="{FF2B5EF4-FFF2-40B4-BE49-F238E27FC236}">
                    <a16:creationId xmlns:a16="http://schemas.microsoft.com/office/drawing/2014/main" id="{502C370B-062D-3684-E14F-54ED16A15236}"/>
                  </a:ext>
                </a:extLst>
              </p:cNvPr>
              <p:cNvSpPr/>
              <p:nvPr/>
            </p:nvSpPr>
            <p:spPr>
              <a:xfrm>
                <a:off x="780950" y="999700"/>
                <a:ext cx="131750" cy="397575"/>
              </a:xfrm>
              <a:custGeom>
                <a:avLst/>
                <a:gdLst/>
                <a:ahLst/>
                <a:cxnLst/>
                <a:rect l="l" t="t" r="r" b="b"/>
                <a:pathLst>
                  <a:path w="5270" h="15903" extrusionOk="0">
                    <a:moveTo>
                      <a:pt x="4223" y="1"/>
                    </a:moveTo>
                    <a:cubicBezTo>
                      <a:pt x="1484" y="2721"/>
                      <a:pt x="1" y="6392"/>
                      <a:pt x="1" y="10272"/>
                    </a:cubicBezTo>
                    <a:cubicBezTo>
                      <a:pt x="1" y="12193"/>
                      <a:pt x="381" y="14095"/>
                      <a:pt x="1142" y="15902"/>
                    </a:cubicBezTo>
                    <a:lnTo>
                      <a:pt x="2492" y="15332"/>
                    </a:lnTo>
                    <a:cubicBezTo>
                      <a:pt x="1808" y="13715"/>
                      <a:pt x="1465" y="12003"/>
                      <a:pt x="1465" y="10234"/>
                    </a:cubicBezTo>
                    <a:cubicBezTo>
                      <a:pt x="1465" y="6772"/>
                      <a:pt x="2816" y="3482"/>
                      <a:pt x="5269" y="1009"/>
                    </a:cubicBezTo>
                    <a:lnTo>
                      <a:pt x="42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40">
                <a:extLst>
                  <a:ext uri="{FF2B5EF4-FFF2-40B4-BE49-F238E27FC236}">
                    <a16:creationId xmlns:a16="http://schemas.microsoft.com/office/drawing/2014/main" id="{41E1491C-A271-EE3B-C1FC-99FEB6C4B53B}"/>
                  </a:ext>
                </a:extLst>
              </p:cNvPr>
              <p:cNvSpPr/>
              <p:nvPr/>
            </p:nvSpPr>
            <p:spPr>
              <a:xfrm>
                <a:off x="976875" y="891300"/>
                <a:ext cx="16692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6677" h="2930" extrusionOk="0">
                    <a:moveTo>
                      <a:pt x="6676" y="0"/>
                    </a:moveTo>
                    <a:cubicBezTo>
                      <a:pt x="4356" y="0"/>
                      <a:pt x="2054" y="571"/>
                      <a:pt x="0" y="1617"/>
                    </a:cubicBezTo>
                    <a:lnTo>
                      <a:pt x="685" y="2929"/>
                    </a:lnTo>
                    <a:cubicBezTo>
                      <a:pt x="2549" y="1959"/>
                      <a:pt x="4565" y="1484"/>
                      <a:pt x="6676" y="1484"/>
                    </a:cubicBezTo>
                    <a:lnTo>
                      <a:pt x="66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40">
                <a:extLst>
                  <a:ext uri="{FF2B5EF4-FFF2-40B4-BE49-F238E27FC236}">
                    <a16:creationId xmlns:a16="http://schemas.microsoft.com/office/drawing/2014/main" id="{58A0F46B-15EC-8276-76F9-DDC21D59659E}"/>
                  </a:ext>
                </a:extLst>
              </p:cNvPr>
              <p:cNvSpPr/>
              <p:nvPr/>
            </p:nvSpPr>
            <p:spPr>
              <a:xfrm>
                <a:off x="922175" y="1033000"/>
                <a:ext cx="444650" cy="444625"/>
              </a:xfrm>
              <a:custGeom>
                <a:avLst/>
                <a:gdLst/>
                <a:ahLst/>
                <a:cxnLst/>
                <a:rect l="l" t="t" r="r" b="b"/>
                <a:pathLst>
                  <a:path w="17786" h="17785" extrusionOk="0">
                    <a:moveTo>
                      <a:pt x="8902" y="0"/>
                    </a:moveTo>
                    <a:cubicBezTo>
                      <a:pt x="3976" y="0"/>
                      <a:pt x="1" y="3976"/>
                      <a:pt x="1" y="8883"/>
                    </a:cubicBezTo>
                    <a:cubicBezTo>
                      <a:pt x="1" y="13790"/>
                      <a:pt x="3976" y="17785"/>
                      <a:pt x="8902" y="17785"/>
                    </a:cubicBezTo>
                    <a:cubicBezTo>
                      <a:pt x="13810" y="17785"/>
                      <a:pt x="17785" y="13790"/>
                      <a:pt x="17785" y="8883"/>
                    </a:cubicBezTo>
                    <a:cubicBezTo>
                      <a:pt x="17785" y="3976"/>
                      <a:pt x="13810" y="0"/>
                      <a:pt x="89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40">
                <a:extLst>
                  <a:ext uri="{FF2B5EF4-FFF2-40B4-BE49-F238E27FC236}">
                    <a16:creationId xmlns:a16="http://schemas.microsoft.com/office/drawing/2014/main" id="{C291F395-F0AD-2FC1-1836-C28A2BA9E6B9}"/>
                  </a:ext>
                </a:extLst>
              </p:cNvPr>
              <p:cNvSpPr/>
              <p:nvPr/>
            </p:nvSpPr>
            <p:spPr>
              <a:xfrm flipH="1">
                <a:off x="1028700" y="1107650"/>
                <a:ext cx="233500" cy="287725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11509" extrusionOk="0">
                    <a:moveTo>
                      <a:pt x="4109" y="3082"/>
                    </a:moveTo>
                    <a:lnTo>
                      <a:pt x="4109" y="4927"/>
                    </a:lnTo>
                    <a:cubicBezTo>
                      <a:pt x="3976" y="4927"/>
                      <a:pt x="3843" y="4927"/>
                      <a:pt x="3728" y="4946"/>
                    </a:cubicBezTo>
                    <a:cubicBezTo>
                      <a:pt x="3614" y="4965"/>
                      <a:pt x="3500" y="4965"/>
                      <a:pt x="3405" y="4965"/>
                    </a:cubicBezTo>
                    <a:cubicBezTo>
                      <a:pt x="2949" y="4965"/>
                      <a:pt x="2606" y="4870"/>
                      <a:pt x="2397" y="4737"/>
                    </a:cubicBezTo>
                    <a:cubicBezTo>
                      <a:pt x="2188" y="4585"/>
                      <a:pt x="2074" y="4375"/>
                      <a:pt x="2074" y="4147"/>
                    </a:cubicBezTo>
                    <a:cubicBezTo>
                      <a:pt x="2074" y="4014"/>
                      <a:pt x="2112" y="3900"/>
                      <a:pt x="2188" y="3805"/>
                    </a:cubicBezTo>
                    <a:cubicBezTo>
                      <a:pt x="2264" y="3691"/>
                      <a:pt x="2359" y="3557"/>
                      <a:pt x="2511" y="3481"/>
                    </a:cubicBezTo>
                    <a:cubicBezTo>
                      <a:pt x="2663" y="3348"/>
                      <a:pt x="2873" y="3291"/>
                      <a:pt x="3139" y="3215"/>
                    </a:cubicBezTo>
                    <a:cubicBezTo>
                      <a:pt x="3405" y="3139"/>
                      <a:pt x="3728" y="3120"/>
                      <a:pt x="4109" y="3082"/>
                    </a:cubicBezTo>
                    <a:close/>
                    <a:moveTo>
                      <a:pt x="6030" y="6277"/>
                    </a:moveTo>
                    <a:cubicBezTo>
                      <a:pt x="6563" y="6277"/>
                      <a:pt x="6943" y="6373"/>
                      <a:pt x="7171" y="6544"/>
                    </a:cubicBezTo>
                    <a:cubicBezTo>
                      <a:pt x="7438" y="6715"/>
                      <a:pt x="7552" y="6943"/>
                      <a:pt x="7552" y="7228"/>
                    </a:cubicBezTo>
                    <a:cubicBezTo>
                      <a:pt x="7552" y="7400"/>
                      <a:pt x="7514" y="7571"/>
                      <a:pt x="7438" y="7704"/>
                    </a:cubicBezTo>
                    <a:cubicBezTo>
                      <a:pt x="7361" y="7875"/>
                      <a:pt x="7247" y="7989"/>
                      <a:pt x="7057" y="8103"/>
                    </a:cubicBezTo>
                    <a:cubicBezTo>
                      <a:pt x="6867" y="8237"/>
                      <a:pt x="6658" y="8332"/>
                      <a:pt x="6372" y="8389"/>
                    </a:cubicBezTo>
                    <a:cubicBezTo>
                      <a:pt x="6087" y="8465"/>
                      <a:pt x="5745" y="8522"/>
                      <a:pt x="5345" y="8541"/>
                    </a:cubicBezTo>
                    <a:lnTo>
                      <a:pt x="5326" y="8541"/>
                    </a:lnTo>
                    <a:lnTo>
                      <a:pt x="5326" y="6334"/>
                    </a:lnTo>
                    <a:cubicBezTo>
                      <a:pt x="5440" y="6334"/>
                      <a:pt x="5554" y="6334"/>
                      <a:pt x="5688" y="6296"/>
                    </a:cubicBezTo>
                    <a:cubicBezTo>
                      <a:pt x="5802" y="6277"/>
                      <a:pt x="5916" y="6277"/>
                      <a:pt x="6030" y="6277"/>
                    </a:cubicBezTo>
                    <a:close/>
                    <a:moveTo>
                      <a:pt x="4109" y="1"/>
                    </a:moveTo>
                    <a:lnTo>
                      <a:pt x="4109" y="1560"/>
                    </a:lnTo>
                    <a:cubicBezTo>
                      <a:pt x="3424" y="1598"/>
                      <a:pt x="2835" y="1693"/>
                      <a:pt x="2359" y="1846"/>
                    </a:cubicBezTo>
                    <a:cubicBezTo>
                      <a:pt x="1883" y="2017"/>
                      <a:pt x="1503" y="2226"/>
                      <a:pt x="1180" y="2473"/>
                    </a:cubicBezTo>
                    <a:cubicBezTo>
                      <a:pt x="894" y="2701"/>
                      <a:pt x="685" y="2987"/>
                      <a:pt x="552" y="3310"/>
                    </a:cubicBezTo>
                    <a:cubicBezTo>
                      <a:pt x="419" y="3614"/>
                      <a:pt x="362" y="3938"/>
                      <a:pt x="362" y="4261"/>
                    </a:cubicBezTo>
                    <a:cubicBezTo>
                      <a:pt x="362" y="4604"/>
                      <a:pt x="457" y="4946"/>
                      <a:pt x="590" y="5231"/>
                    </a:cubicBezTo>
                    <a:cubicBezTo>
                      <a:pt x="742" y="5517"/>
                      <a:pt x="951" y="5745"/>
                      <a:pt x="1218" y="5935"/>
                    </a:cubicBezTo>
                    <a:cubicBezTo>
                      <a:pt x="1446" y="6144"/>
                      <a:pt x="1750" y="6277"/>
                      <a:pt x="2093" y="6373"/>
                    </a:cubicBezTo>
                    <a:cubicBezTo>
                      <a:pt x="2416" y="6468"/>
                      <a:pt x="2777" y="6525"/>
                      <a:pt x="3139" y="6525"/>
                    </a:cubicBezTo>
                    <a:cubicBezTo>
                      <a:pt x="3310" y="6525"/>
                      <a:pt x="3443" y="6525"/>
                      <a:pt x="3614" y="6487"/>
                    </a:cubicBezTo>
                    <a:cubicBezTo>
                      <a:pt x="3748" y="6487"/>
                      <a:pt x="3938" y="6468"/>
                      <a:pt x="4109" y="6449"/>
                    </a:cubicBezTo>
                    <a:lnTo>
                      <a:pt x="4109" y="8484"/>
                    </a:lnTo>
                    <a:cubicBezTo>
                      <a:pt x="3805" y="8465"/>
                      <a:pt x="3500" y="8446"/>
                      <a:pt x="3215" y="8370"/>
                    </a:cubicBezTo>
                    <a:cubicBezTo>
                      <a:pt x="2930" y="8332"/>
                      <a:pt x="2644" y="8256"/>
                      <a:pt x="2378" y="8160"/>
                    </a:cubicBezTo>
                    <a:cubicBezTo>
                      <a:pt x="2112" y="8065"/>
                      <a:pt x="1845" y="7970"/>
                      <a:pt x="1598" y="7856"/>
                    </a:cubicBezTo>
                    <a:cubicBezTo>
                      <a:pt x="1332" y="7723"/>
                      <a:pt x="1085" y="7609"/>
                      <a:pt x="837" y="7476"/>
                    </a:cubicBezTo>
                    <a:lnTo>
                      <a:pt x="0" y="8769"/>
                    </a:lnTo>
                    <a:cubicBezTo>
                      <a:pt x="571" y="9073"/>
                      <a:pt x="1180" y="9340"/>
                      <a:pt x="1902" y="9549"/>
                    </a:cubicBezTo>
                    <a:cubicBezTo>
                      <a:pt x="2587" y="9777"/>
                      <a:pt x="3348" y="9891"/>
                      <a:pt x="4166" y="9929"/>
                    </a:cubicBezTo>
                    <a:lnTo>
                      <a:pt x="4166" y="11508"/>
                    </a:lnTo>
                    <a:lnTo>
                      <a:pt x="5402" y="11508"/>
                    </a:lnTo>
                    <a:lnTo>
                      <a:pt x="5402" y="9910"/>
                    </a:lnTo>
                    <a:cubicBezTo>
                      <a:pt x="6011" y="9891"/>
                      <a:pt x="6563" y="9777"/>
                      <a:pt x="7038" y="9625"/>
                    </a:cubicBezTo>
                    <a:cubicBezTo>
                      <a:pt x="7514" y="9454"/>
                      <a:pt x="7932" y="9264"/>
                      <a:pt x="8274" y="9016"/>
                    </a:cubicBezTo>
                    <a:cubicBezTo>
                      <a:pt x="8598" y="8750"/>
                      <a:pt x="8864" y="8465"/>
                      <a:pt x="9054" y="8103"/>
                    </a:cubicBezTo>
                    <a:cubicBezTo>
                      <a:pt x="9245" y="7780"/>
                      <a:pt x="9340" y="7362"/>
                      <a:pt x="9340" y="6943"/>
                    </a:cubicBezTo>
                    <a:cubicBezTo>
                      <a:pt x="9340" y="6582"/>
                      <a:pt x="9264" y="6277"/>
                      <a:pt x="9149" y="5992"/>
                    </a:cubicBezTo>
                    <a:cubicBezTo>
                      <a:pt x="9016" y="5726"/>
                      <a:pt x="8845" y="5460"/>
                      <a:pt x="8579" y="5269"/>
                    </a:cubicBezTo>
                    <a:cubicBezTo>
                      <a:pt x="8351" y="5079"/>
                      <a:pt x="8027" y="4946"/>
                      <a:pt x="7647" y="4832"/>
                    </a:cubicBezTo>
                    <a:cubicBezTo>
                      <a:pt x="7266" y="4699"/>
                      <a:pt x="6848" y="4661"/>
                      <a:pt x="6372" y="4661"/>
                    </a:cubicBezTo>
                    <a:cubicBezTo>
                      <a:pt x="6201" y="4661"/>
                      <a:pt x="6030" y="4661"/>
                      <a:pt x="5878" y="4680"/>
                    </a:cubicBezTo>
                    <a:cubicBezTo>
                      <a:pt x="5707" y="4699"/>
                      <a:pt x="5535" y="4699"/>
                      <a:pt x="5364" y="4737"/>
                    </a:cubicBezTo>
                    <a:lnTo>
                      <a:pt x="5364" y="3063"/>
                    </a:lnTo>
                    <a:cubicBezTo>
                      <a:pt x="5821" y="3139"/>
                      <a:pt x="6258" y="3215"/>
                      <a:pt x="6658" y="3329"/>
                    </a:cubicBezTo>
                    <a:cubicBezTo>
                      <a:pt x="7057" y="3443"/>
                      <a:pt x="7419" y="3595"/>
                      <a:pt x="7780" y="3729"/>
                    </a:cubicBezTo>
                    <a:lnTo>
                      <a:pt x="8484" y="2397"/>
                    </a:lnTo>
                    <a:cubicBezTo>
                      <a:pt x="8027" y="2207"/>
                      <a:pt x="7533" y="2036"/>
                      <a:pt x="7019" y="1903"/>
                    </a:cubicBezTo>
                    <a:cubicBezTo>
                      <a:pt x="6487" y="1750"/>
                      <a:pt x="5916" y="1655"/>
                      <a:pt x="5345" y="1617"/>
                    </a:cubicBezTo>
                    <a:lnTo>
                      <a:pt x="534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2" name="Google Shape;1732;p40">
              <a:extLst>
                <a:ext uri="{FF2B5EF4-FFF2-40B4-BE49-F238E27FC236}">
                  <a16:creationId xmlns:a16="http://schemas.microsoft.com/office/drawing/2014/main" id="{235995C0-5C33-E925-9A45-E78C51A6F648}"/>
                </a:ext>
              </a:extLst>
            </p:cNvPr>
            <p:cNvGrpSpPr/>
            <p:nvPr/>
          </p:nvGrpSpPr>
          <p:grpSpPr>
            <a:xfrm flipH="1">
              <a:off x="7025714" y="1287024"/>
              <a:ext cx="376456" cy="657790"/>
              <a:chOff x="983525" y="1693500"/>
              <a:chExt cx="321950" cy="562550"/>
            </a:xfrm>
          </p:grpSpPr>
          <p:sp>
            <p:nvSpPr>
              <p:cNvPr id="1733" name="Google Shape;1733;p40">
                <a:extLst>
                  <a:ext uri="{FF2B5EF4-FFF2-40B4-BE49-F238E27FC236}">
                    <a16:creationId xmlns:a16="http://schemas.microsoft.com/office/drawing/2014/main" id="{0374B200-FFF5-49CA-8F46-82CC15758B36}"/>
                  </a:ext>
                </a:extLst>
              </p:cNvPr>
              <p:cNvSpPr/>
              <p:nvPr/>
            </p:nvSpPr>
            <p:spPr>
              <a:xfrm>
                <a:off x="983525" y="1693500"/>
                <a:ext cx="3219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2878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12878" y="1027"/>
                    </a:lnTo>
                    <a:lnTo>
                      <a:pt x="1287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40">
                <a:extLst>
                  <a:ext uri="{FF2B5EF4-FFF2-40B4-BE49-F238E27FC236}">
                    <a16:creationId xmlns:a16="http://schemas.microsoft.com/office/drawing/2014/main" id="{B0D8E912-5310-EFFB-F472-26C8113F0A21}"/>
                  </a:ext>
                </a:extLst>
              </p:cNvPr>
              <p:cNvSpPr/>
              <p:nvPr/>
            </p:nvSpPr>
            <p:spPr>
              <a:xfrm>
                <a:off x="984000" y="1761500"/>
                <a:ext cx="1816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7267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7266" y="1027"/>
                    </a:lnTo>
                    <a:lnTo>
                      <a:pt x="72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40">
                <a:extLst>
                  <a:ext uri="{FF2B5EF4-FFF2-40B4-BE49-F238E27FC236}">
                    <a16:creationId xmlns:a16="http://schemas.microsoft.com/office/drawing/2014/main" id="{FDCABC0E-2991-1EFC-F5FC-4FCF6017A870}"/>
                  </a:ext>
                </a:extLst>
              </p:cNvPr>
              <p:cNvSpPr/>
              <p:nvPr/>
            </p:nvSpPr>
            <p:spPr>
              <a:xfrm>
                <a:off x="1207025" y="1761500"/>
                <a:ext cx="979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3919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3919" y="1027"/>
                    </a:lnTo>
                    <a:lnTo>
                      <a:pt x="39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40">
                <a:extLst>
                  <a:ext uri="{FF2B5EF4-FFF2-40B4-BE49-F238E27FC236}">
                    <a16:creationId xmlns:a16="http://schemas.microsoft.com/office/drawing/2014/main" id="{4215882B-0D41-61E8-ADB1-FD85F29FF460}"/>
                  </a:ext>
                </a:extLst>
              </p:cNvPr>
              <p:cNvSpPr/>
              <p:nvPr/>
            </p:nvSpPr>
            <p:spPr>
              <a:xfrm>
                <a:off x="1234125" y="1828550"/>
                <a:ext cx="70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283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2835" y="1027"/>
                    </a:lnTo>
                    <a:lnTo>
                      <a:pt x="283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40">
                <a:extLst>
                  <a:ext uri="{FF2B5EF4-FFF2-40B4-BE49-F238E27FC236}">
                    <a16:creationId xmlns:a16="http://schemas.microsoft.com/office/drawing/2014/main" id="{6357C685-576D-A7F9-454F-8630B0123EDF}"/>
                  </a:ext>
                </a:extLst>
              </p:cNvPr>
              <p:cNvSpPr/>
              <p:nvPr/>
            </p:nvSpPr>
            <p:spPr>
              <a:xfrm>
                <a:off x="984000" y="1828550"/>
                <a:ext cx="19592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7837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7837" y="1027"/>
                    </a:lnTo>
                    <a:lnTo>
                      <a:pt x="78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40">
                <a:extLst>
                  <a:ext uri="{FF2B5EF4-FFF2-40B4-BE49-F238E27FC236}">
                    <a16:creationId xmlns:a16="http://schemas.microsoft.com/office/drawing/2014/main" id="{D5AD9806-8731-2C10-D433-E3F6E6385232}"/>
                  </a:ext>
                </a:extLst>
              </p:cNvPr>
              <p:cNvSpPr/>
              <p:nvPr/>
            </p:nvSpPr>
            <p:spPr>
              <a:xfrm>
                <a:off x="1096700" y="1897025"/>
                <a:ext cx="2087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8351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8351" y="1027"/>
                    </a:lnTo>
                    <a:lnTo>
                      <a:pt x="83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40">
                <a:extLst>
                  <a:ext uri="{FF2B5EF4-FFF2-40B4-BE49-F238E27FC236}">
                    <a16:creationId xmlns:a16="http://schemas.microsoft.com/office/drawing/2014/main" id="{34D372D2-9BB0-A890-A4FA-793B872B3D90}"/>
                  </a:ext>
                </a:extLst>
              </p:cNvPr>
              <p:cNvSpPr/>
              <p:nvPr/>
            </p:nvSpPr>
            <p:spPr>
              <a:xfrm>
                <a:off x="1137125" y="1968825"/>
                <a:ext cx="167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6715" h="1028" extrusionOk="0">
                    <a:moveTo>
                      <a:pt x="0" y="0"/>
                    </a:moveTo>
                    <a:lnTo>
                      <a:pt x="0" y="1027"/>
                    </a:lnTo>
                    <a:lnTo>
                      <a:pt x="6715" y="1027"/>
                    </a:lnTo>
                    <a:lnTo>
                      <a:pt x="671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40">
                <a:extLst>
                  <a:ext uri="{FF2B5EF4-FFF2-40B4-BE49-F238E27FC236}">
                    <a16:creationId xmlns:a16="http://schemas.microsoft.com/office/drawing/2014/main" id="{AC27C719-402F-E642-9EE9-F5AF9EBFF71F}"/>
                  </a:ext>
                </a:extLst>
              </p:cNvPr>
              <p:cNvSpPr/>
              <p:nvPr/>
            </p:nvSpPr>
            <p:spPr>
              <a:xfrm>
                <a:off x="1060075" y="2111950"/>
                <a:ext cx="244925" cy="25225"/>
              </a:xfrm>
              <a:custGeom>
                <a:avLst/>
                <a:gdLst/>
                <a:ahLst/>
                <a:cxnLst/>
                <a:rect l="l" t="t" r="r" b="b"/>
                <a:pathLst>
                  <a:path w="9797" h="1009" extrusionOk="0">
                    <a:moveTo>
                      <a:pt x="1" y="0"/>
                    </a:moveTo>
                    <a:lnTo>
                      <a:pt x="1" y="1009"/>
                    </a:lnTo>
                    <a:lnTo>
                      <a:pt x="9797" y="1009"/>
                    </a:lnTo>
                    <a:lnTo>
                      <a:pt x="97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40">
                <a:extLst>
                  <a:ext uri="{FF2B5EF4-FFF2-40B4-BE49-F238E27FC236}">
                    <a16:creationId xmlns:a16="http://schemas.microsoft.com/office/drawing/2014/main" id="{E2084B66-3950-FED4-09A0-B2A91F11F432}"/>
                  </a:ext>
                </a:extLst>
              </p:cNvPr>
              <p:cNvSpPr/>
              <p:nvPr/>
            </p:nvSpPr>
            <p:spPr>
              <a:xfrm>
                <a:off x="1060075" y="2170925"/>
                <a:ext cx="24492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9797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9797" y="1027"/>
                    </a:lnTo>
                    <a:lnTo>
                      <a:pt x="97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40">
                <a:extLst>
                  <a:ext uri="{FF2B5EF4-FFF2-40B4-BE49-F238E27FC236}">
                    <a16:creationId xmlns:a16="http://schemas.microsoft.com/office/drawing/2014/main" id="{A8009EF4-5D75-8D4E-4B65-893D77AF9371}"/>
                  </a:ext>
                </a:extLst>
              </p:cNvPr>
              <p:cNvSpPr/>
              <p:nvPr/>
            </p:nvSpPr>
            <p:spPr>
              <a:xfrm>
                <a:off x="1137125" y="2230350"/>
                <a:ext cx="167875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6715" h="1028" extrusionOk="0">
                    <a:moveTo>
                      <a:pt x="0" y="1"/>
                    </a:moveTo>
                    <a:lnTo>
                      <a:pt x="0" y="1028"/>
                    </a:lnTo>
                    <a:lnTo>
                      <a:pt x="6715" y="1028"/>
                    </a:lnTo>
                    <a:lnTo>
                      <a:pt x="671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3" name="Google Shape;1743;p40">
              <a:extLst>
                <a:ext uri="{FF2B5EF4-FFF2-40B4-BE49-F238E27FC236}">
                  <a16:creationId xmlns:a16="http://schemas.microsoft.com/office/drawing/2014/main" id="{02201827-4F09-152B-5610-B44007FFBFEA}"/>
                </a:ext>
              </a:extLst>
            </p:cNvPr>
            <p:cNvGrpSpPr/>
            <p:nvPr/>
          </p:nvGrpSpPr>
          <p:grpSpPr>
            <a:xfrm>
              <a:off x="4689056" y="170858"/>
              <a:ext cx="2199587" cy="1906939"/>
              <a:chOff x="7383006" y="651608"/>
              <a:chExt cx="2199587" cy="1906939"/>
            </a:xfrm>
          </p:grpSpPr>
          <p:sp>
            <p:nvSpPr>
              <p:cNvPr id="1744" name="Google Shape;1744;p40">
                <a:extLst>
                  <a:ext uri="{FF2B5EF4-FFF2-40B4-BE49-F238E27FC236}">
                    <a16:creationId xmlns:a16="http://schemas.microsoft.com/office/drawing/2014/main" id="{3DA93686-E3FF-61A9-E20F-21155EAD0795}"/>
                  </a:ext>
                </a:extLst>
              </p:cNvPr>
              <p:cNvSpPr/>
              <p:nvPr/>
            </p:nvSpPr>
            <p:spPr>
              <a:xfrm>
                <a:off x="7383006" y="1647171"/>
                <a:ext cx="773168" cy="911376"/>
              </a:xfrm>
              <a:custGeom>
                <a:avLst/>
                <a:gdLst/>
                <a:ahLst/>
                <a:cxnLst/>
                <a:rect l="l" t="t" r="r" b="b"/>
                <a:pathLst>
                  <a:path w="27988" h="32991" extrusionOk="0">
                    <a:moveTo>
                      <a:pt x="2302" y="0"/>
                    </a:moveTo>
                    <a:cubicBezTo>
                      <a:pt x="1035" y="0"/>
                      <a:pt x="1" y="1068"/>
                      <a:pt x="1" y="2302"/>
                    </a:cubicBezTo>
                    <a:lnTo>
                      <a:pt x="1" y="30689"/>
                    </a:lnTo>
                    <a:cubicBezTo>
                      <a:pt x="1" y="31956"/>
                      <a:pt x="1035" y="32990"/>
                      <a:pt x="2302" y="32990"/>
                    </a:cubicBezTo>
                    <a:lnTo>
                      <a:pt x="25686" y="32990"/>
                    </a:lnTo>
                    <a:cubicBezTo>
                      <a:pt x="26953" y="32990"/>
                      <a:pt x="27987" y="31990"/>
                      <a:pt x="27987" y="30689"/>
                    </a:cubicBezTo>
                    <a:lnTo>
                      <a:pt x="27987" y="2302"/>
                    </a:lnTo>
                    <a:cubicBezTo>
                      <a:pt x="27987" y="1068"/>
                      <a:pt x="26953" y="0"/>
                      <a:pt x="2568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40">
                <a:extLst>
                  <a:ext uri="{FF2B5EF4-FFF2-40B4-BE49-F238E27FC236}">
                    <a16:creationId xmlns:a16="http://schemas.microsoft.com/office/drawing/2014/main" id="{1B598781-ABFA-8455-2B55-292E9C67CEBD}"/>
                  </a:ext>
                </a:extLst>
              </p:cNvPr>
              <p:cNvSpPr/>
              <p:nvPr/>
            </p:nvSpPr>
            <p:spPr>
              <a:xfrm>
                <a:off x="7441074" y="1595567"/>
                <a:ext cx="772229" cy="911376"/>
              </a:xfrm>
              <a:custGeom>
                <a:avLst/>
                <a:gdLst/>
                <a:ahLst/>
                <a:cxnLst/>
                <a:rect l="l" t="t" r="r" b="b"/>
                <a:pathLst>
                  <a:path w="27954" h="32991" extrusionOk="0">
                    <a:moveTo>
                      <a:pt x="2268" y="0"/>
                    </a:moveTo>
                    <a:cubicBezTo>
                      <a:pt x="1034" y="0"/>
                      <a:pt x="0" y="1034"/>
                      <a:pt x="0" y="2302"/>
                    </a:cubicBezTo>
                    <a:lnTo>
                      <a:pt x="0" y="30689"/>
                    </a:lnTo>
                    <a:cubicBezTo>
                      <a:pt x="0" y="31956"/>
                      <a:pt x="1034" y="32990"/>
                      <a:pt x="2268" y="32990"/>
                    </a:cubicBezTo>
                    <a:lnTo>
                      <a:pt x="25685" y="32990"/>
                    </a:lnTo>
                    <a:cubicBezTo>
                      <a:pt x="26919" y="32990"/>
                      <a:pt x="27953" y="31956"/>
                      <a:pt x="27953" y="30689"/>
                    </a:cubicBezTo>
                    <a:lnTo>
                      <a:pt x="27953" y="2302"/>
                    </a:lnTo>
                    <a:cubicBezTo>
                      <a:pt x="27953" y="1034"/>
                      <a:pt x="26919" y="0"/>
                      <a:pt x="256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40">
                <a:extLst>
                  <a:ext uri="{FF2B5EF4-FFF2-40B4-BE49-F238E27FC236}">
                    <a16:creationId xmlns:a16="http://schemas.microsoft.com/office/drawing/2014/main" id="{B1711FA5-81A8-1C75-3A99-5A00AE08C079}"/>
                  </a:ext>
                </a:extLst>
              </p:cNvPr>
              <p:cNvSpPr/>
              <p:nvPr/>
            </p:nvSpPr>
            <p:spPr>
              <a:xfrm>
                <a:off x="7658541" y="1180884"/>
                <a:ext cx="998920" cy="957455"/>
              </a:xfrm>
              <a:custGeom>
                <a:avLst/>
                <a:gdLst/>
                <a:ahLst/>
                <a:cxnLst/>
                <a:rect l="l" t="t" r="r" b="b"/>
                <a:pathLst>
                  <a:path w="36160" h="34659" extrusionOk="0">
                    <a:moveTo>
                      <a:pt x="4003" y="0"/>
                    </a:moveTo>
                    <a:cubicBezTo>
                      <a:pt x="1802" y="0"/>
                      <a:pt x="0" y="1802"/>
                      <a:pt x="0" y="4003"/>
                    </a:cubicBezTo>
                    <a:lnTo>
                      <a:pt x="0" y="30656"/>
                    </a:lnTo>
                    <a:cubicBezTo>
                      <a:pt x="0" y="32857"/>
                      <a:pt x="1802" y="34659"/>
                      <a:pt x="4003" y="34659"/>
                    </a:cubicBezTo>
                    <a:lnTo>
                      <a:pt x="32157" y="34659"/>
                    </a:lnTo>
                    <a:cubicBezTo>
                      <a:pt x="34358" y="34659"/>
                      <a:pt x="36160" y="32857"/>
                      <a:pt x="36160" y="30656"/>
                    </a:cubicBezTo>
                    <a:lnTo>
                      <a:pt x="36160" y="4003"/>
                    </a:lnTo>
                    <a:cubicBezTo>
                      <a:pt x="36160" y="1802"/>
                      <a:pt x="34358" y="0"/>
                      <a:pt x="321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40">
                <a:extLst>
                  <a:ext uri="{FF2B5EF4-FFF2-40B4-BE49-F238E27FC236}">
                    <a16:creationId xmlns:a16="http://schemas.microsoft.com/office/drawing/2014/main" id="{DA9E2470-5803-0C69-58E4-C776FFB47CE8}"/>
                  </a:ext>
                </a:extLst>
              </p:cNvPr>
              <p:cNvSpPr/>
              <p:nvPr/>
            </p:nvSpPr>
            <p:spPr>
              <a:xfrm>
                <a:off x="7713820" y="1129280"/>
                <a:ext cx="999859" cy="957455"/>
              </a:xfrm>
              <a:custGeom>
                <a:avLst/>
                <a:gdLst/>
                <a:ahLst/>
                <a:cxnLst/>
                <a:rect l="l" t="t" r="r" b="b"/>
                <a:pathLst>
                  <a:path w="36194" h="34659" extrusionOk="0">
                    <a:moveTo>
                      <a:pt x="4004" y="0"/>
                    </a:moveTo>
                    <a:cubicBezTo>
                      <a:pt x="1802" y="0"/>
                      <a:pt x="1" y="1802"/>
                      <a:pt x="1" y="4003"/>
                    </a:cubicBezTo>
                    <a:lnTo>
                      <a:pt x="1" y="30656"/>
                    </a:lnTo>
                    <a:cubicBezTo>
                      <a:pt x="1" y="32857"/>
                      <a:pt x="1802" y="34659"/>
                      <a:pt x="4004" y="34659"/>
                    </a:cubicBezTo>
                    <a:lnTo>
                      <a:pt x="32157" y="34659"/>
                    </a:lnTo>
                    <a:cubicBezTo>
                      <a:pt x="34392" y="34659"/>
                      <a:pt x="36193" y="32857"/>
                      <a:pt x="36160" y="30656"/>
                    </a:cubicBezTo>
                    <a:lnTo>
                      <a:pt x="36160" y="4003"/>
                    </a:lnTo>
                    <a:cubicBezTo>
                      <a:pt x="36160" y="1768"/>
                      <a:pt x="34359" y="0"/>
                      <a:pt x="321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40">
                <a:extLst>
                  <a:ext uri="{FF2B5EF4-FFF2-40B4-BE49-F238E27FC236}">
                    <a16:creationId xmlns:a16="http://schemas.microsoft.com/office/drawing/2014/main" id="{220808D1-BD37-A28F-BBA3-D04622D62E0C}"/>
                  </a:ext>
                </a:extLst>
              </p:cNvPr>
              <p:cNvSpPr/>
              <p:nvPr/>
            </p:nvSpPr>
            <p:spPr>
              <a:xfrm>
                <a:off x="7793989" y="1189172"/>
                <a:ext cx="838585" cy="838584"/>
              </a:xfrm>
              <a:custGeom>
                <a:avLst/>
                <a:gdLst/>
                <a:ahLst/>
                <a:cxnLst/>
                <a:rect l="l" t="t" r="r" b="b"/>
                <a:pathLst>
                  <a:path w="30356" h="30356" extrusionOk="0">
                    <a:moveTo>
                      <a:pt x="15178" y="4437"/>
                    </a:moveTo>
                    <a:cubicBezTo>
                      <a:pt x="21116" y="4437"/>
                      <a:pt x="25919" y="9241"/>
                      <a:pt x="25919" y="15178"/>
                    </a:cubicBezTo>
                    <a:cubicBezTo>
                      <a:pt x="25919" y="21082"/>
                      <a:pt x="21116" y="25886"/>
                      <a:pt x="15178" y="25886"/>
                    </a:cubicBezTo>
                    <a:cubicBezTo>
                      <a:pt x="9274" y="25886"/>
                      <a:pt x="4471" y="21082"/>
                      <a:pt x="4471" y="15178"/>
                    </a:cubicBezTo>
                    <a:cubicBezTo>
                      <a:pt x="4471" y="9241"/>
                      <a:pt x="9274" y="4437"/>
                      <a:pt x="15178" y="4437"/>
                    </a:cubicBezTo>
                    <a:close/>
                    <a:moveTo>
                      <a:pt x="15178" y="1"/>
                    </a:moveTo>
                    <a:cubicBezTo>
                      <a:pt x="6806" y="1"/>
                      <a:pt x="1" y="6805"/>
                      <a:pt x="1" y="15178"/>
                    </a:cubicBezTo>
                    <a:cubicBezTo>
                      <a:pt x="1" y="23551"/>
                      <a:pt x="6806" y="30356"/>
                      <a:pt x="15178" y="30356"/>
                    </a:cubicBezTo>
                    <a:cubicBezTo>
                      <a:pt x="23584" y="30356"/>
                      <a:pt x="30356" y="23551"/>
                      <a:pt x="30356" y="15178"/>
                    </a:cubicBezTo>
                    <a:cubicBezTo>
                      <a:pt x="30323" y="6805"/>
                      <a:pt x="23584" y="1"/>
                      <a:pt x="151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40">
                <a:extLst>
                  <a:ext uri="{FF2B5EF4-FFF2-40B4-BE49-F238E27FC236}">
                    <a16:creationId xmlns:a16="http://schemas.microsoft.com/office/drawing/2014/main" id="{652757A3-4B38-40AC-3885-F9D7CEDBA005}"/>
                  </a:ext>
                </a:extLst>
              </p:cNvPr>
              <p:cNvSpPr/>
              <p:nvPr/>
            </p:nvSpPr>
            <p:spPr>
              <a:xfrm>
                <a:off x="8234476" y="1189172"/>
                <a:ext cx="394430" cy="411005"/>
              </a:xfrm>
              <a:custGeom>
                <a:avLst/>
                <a:gdLst/>
                <a:ahLst/>
                <a:cxnLst/>
                <a:rect l="l" t="t" r="r" b="b"/>
                <a:pathLst>
                  <a:path w="14278" h="14878" extrusionOk="0">
                    <a:moveTo>
                      <a:pt x="1" y="1"/>
                    </a:moveTo>
                    <a:lnTo>
                      <a:pt x="1" y="4470"/>
                    </a:lnTo>
                    <a:cubicBezTo>
                      <a:pt x="5471" y="4837"/>
                      <a:pt x="9808" y="9341"/>
                      <a:pt x="9941" y="14878"/>
                    </a:cubicBezTo>
                    <a:lnTo>
                      <a:pt x="14277" y="13377"/>
                    </a:lnTo>
                    <a:cubicBezTo>
                      <a:pt x="13410" y="6072"/>
                      <a:pt x="7406" y="368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40">
                <a:extLst>
                  <a:ext uri="{FF2B5EF4-FFF2-40B4-BE49-F238E27FC236}">
                    <a16:creationId xmlns:a16="http://schemas.microsoft.com/office/drawing/2014/main" id="{1DA68538-5EB1-BA99-E908-04387CDC9CC4}"/>
                  </a:ext>
                </a:extLst>
              </p:cNvPr>
              <p:cNvSpPr/>
              <p:nvPr/>
            </p:nvSpPr>
            <p:spPr>
              <a:xfrm>
                <a:off x="7844681" y="1189172"/>
                <a:ext cx="389816" cy="310560"/>
              </a:xfrm>
              <a:custGeom>
                <a:avLst/>
                <a:gdLst/>
                <a:ahLst/>
                <a:cxnLst/>
                <a:rect l="l" t="t" r="r" b="b"/>
                <a:pathLst>
                  <a:path w="14111" h="11242" extrusionOk="0">
                    <a:moveTo>
                      <a:pt x="13343" y="1"/>
                    </a:moveTo>
                    <a:cubicBezTo>
                      <a:pt x="7606" y="1"/>
                      <a:pt x="2602" y="3203"/>
                      <a:pt x="1" y="7906"/>
                    </a:cubicBezTo>
                    <a:lnTo>
                      <a:pt x="3336" y="11242"/>
                    </a:lnTo>
                    <a:cubicBezTo>
                      <a:pt x="4871" y="7239"/>
                      <a:pt x="8807" y="4404"/>
                      <a:pt x="13343" y="4404"/>
                    </a:cubicBezTo>
                    <a:cubicBezTo>
                      <a:pt x="13610" y="4404"/>
                      <a:pt x="13844" y="4404"/>
                      <a:pt x="14111" y="4470"/>
                    </a:cubicBezTo>
                    <a:lnTo>
                      <a:pt x="14111" y="34"/>
                    </a:lnTo>
                    <a:cubicBezTo>
                      <a:pt x="13844" y="34"/>
                      <a:pt x="13610" y="1"/>
                      <a:pt x="133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40">
                <a:extLst>
                  <a:ext uri="{FF2B5EF4-FFF2-40B4-BE49-F238E27FC236}">
                    <a16:creationId xmlns:a16="http://schemas.microsoft.com/office/drawing/2014/main" id="{D0C16BBF-20C7-41FD-1B7C-9110C398FD13}"/>
                  </a:ext>
                </a:extLst>
              </p:cNvPr>
              <p:cNvSpPr/>
              <p:nvPr/>
            </p:nvSpPr>
            <p:spPr>
              <a:xfrm>
                <a:off x="9034291" y="651608"/>
                <a:ext cx="548301" cy="548329"/>
              </a:xfrm>
              <a:custGeom>
                <a:avLst/>
                <a:gdLst/>
                <a:ahLst/>
                <a:cxnLst/>
                <a:rect l="l" t="t" r="r" b="b"/>
                <a:pathLst>
                  <a:path w="19848" h="19849" extrusionOk="0">
                    <a:moveTo>
                      <a:pt x="9640" y="935"/>
                    </a:moveTo>
                    <a:lnTo>
                      <a:pt x="9640" y="3803"/>
                    </a:lnTo>
                    <a:cubicBezTo>
                      <a:pt x="8907" y="3803"/>
                      <a:pt x="8173" y="3803"/>
                      <a:pt x="7506" y="3837"/>
                    </a:cubicBezTo>
                    <a:cubicBezTo>
                      <a:pt x="8306" y="2469"/>
                      <a:pt x="9140" y="1468"/>
                      <a:pt x="9640" y="935"/>
                    </a:cubicBezTo>
                    <a:close/>
                    <a:moveTo>
                      <a:pt x="10241" y="801"/>
                    </a:moveTo>
                    <a:cubicBezTo>
                      <a:pt x="10741" y="1302"/>
                      <a:pt x="11742" y="2436"/>
                      <a:pt x="12643" y="4004"/>
                    </a:cubicBezTo>
                    <a:cubicBezTo>
                      <a:pt x="11809" y="3937"/>
                      <a:pt x="11008" y="3837"/>
                      <a:pt x="10241" y="3837"/>
                    </a:cubicBezTo>
                    <a:lnTo>
                      <a:pt x="10241" y="801"/>
                    </a:lnTo>
                    <a:close/>
                    <a:moveTo>
                      <a:pt x="9073" y="768"/>
                    </a:moveTo>
                    <a:lnTo>
                      <a:pt x="9073" y="768"/>
                    </a:lnTo>
                    <a:cubicBezTo>
                      <a:pt x="8440" y="1435"/>
                      <a:pt x="7572" y="2503"/>
                      <a:pt x="6805" y="3937"/>
                    </a:cubicBezTo>
                    <a:cubicBezTo>
                      <a:pt x="5771" y="4004"/>
                      <a:pt x="4837" y="4170"/>
                      <a:pt x="4003" y="4337"/>
                    </a:cubicBezTo>
                    <a:cubicBezTo>
                      <a:pt x="5237" y="2636"/>
                      <a:pt x="6972" y="1402"/>
                      <a:pt x="9073" y="768"/>
                    </a:cubicBezTo>
                    <a:close/>
                    <a:moveTo>
                      <a:pt x="10975" y="768"/>
                    </a:moveTo>
                    <a:lnTo>
                      <a:pt x="10975" y="768"/>
                    </a:lnTo>
                    <a:cubicBezTo>
                      <a:pt x="13176" y="1402"/>
                      <a:pt x="15011" y="2803"/>
                      <a:pt x="16245" y="4637"/>
                    </a:cubicBezTo>
                    <a:cubicBezTo>
                      <a:pt x="15244" y="4437"/>
                      <a:pt x="14277" y="4237"/>
                      <a:pt x="13310" y="4104"/>
                    </a:cubicBezTo>
                    <a:cubicBezTo>
                      <a:pt x="12509" y="2603"/>
                      <a:pt x="11608" y="1468"/>
                      <a:pt x="10975" y="768"/>
                    </a:cubicBezTo>
                    <a:close/>
                    <a:moveTo>
                      <a:pt x="6805" y="1102"/>
                    </a:moveTo>
                    <a:lnTo>
                      <a:pt x="6805" y="1102"/>
                    </a:lnTo>
                    <a:cubicBezTo>
                      <a:pt x="5337" y="1935"/>
                      <a:pt x="4103" y="3103"/>
                      <a:pt x="3169" y="4571"/>
                    </a:cubicBezTo>
                    <a:cubicBezTo>
                      <a:pt x="2769" y="4671"/>
                      <a:pt x="2402" y="4771"/>
                      <a:pt x="2002" y="4871"/>
                    </a:cubicBezTo>
                    <a:cubicBezTo>
                      <a:pt x="3169" y="3136"/>
                      <a:pt x="4837" y="1802"/>
                      <a:pt x="6805" y="1102"/>
                    </a:cubicBezTo>
                    <a:close/>
                    <a:moveTo>
                      <a:pt x="13543" y="1302"/>
                    </a:moveTo>
                    <a:lnTo>
                      <a:pt x="13543" y="1302"/>
                    </a:lnTo>
                    <a:cubicBezTo>
                      <a:pt x="15411" y="2069"/>
                      <a:pt x="16946" y="3437"/>
                      <a:pt x="17980" y="5138"/>
                    </a:cubicBezTo>
                    <a:cubicBezTo>
                      <a:pt x="17646" y="5038"/>
                      <a:pt x="17346" y="4971"/>
                      <a:pt x="17012" y="4871"/>
                    </a:cubicBezTo>
                    <a:cubicBezTo>
                      <a:pt x="16178" y="3437"/>
                      <a:pt x="14978" y="2169"/>
                      <a:pt x="13543" y="1302"/>
                    </a:cubicBezTo>
                    <a:close/>
                    <a:moveTo>
                      <a:pt x="6505" y="4471"/>
                    </a:moveTo>
                    <a:lnTo>
                      <a:pt x="6505" y="4471"/>
                    </a:lnTo>
                    <a:cubicBezTo>
                      <a:pt x="5838" y="5838"/>
                      <a:pt x="5337" y="7506"/>
                      <a:pt x="5271" y="9341"/>
                    </a:cubicBezTo>
                    <a:lnTo>
                      <a:pt x="5271" y="9574"/>
                    </a:lnTo>
                    <a:lnTo>
                      <a:pt x="2268" y="9574"/>
                    </a:lnTo>
                    <a:cubicBezTo>
                      <a:pt x="2302" y="7906"/>
                      <a:pt x="2802" y="6339"/>
                      <a:pt x="3603" y="4971"/>
                    </a:cubicBezTo>
                    <a:cubicBezTo>
                      <a:pt x="4103" y="4871"/>
                      <a:pt x="4737" y="4771"/>
                      <a:pt x="5337" y="4637"/>
                    </a:cubicBezTo>
                    <a:cubicBezTo>
                      <a:pt x="5738" y="4604"/>
                      <a:pt x="6105" y="4504"/>
                      <a:pt x="6505" y="4471"/>
                    </a:cubicBezTo>
                    <a:close/>
                    <a:moveTo>
                      <a:pt x="2802" y="5238"/>
                    </a:moveTo>
                    <a:cubicBezTo>
                      <a:pt x="2135" y="6539"/>
                      <a:pt x="1735" y="8006"/>
                      <a:pt x="1668" y="9608"/>
                    </a:cubicBezTo>
                    <a:lnTo>
                      <a:pt x="567" y="9608"/>
                    </a:lnTo>
                    <a:cubicBezTo>
                      <a:pt x="601" y="8173"/>
                      <a:pt x="968" y="6806"/>
                      <a:pt x="1601" y="5638"/>
                    </a:cubicBezTo>
                    <a:cubicBezTo>
                      <a:pt x="1935" y="5505"/>
                      <a:pt x="2335" y="5405"/>
                      <a:pt x="2802" y="5238"/>
                    </a:cubicBezTo>
                    <a:close/>
                    <a:moveTo>
                      <a:pt x="8888" y="4376"/>
                    </a:moveTo>
                    <a:cubicBezTo>
                      <a:pt x="9135" y="4376"/>
                      <a:pt x="9386" y="4384"/>
                      <a:pt x="9640" y="4404"/>
                    </a:cubicBezTo>
                    <a:lnTo>
                      <a:pt x="9640" y="9608"/>
                    </a:lnTo>
                    <a:lnTo>
                      <a:pt x="5804" y="9608"/>
                    </a:lnTo>
                    <a:lnTo>
                      <a:pt x="5804" y="9441"/>
                    </a:lnTo>
                    <a:cubicBezTo>
                      <a:pt x="5904" y="7506"/>
                      <a:pt x="6471" y="5838"/>
                      <a:pt x="7172" y="4471"/>
                    </a:cubicBezTo>
                    <a:cubicBezTo>
                      <a:pt x="7714" y="4423"/>
                      <a:pt x="8290" y="4376"/>
                      <a:pt x="8888" y="4376"/>
                    </a:cubicBezTo>
                    <a:close/>
                    <a:moveTo>
                      <a:pt x="10241" y="4404"/>
                    </a:moveTo>
                    <a:cubicBezTo>
                      <a:pt x="11075" y="4437"/>
                      <a:pt x="11975" y="4504"/>
                      <a:pt x="12943" y="4637"/>
                    </a:cubicBezTo>
                    <a:cubicBezTo>
                      <a:pt x="13610" y="5972"/>
                      <a:pt x="14144" y="7606"/>
                      <a:pt x="14244" y="9441"/>
                    </a:cubicBezTo>
                    <a:lnTo>
                      <a:pt x="14244" y="9608"/>
                    </a:lnTo>
                    <a:lnTo>
                      <a:pt x="10241" y="9608"/>
                    </a:lnTo>
                    <a:lnTo>
                      <a:pt x="10241" y="4404"/>
                    </a:lnTo>
                    <a:close/>
                    <a:moveTo>
                      <a:pt x="13643" y="4737"/>
                    </a:moveTo>
                    <a:cubicBezTo>
                      <a:pt x="14611" y="4871"/>
                      <a:pt x="15611" y="5104"/>
                      <a:pt x="16679" y="5338"/>
                    </a:cubicBezTo>
                    <a:cubicBezTo>
                      <a:pt x="17313" y="6605"/>
                      <a:pt x="17746" y="8073"/>
                      <a:pt x="17813" y="9608"/>
                    </a:cubicBezTo>
                    <a:lnTo>
                      <a:pt x="14811" y="9608"/>
                    </a:lnTo>
                    <a:lnTo>
                      <a:pt x="14811" y="9407"/>
                    </a:lnTo>
                    <a:cubicBezTo>
                      <a:pt x="14744" y="7640"/>
                      <a:pt x="14277" y="6072"/>
                      <a:pt x="13643" y="4737"/>
                    </a:cubicBezTo>
                    <a:close/>
                    <a:moveTo>
                      <a:pt x="17346" y="5571"/>
                    </a:moveTo>
                    <a:lnTo>
                      <a:pt x="17346" y="5571"/>
                    </a:lnTo>
                    <a:cubicBezTo>
                      <a:pt x="17679" y="5638"/>
                      <a:pt x="18013" y="5772"/>
                      <a:pt x="18347" y="5838"/>
                    </a:cubicBezTo>
                    <a:cubicBezTo>
                      <a:pt x="18914" y="6972"/>
                      <a:pt x="19247" y="8273"/>
                      <a:pt x="19314" y="9608"/>
                    </a:cubicBezTo>
                    <a:lnTo>
                      <a:pt x="18347" y="9608"/>
                    </a:lnTo>
                    <a:cubicBezTo>
                      <a:pt x="18313" y="8140"/>
                      <a:pt x="17946" y="6806"/>
                      <a:pt x="17346" y="5571"/>
                    </a:cubicBezTo>
                    <a:close/>
                    <a:moveTo>
                      <a:pt x="1668" y="10108"/>
                    </a:moveTo>
                    <a:lnTo>
                      <a:pt x="1668" y="10141"/>
                    </a:lnTo>
                    <a:cubicBezTo>
                      <a:pt x="1735" y="11843"/>
                      <a:pt x="2168" y="13477"/>
                      <a:pt x="2969" y="14911"/>
                    </a:cubicBezTo>
                    <a:cubicBezTo>
                      <a:pt x="2602" y="14811"/>
                      <a:pt x="2235" y="14678"/>
                      <a:pt x="1801" y="14578"/>
                    </a:cubicBezTo>
                    <a:cubicBezTo>
                      <a:pt x="1068" y="13210"/>
                      <a:pt x="601" y="11742"/>
                      <a:pt x="567" y="10108"/>
                    </a:cubicBezTo>
                    <a:close/>
                    <a:moveTo>
                      <a:pt x="19314" y="10141"/>
                    </a:moveTo>
                    <a:cubicBezTo>
                      <a:pt x="19281" y="11843"/>
                      <a:pt x="18780" y="13444"/>
                      <a:pt x="17946" y="14811"/>
                    </a:cubicBezTo>
                    <a:cubicBezTo>
                      <a:pt x="17646" y="14911"/>
                      <a:pt x="17313" y="15012"/>
                      <a:pt x="16946" y="15112"/>
                    </a:cubicBezTo>
                    <a:cubicBezTo>
                      <a:pt x="17813" y="13677"/>
                      <a:pt x="18313" y="11976"/>
                      <a:pt x="18347" y="10141"/>
                    </a:cubicBezTo>
                    <a:close/>
                    <a:moveTo>
                      <a:pt x="5237" y="10141"/>
                    </a:moveTo>
                    <a:cubicBezTo>
                      <a:pt x="5271" y="12009"/>
                      <a:pt x="5771" y="13844"/>
                      <a:pt x="6738" y="15679"/>
                    </a:cubicBezTo>
                    <a:cubicBezTo>
                      <a:pt x="5771" y="15579"/>
                      <a:pt x="4770" y="15345"/>
                      <a:pt x="3736" y="15112"/>
                    </a:cubicBezTo>
                    <a:cubicBezTo>
                      <a:pt x="2802" y="13677"/>
                      <a:pt x="2268" y="11976"/>
                      <a:pt x="2235" y="10141"/>
                    </a:cubicBezTo>
                    <a:close/>
                    <a:moveTo>
                      <a:pt x="17813" y="10141"/>
                    </a:moveTo>
                    <a:cubicBezTo>
                      <a:pt x="17780" y="12076"/>
                      <a:pt x="17179" y="13844"/>
                      <a:pt x="16145" y="15345"/>
                    </a:cubicBezTo>
                    <a:cubicBezTo>
                      <a:pt x="15645" y="15479"/>
                      <a:pt x="15111" y="15612"/>
                      <a:pt x="14511" y="15679"/>
                    </a:cubicBezTo>
                    <a:cubicBezTo>
                      <a:pt x="14110" y="15779"/>
                      <a:pt x="13677" y="15812"/>
                      <a:pt x="13243" y="15845"/>
                    </a:cubicBezTo>
                    <a:cubicBezTo>
                      <a:pt x="14244" y="13977"/>
                      <a:pt x="14777" y="12109"/>
                      <a:pt x="14811" y="10141"/>
                    </a:cubicBezTo>
                    <a:close/>
                    <a:moveTo>
                      <a:pt x="9640" y="10141"/>
                    </a:moveTo>
                    <a:lnTo>
                      <a:pt x="9640" y="15946"/>
                    </a:lnTo>
                    <a:cubicBezTo>
                      <a:pt x="8940" y="15912"/>
                      <a:pt x="8173" y="15845"/>
                      <a:pt x="7439" y="15779"/>
                    </a:cubicBezTo>
                    <a:cubicBezTo>
                      <a:pt x="6405" y="13944"/>
                      <a:pt x="5838" y="12076"/>
                      <a:pt x="5804" y="10141"/>
                    </a:cubicBezTo>
                    <a:close/>
                    <a:moveTo>
                      <a:pt x="14244" y="10141"/>
                    </a:moveTo>
                    <a:cubicBezTo>
                      <a:pt x="14177" y="12109"/>
                      <a:pt x="13610" y="14011"/>
                      <a:pt x="12509" y="15912"/>
                    </a:cubicBezTo>
                    <a:cubicBezTo>
                      <a:pt x="11809" y="15979"/>
                      <a:pt x="11075" y="15979"/>
                      <a:pt x="10241" y="15979"/>
                    </a:cubicBezTo>
                    <a:lnTo>
                      <a:pt x="10241" y="10141"/>
                    </a:lnTo>
                    <a:close/>
                    <a:moveTo>
                      <a:pt x="17446" y="15612"/>
                    </a:moveTo>
                    <a:cubicBezTo>
                      <a:pt x="16445" y="16913"/>
                      <a:pt x="15111" y="17947"/>
                      <a:pt x="13577" y="18614"/>
                    </a:cubicBezTo>
                    <a:cubicBezTo>
                      <a:pt x="14744" y="17914"/>
                      <a:pt x="15745" y="16946"/>
                      <a:pt x="16512" y="15845"/>
                    </a:cubicBezTo>
                    <a:cubicBezTo>
                      <a:pt x="16846" y="15779"/>
                      <a:pt x="17146" y="15679"/>
                      <a:pt x="17446" y="15612"/>
                    </a:cubicBezTo>
                    <a:close/>
                    <a:moveTo>
                      <a:pt x="2268" y="15312"/>
                    </a:moveTo>
                    <a:lnTo>
                      <a:pt x="2268" y="15312"/>
                    </a:lnTo>
                    <a:cubicBezTo>
                      <a:pt x="2635" y="15445"/>
                      <a:pt x="3002" y="15512"/>
                      <a:pt x="3403" y="15612"/>
                    </a:cubicBezTo>
                    <a:cubicBezTo>
                      <a:pt x="4270" y="16913"/>
                      <a:pt x="5437" y="18014"/>
                      <a:pt x="6805" y="18781"/>
                    </a:cubicBezTo>
                    <a:cubicBezTo>
                      <a:pt x="4970" y="18147"/>
                      <a:pt x="3336" y="16913"/>
                      <a:pt x="2268" y="15312"/>
                    </a:cubicBezTo>
                    <a:close/>
                    <a:moveTo>
                      <a:pt x="7772" y="16413"/>
                    </a:moveTo>
                    <a:lnTo>
                      <a:pt x="7772" y="16413"/>
                    </a:lnTo>
                    <a:cubicBezTo>
                      <a:pt x="8440" y="16446"/>
                      <a:pt x="9073" y="16479"/>
                      <a:pt x="9640" y="16513"/>
                    </a:cubicBezTo>
                    <a:lnTo>
                      <a:pt x="9640" y="18914"/>
                    </a:lnTo>
                    <a:cubicBezTo>
                      <a:pt x="8940" y="18080"/>
                      <a:pt x="8306" y="17246"/>
                      <a:pt x="7772" y="16413"/>
                    </a:cubicBezTo>
                    <a:close/>
                    <a:moveTo>
                      <a:pt x="12176" y="16479"/>
                    </a:moveTo>
                    <a:lnTo>
                      <a:pt x="12176" y="16479"/>
                    </a:lnTo>
                    <a:cubicBezTo>
                      <a:pt x="11642" y="17347"/>
                      <a:pt x="10975" y="18247"/>
                      <a:pt x="10241" y="19081"/>
                    </a:cubicBezTo>
                    <a:lnTo>
                      <a:pt x="10241" y="16513"/>
                    </a:lnTo>
                    <a:lnTo>
                      <a:pt x="10608" y="16513"/>
                    </a:lnTo>
                    <a:cubicBezTo>
                      <a:pt x="11141" y="16513"/>
                      <a:pt x="11675" y="16513"/>
                      <a:pt x="12176" y="16479"/>
                    </a:cubicBezTo>
                    <a:close/>
                    <a:moveTo>
                      <a:pt x="4237" y="15812"/>
                    </a:moveTo>
                    <a:cubicBezTo>
                      <a:pt x="5237" y="16012"/>
                      <a:pt x="6171" y="16179"/>
                      <a:pt x="7105" y="16312"/>
                    </a:cubicBezTo>
                    <a:cubicBezTo>
                      <a:pt x="7639" y="17280"/>
                      <a:pt x="8339" y="18247"/>
                      <a:pt x="9140" y="19148"/>
                    </a:cubicBezTo>
                    <a:cubicBezTo>
                      <a:pt x="7139" y="18614"/>
                      <a:pt x="5437" y="17413"/>
                      <a:pt x="4237" y="15812"/>
                    </a:cubicBezTo>
                    <a:close/>
                    <a:moveTo>
                      <a:pt x="15645" y="16012"/>
                    </a:moveTo>
                    <a:lnTo>
                      <a:pt x="15645" y="16012"/>
                    </a:lnTo>
                    <a:cubicBezTo>
                      <a:pt x="14444" y="17480"/>
                      <a:pt x="12809" y="18614"/>
                      <a:pt x="10908" y="19148"/>
                    </a:cubicBezTo>
                    <a:cubicBezTo>
                      <a:pt x="11675" y="18247"/>
                      <a:pt x="12342" y="17347"/>
                      <a:pt x="12909" y="16446"/>
                    </a:cubicBezTo>
                    <a:cubicBezTo>
                      <a:pt x="13943" y="16346"/>
                      <a:pt x="14844" y="16179"/>
                      <a:pt x="15645" y="16012"/>
                    </a:cubicBezTo>
                    <a:close/>
                    <a:moveTo>
                      <a:pt x="9941" y="1"/>
                    </a:moveTo>
                    <a:cubicBezTo>
                      <a:pt x="4470" y="1"/>
                      <a:pt x="0" y="4471"/>
                      <a:pt x="0" y="9941"/>
                    </a:cubicBezTo>
                    <a:cubicBezTo>
                      <a:pt x="0" y="15412"/>
                      <a:pt x="4470" y="19848"/>
                      <a:pt x="9941" y="19848"/>
                    </a:cubicBezTo>
                    <a:lnTo>
                      <a:pt x="10174" y="19848"/>
                    </a:lnTo>
                    <a:cubicBezTo>
                      <a:pt x="15511" y="19782"/>
                      <a:pt x="19848" y="15345"/>
                      <a:pt x="19848" y="9941"/>
                    </a:cubicBezTo>
                    <a:cubicBezTo>
                      <a:pt x="19848" y="4504"/>
                      <a:pt x="15511" y="134"/>
                      <a:pt x="101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52" name="Google Shape;1752;p40">
            <a:extLst>
              <a:ext uri="{FF2B5EF4-FFF2-40B4-BE49-F238E27FC236}">
                <a16:creationId xmlns:a16="http://schemas.microsoft.com/office/drawing/2014/main" id="{6F4F1D69-0653-9631-863A-8DC7F677C866}"/>
              </a:ext>
            </a:extLst>
          </p:cNvPr>
          <p:cNvGrpSpPr/>
          <p:nvPr/>
        </p:nvGrpSpPr>
        <p:grpSpPr>
          <a:xfrm>
            <a:off x="330310" y="4274529"/>
            <a:ext cx="518269" cy="328105"/>
            <a:chOff x="783960" y="4261704"/>
            <a:chExt cx="518269" cy="328105"/>
          </a:xfrm>
        </p:grpSpPr>
        <p:sp>
          <p:nvSpPr>
            <p:cNvPr id="1753" name="Google Shape;1753;p40">
              <a:extLst>
                <a:ext uri="{FF2B5EF4-FFF2-40B4-BE49-F238E27FC236}">
                  <a16:creationId xmlns:a16="http://schemas.microsoft.com/office/drawing/2014/main" id="{7D5AF3D9-B993-8A07-DD4F-1D4982C51EF9}"/>
                </a:ext>
              </a:extLst>
            </p:cNvPr>
            <p:cNvSpPr/>
            <p:nvPr/>
          </p:nvSpPr>
          <p:spPr>
            <a:xfrm>
              <a:off x="1072397" y="4333585"/>
              <a:ext cx="69145" cy="6914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54" name="Google Shape;1754;p40">
              <a:extLst>
                <a:ext uri="{FF2B5EF4-FFF2-40B4-BE49-F238E27FC236}">
                  <a16:creationId xmlns:a16="http://schemas.microsoft.com/office/drawing/2014/main" id="{55EE2AE9-C3C1-DB47-59CE-B00316D7A1F6}"/>
                </a:ext>
              </a:extLst>
            </p:cNvPr>
            <p:cNvGrpSpPr/>
            <p:nvPr/>
          </p:nvGrpSpPr>
          <p:grpSpPr>
            <a:xfrm>
              <a:off x="783960" y="4261704"/>
              <a:ext cx="518269" cy="328105"/>
              <a:chOff x="783960" y="4261704"/>
              <a:chExt cx="518269" cy="328105"/>
            </a:xfrm>
          </p:grpSpPr>
          <p:sp>
            <p:nvSpPr>
              <p:cNvPr id="1755" name="Google Shape;1755;p40">
                <a:extLst>
                  <a:ext uri="{FF2B5EF4-FFF2-40B4-BE49-F238E27FC236}">
                    <a16:creationId xmlns:a16="http://schemas.microsoft.com/office/drawing/2014/main" id="{4BF16A19-13E7-6132-722E-524319D61DD2}"/>
                  </a:ext>
                </a:extLst>
              </p:cNvPr>
              <p:cNvSpPr/>
              <p:nvPr/>
            </p:nvSpPr>
            <p:spPr>
              <a:xfrm>
                <a:off x="1216509" y="4325297"/>
                <a:ext cx="85720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3103" extrusionOk="0">
                    <a:moveTo>
                      <a:pt x="1534" y="601"/>
                    </a:moveTo>
                    <a:cubicBezTo>
                      <a:pt x="2035" y="601"/>
                      <a:pt x="2502" y="1001"/>
                      <a:pt x="2502" y="1568"/>
                    </a:cubicBezTo>
                    <a:cubicBezTo>
                      <a:pt x="2502" y="2102"/>
                      <a:pt x="2102" y="2502"/>
                      <a:pt x="1534" y="2502"/>
                    </a:cubicBezTo>
                    <a:cubicBezTo>
                      <a:pt x="1001" y="2502"/>
                      <a:pt x="600" y="2102"/>
                      <a:pt x="600" y="1568"/>
                    </a:cubicBezTo>
                    <a:cubicBezTo>
                      <a:pt x="600" y="1001"/>
                      <a:pt x="1001" y="601"/>
                      <a:pt x="1534" y="601"/>
                    </a:cubicBezTo>
                    <a:close/>
                    <a:moveTo>
                      <a:pt x="1534" y="1"/>
                    </a:moveTo>
                    <a:cubicBezTo>
                      <a:pt x="701" y="1"/>
                      <a:pt x="0" y="734"/>
                      <a:pt x="0" y="1568"/>
                    </a:cubicBezTo>
                    <a:cubicBezTo>
                      <a:pt x="0" y="2402"/>
                      <a:pt x="701" y="3103"/>
                      <a:pt x="1534" y="3103"/>
                    </a:cubicBezTo>
                    <a:cubicBezTo>
                      <a:pt x="2368" y="3103"/>
                      <a:pt x="3036" y="2436"/>
                      <a:pt x="3102" y="1568"/>
                    </a:cubicBezTo>
                    <a:cubicBezTo>
                      <a:pt x="3102" y="734"/>
                      <a:pt x="2368" y="1"/>
                      <a:pt x="1534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40">
                <a:extLst>
                  <a:ext uri="{FF2B5EF4-FFF2-40B4-BE49-F238E27FC236}">
                    <a16:creationId xmlns:a16="http://schemas.microsoft.com/office/drawing/2014/main" id="{B1C4D9C3-0205-522B-551A-A2F724F5DDD2}"/>
                  </a:ext>
                </a:extLst>
              </p:cNvPr>
              <p:cNvSpPr/>
              <p:nvPr/>
            </p:nvSpPr>
            <p:spPr>
              <a:xfrm>
                <a:off x="1057995" y="4504061"/>
                <a:ext cx="84809" cy="8574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04" extrusionOk="0">
                    <a:moveTo>
                      <a:pt x="1535" y="601"/>
                    </a:moveTo>
                    <a:cubicBezTo>
                      <a:pt x="2069" y="601"/>
                      <a:pt x="2536" y="1035"/>
                      <a:pt x="2502" y="1535"/>
                    </a:cubicBezTo>
                    <a:cubicBezTo>
                      <a:pt x="2502" y="2069"/>
                      <a:pt x="2069" y="2503"/>
                      <a:pt x="1535" y="2503"/>
                    </a:cubicBezTo>
                    <a:cubicBezTo>
                      <a:pt x="1001" y="2503"/>
                      <a:pt x="568" y="2069"/>
                      <a:pt x="568" y="1535"/>
                    </a:cubicBezTo>
                    <a:cubicBezTo>
                      <a:pt x="568" y="1002"/>
                      <a:pt x="1001" y="601"/>
                      <a:pt x="1535" y="601"/>
                    </a:cubicBezTo>
                    <a:close/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402" y="3103"/>
                      <a:pt x="3069" y="2369"/>
                      <a:pt x="3069" y="1535"/>
                    </a:cubicBezTo>
                    <a:cubicBezTo>
                      <a:pt x="3069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40">
                <a:extLst>
                  <a:ext uri="{FF2B5EF4-FFF2-40B4-BE49-F238E27FC236}">
                    <a16:creationId xmlns:a16="http://schemas.microsoft.com/office/drawing/2014/main" id="{E6F36184-2025-E888-D1E9-CA8877A13E09}"/>
                  </a:ext>
                </a:extLst>
              </p:cNvPr>
              <p:cNvSpPr/>
              <p:nvPr/>
            </p:nvSpPr>
            <p:spPr>
              <a:xfrm>
                <a:off x="883495" y="4261704"/>
                <a:ext cx="15691" cy="213818"/>
              </a:xfrm>
              <a:custGeom>
                <a:avLst/>
                <a:gdLst/>
                <a:ahLst/>
                <a:cxnLst/>
                <a:rect l="l" t="t" r="r" b="b"/>
                <a:pathLst>
                  <a:path w="568" h="7740" extrusionOk="0">
                    <a:moveTo>
                      <a:pt x="300" y="1"/>
                    </a:moveTo>
                    <a:cubicBezTo>
                      <a:pt x="133" y="1"/>
                      <a:pt x="0" y="134"/>
                      <a:pt x="0" y="301"/>
                    </a:cubicBezTo>
                    <a:lnTo>
                      <a:pt x="0" y="7440"/>
                    </a:lnTo>
                    <a:cubicBezTo>
                      <a:pt x="0" y="7606"/>
                      <a:pt x="133" y="7740"/>
                      <a:pt x="300" y="7740"/>
                    </a:cubicBezTo>
                    <a:cubicBezTo>
                      <a:pt x="400" y="7740"/>
                      <a:pt x="534" y="7606"/>
                      <a:pt x="567" y="7440"/>
                    </a:cubicBezTo>
                    <a:lnTo>
                      <a:pt x="567" y="301"/>
                    </a:lnTo>
                    <a:cubicBezTo>
                      <a:pt x="567" y="134"/>
                      <a:pt x="467" y="1"/>
                      <a:pt x="300" y="1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40">
                <a:extLst>
                  <a:ext uri="{FF2B5EF4-FFF2-40B4-BE49-F238E27FC236}">
                    <a16:creationId xmlns:a16="http://schemas.microsoft.com/office/drawing/2014/main" id="{7904F3BF-0CB3-E960-2110-53EFD95024BA}"/>
                  </a:ext>
                </a:extLst>
              </p:cNvPr>
              <p:cNvSpPr/>
              <p:nvPr/>
            </p:nvSpPr>
            <p:spPr>
              <a:xfrm>
                <a:off x="783960" y="4360326"/>
                <a:ext cx="213818" cy="15691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68" extrusionOk="0">
                    <a:moveTo>
                      <a:pt x="301" y="0"/>
                    </a:moveTo>
                    <a:cubicBezTo>
                      <a:pt x="134" y="0"/>
                      <a:pt x="0" y="134"/>
                      <a:pt x="0" y="300"/>
                    </a:cubicBezTo>
                    <a:cubicBezTo>
                      <a:pt x="0" y="467"/>
                      <a:pt x="134" y="567"/>
                      <a:pt x="301" y="567"/>
                    </a:cubicBezTo>
                    <a:lnTo>
                      <a:pt x="7439" y="567"/>
                    </a:lnTo>
                    <a:cubicBezTo>
                      <a:pt x="7606" y="567"/>
                      <a:pt x="7739" y="467"/>
                      <a:pt x="7739" y="300"/>
                    </a:cubicBezTo>
                    <a:cubicBezTo>
                      <a:pt x="7739" y="100"/>
                      <a:pt x="7606" y="0"/>
                      <a:pt x="7439" y="0"/>
                    </a:cubicBezTo>
                    <a:close/>
                  </a:path>
                </a:pathLst>
              </a:custGeom>
              <a:solidFill>
                <a:srgbClr val="B6F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59" name="Google Shape;1759;p40">
            <a:extLst>
              <a:ext uri="{FF2B5EF4-FFF2-40B4-BE49-F238E27FC236}">
                <a16:creationId xmlns:a16="http://schemas.microsoft.com/office/drawing/2014/main" id="{2E3300F7-0BA9-E069-8888-6767B59BC385}"/>
              </a:ext>
            </a:extLst>
          </p:cNvPr>
          <p:cNvGrpSpPr/>
          <p:nvPr/>
        </p:nvGrpSpPr>
        <p:grpSpPr>
          <a:xfrm>
            <a:off x="1476312" y="221824"/>
            <a:ext cx="609540" cy="583574"/>
            <a:chOff x="3105300" y="593625"/>
            <a:chExt cx="256800" cy="245850"/>
          </a:xfrm>
        </p:grpSpPr>
        <p:sp>
          <p:nvSpPr>
            <p:cNvPr id="1760" name="Google Shape;1760;p40">
              <a:extLst>
                <a:ext uri="{FF2B5EF4-FFF2-40B4-BE49-F238E27FC236}">
                  <a16:creationId xmlns:a16="http://schemas.microsoft.com/office/drawing/2014/main" id="{4DC40625-29EB-588E-66C2-FA66E2D955F5}"/>
                </a:ext>
              </a:extLst>
            </p:cNvPr>
            <p:cNvSpPr/>
            <p:nvPr/>
          </p:nvSpPr>
          <p:spPr>
            <a:xfrm>
              <a:off x="3130975" y="695850"/>
              <a:ext cx="109875" cy="109875"/>
            </a:xfrm>
            <a:custGeom>
              <a:avLst/>
              <a:gdLst/>
              <a:ahLst/>
              <a:cxnLst/>
              <a:rect l="l" t="t" r="r" b="b"/>
              <a:pathLst>
                <a:path w="4395" h="4395" extrusionOk="0">
                  <a:moveTo>
                    <a:pt x="1" y="1"/>
                  </a:moveTo>
                  <a:lnTo>
                    <a:pt x="1" y="4394"/>
                  </a:lnTo>
                  <a:lnTo>
                    <a:pt x="4394" y="4394"/>
                  </a:lnTo>
                  <a:lnTo>
                    <a:pt x="4394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0">
              <a:extLst>
                <a:ext uri="{FF2B5EF4-FFF2-40B4-BE49-F238E27FC236}">
                  <a16:creationId xmlns:a16="http://schemas.microsoft.com/office/drawing/2014/main" id="{6DBEB62D-7E70-FC4E-932C-ADA331F2A913}"/>
                </a:ext>
              </a:extLst>
            </p:cNvPr>
            <p:cNvSpPr/>
            <p:nvPr/>
          </p:nvSpPr>
          <p:spPr>
            <a:xfrm>
              <a:off x="3202300" y="765275"/>
              <a:ext cx="74200" cy="74200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" y="1"/>
                  </a:moveTo>
                  <a:lnTo>
                    <a:pt x="1" y="2968"/>
                  </a:lnTo>
                  <a:lnTo>
                    <a:pt x="2968" y="2968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0">
              <a:extLst>
                <a:ext uri="{FF2B5EF4-FFF2-40B4-BE49-F238E27FC236}">
                  <a16:creationId xmlns:a16="http://schemas.microsoft.com/office/drawing/2014/main" id="{37FBC2DD-213F-5EBC-0A19-89E4A5E620C7}"/>
                </a:ext>
              </a:extLst>
            </p:cNvPr>
            <p:cNvSpPr/>
            <p:nvPr/>
          </p:nvSpPr>
          <p:spPr>
            <a:xfrm>
              <a:off x="3293125" y="652575"/>
              <a:ext cx="68975" cy="68975"/>
            </a:xfrm>
            <a:custGeom>
              <a:avLst/>
              <a:gdLst/>
              <a:ahLst/>
              <a:cxnLst/>
              <a:rect l="l" t="t" r="r" b="b"/>
              <a:pathLst>
                <a:path w="2759" h="2759" extrusionOk="0">
                  <a:moveTo>
                    <a:pt x="1" y="1"/>
                  </a:moveTo>
                  <a:lnTo>
                    <a:pt x="1" y="2759"/>
                  </a:lnTo>
                  <a:lnTo>
                    <a:pt x="2759" y="2759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0">
              <a:extLst>
                <a:ext uri="{FF2B5EF4-FFF2-40B4-BE49-F238E27FC236}">
                  <a16:creationId xmlns:a16="http://schemas.microsoft.com/office/drawing/2014/main" id="{CB07B8A3-1725-1780-3B1D-404AB2D032DF}"/>
                </a:ext>
              </a:extLst>
            </p:cNvPr>
            <p:cNvSpPr/>
            <p:nvPr/>
          </p:nvSpPr>
          <p:spPr>
            <a:xfrm>
              <a:off x="3105300" y="593625"/>
              <a:ext cx="35675" cy="3567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0" y="0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639;p40">
            <a:extLst>
              <a:ext uri="{FF2B5EF4-FFF2-40B4-BE49-F238E27FC236}">
                <a16:creationId xmlns:a16="http://schemas.microsoft.com/office/drawing/2014/main" id="{0BEC665A-5E1F-CA79-4AB3-CDA5F67224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658" y="2721782"/>
            <a:ext cx="5102258" cy="698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Teste Unitário:</a:t>
            </a:r>
            <a:endParaRPr sz="3000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0E3FBE80-F2F3-F71D-E115-18FFC786C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277" y="3406989"/>
            <a:ext cx="2748005" cy="489551"/>
          </a:xfrm>
        </p:spPr>
        <p:txBody>
          <a:bodyPr/>
          <a:lstStyle/>
          <a:p>
            <a:r>
              <a:rPr lang="en" sz="2400" dirty="0">
                <a:latin typeface="Arial Rounded MT Bold" panose="020F0704030504030204" pitchFamily="34" charset="0"/>
              </a:rPr>
              <a:t>Custos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7793750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p52"/>
          <p:cNvSpPr txBox="1">
            <a:spLocks noGrp="1"/>
          </p:cNvSpPr>
          <p:nvPr>
            <p:ph type="title"/>
          </p:nvPr>
        </p:nvSpPr>
        <p:spPr>
          <a:xfrm>
            <a:off x="5268024" y="883748"/>
            <a:ext cx="2996700" cy="5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Custos:</a:t>
            </a:r>
            <a:endParaRPr dirty="0"/>
          </a:p>
        </p:txBody>
      </p:sp>
      <p:sp>
        <p:nvSpPr>
          <p:cNvPr id="2285" name="Google Shape;2285;p52"/>
          <p:cNvSpPr txBox="1">
            <a:spLocks noGrp="1"/>
          </p:cNvSpPr>
          <p:nvPr>
            <p:ph type="subTitle" idx="1"/>
          </p:nvPr>
        </p:nvSpPr>
        <p:spPr>
          <a:xfrm>
            <a:off x="5144853" y="1615804"/>
            <a:ext cx="3519300" cy="20762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Ferramentas e Licenças: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Treinamento</a:t>
            </a:r>
            <a:r>
              <a:rPr lang="pt-BR" sz="1700" b="1" dirty="0"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Esforço de Desenvolvimento</a:t>
            </a:r>
            <a:r>
              <a:rPr lang="pt-BR" sz="1700" b="1" dirty="0"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700" b="1" kern="100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Tempo Médio: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Implementação;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Manutenção</a:t>
            </a:r>
            <a:r>
              <a:rPr lang="pt-BR" sz="1700" b="1" dirty="0"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pt-BR" sz="1700" b="1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Execução.</a:t>
            </a:r>
            <a:endParaRPr lang="pt-BR" sz="1700" kern="100" dirty="0">
              <a:effectLst/>
              <a:latin typeface="Arial Rounded MT Bold" panose="020F07040305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b="1" dirty="0">
              <a:solidFill>
                <a:schemeClr val="accen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86" name="Google Shape;2286;p52"/>
          <p:cNvSpPr/>
          <p:nvPr/>
        </p:nvSpPr>
        <p:spPr>
          <a:xfrm>
            <a:off x="713098" y="1137398"/>
            <a:ext cx="4127954" cy="2868696"/>
          </a:xfrm>
          <a:custGeom>
            <a:avLst/>
            <a:gdLst/>
            <a:ahLst/>
            <a:cxnLst/>
            <a:rect l="l" t="t" r="r" b="b"/>
            <a:pathLst>
              <a:path w="285721" h="198560" extrusionOk="0">
                <a:moveTo>
                  <a:pt x="4894" y="1"/>
                </a:moveTo>
                <a:cubicBezTo>
                  <a:pt x="2320" y="1"/>
                  <a:pt x="0" y="2065"/>
                  <a:pt x="0" y="4901"/>
                </a:cubicBezTo>
                <a:lnTo>
                  <a:pt x="0" y="193405"/>
                </a:lnTo>
                <a:cubicBezTo>
                  <a:pt x="0" y="196239"/>
                  <a:pt x="2320" y="198560"/>
                  <a:pt x="4894" y="198560"/>
                </a:cubicBezTo>
                <a:lnTo>
                  <a:pt x="281292" y="198560"/>
                </a:lnTo>
                <a:cubicBezTo>
                  <a:pt x="283867" y="198560"/>
                  <a:pt x="285720" y="196239"/>
                  <a:pt x="285720" y="193405"/>
                </a:cubicBezTo>
                <a:lnTo>
                  <a:pt x="285719" y="4901"/>
                </a:lnTo>
                <a:cubicBezTo>
                  <a:pt x="285719" y="2065"/>
                  <a:pt x="283865" y="1"/>
                  <a:pt x="281292" y="1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52"/>
          <p:cNvSpPr/>
          <p:nvPr/>
        </p:nvSpPr>
        <p:spPr>
          <a:xfrm>
            <a:off x="891900" y="3589500"/>
            <a:ext cx="3733942" cy="21801"/>
          </a:xfrm>
          <a:custGeom>
            <a:avLst/>
            <a:gdLst/>
            <a:ahLst/>
            <a:cxnLst/>
            <a:rect l="l" t="t" r="r" b="b"/>
            <a:pathLst>
              <a:path w="258897" h="1444" extrusionOk="0">
                <a:moveTo>
                  <a:pt x="0" y="0"/>
                </a:moveTo>
                <a:lnTo>
                  <a:pt x="0" y="1443"/>
                </a:lnTo>
                <a:lnTo>
                  <a:pt x="258897" y="1443"/>
                </a:lnTo>
                <a:lnTo>
                  <a:pt x="2588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8" name="Google Shape;2288;p52"/>
          <p:cNvSpPr/>
          <p:nvPr/>
        </p:nvSpPr>
        <p:spPr>
          <a:xfrm>
            <a:off x="891900" y="3589500"/>
            <a:ext cx="1422902" cy="21801"/>
          </a:xfrm>
          <a:custGeom>
            <a:avLst/>
            <a:gdLst/>
            <a:ahLst/>
            <a:cxnLst/>
            <a:rect l="l" t="t" r="r" b="b"/>
            <a:pathLst>
              <a:path w="105733" h="1444" extrusionOk="0">
                <a:moveTo>
                  <a:pt x="0" y="0"/>
                </a:moveTo>
                <a:lnTo>
                  <a:pt x="0" y="1443"/>
                </a:lnTo>
                <a:lnTo>
                  <a:pt x="105732" y="1443"/>
                </a:lnTo>
                <a:lnTo>
                  <a:pt x="1057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9" name="Google Shape;2289;p52"/>
          <p:cNvSpPr/>
          <p:nvPr/>
        </p:nvSpPr>
        <p:spPr>
          <a:xfrm>
            <a:off x="1540099" y="3710665"/>
            <a:ext cx="103457" cy="145543"/>
          </a:xfrm>
          <a:custGeom>
            <a:avLst/>
            <a:gdLst/>
            <a:ahLst/>
            <a:cxnLst/>
            <a:rect l="l" t="t" r="r" b="b"/>
            <a:pathLst>
              <a:path w="6856" h="9645" extrusionOk="0">
                <a:moveTo>
                  <a:pt x="0" y="0"/>
                </a:moveTo>
                <a:lnTo>
                  <a:pt x="0" y="9644"/>
                </a:lnTo>
                <a:lnTo>
                  <a:pt x="6855" y="48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0" name="Google Shape;2290;p52"/>
          <p:cNvSpPr/>
          <p:nvPr/>
        </p:nvSpPr>
        <p:spPr>
          <a:xfrm>
            <a:off x="1661498" y="3710665"/>
            <a:ext cx="24235" cy="145543"/>
          </a:xfrm>
          <a:custGeom>
            <a:avLst/>
            <a:gdLst/>
            <a:ahLst/>
            <a:cxnLst/>
            <a:rect l="l" t="t" r="r" b="b"/>
            <a:pathLst>
              <a:path w="1606" h="9645" extrusionOk="0">
                <a:moveTo>
                  <a:pt x="1" y="0"/>
                </a:moveTo>
                <a:lnTo>
                  <a:pt x="1" y="9644"/>
                </a:lnTo>
                <a:lnTo>
                  <a:pt x="1605" y="9644"/>
                </a:lnTo>
                <a:lnTo>
                  <a:pt x="16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1" name="Google Shape;2291;p52"/>
          <p:cNvSpPr/>
          <p:nvPr/>
        </p:nvSpPr>
        <p:spPr>
          <a:xfrm>
            <a:off x="1246523" y="3710665"/>
            <a:ext cx="103487" cy="145543"/>
          </a:xfrm>
          <a:custGeom>
            <a:avLst/>
            <a:gdLst/>
            <a:ahLst/>
            <a:cxnLst/>
            <a:rect l="l" t="t" r="r" b="b"/>
            <a:pathLst>
              <a:path w="6858" h="9645" extrusionOk="0">
                <a:moveTo>
                  <a:pt x="1" y="0"/>
                </a:moveTo>
                <a:lnTo>
                  <a:pt x="1" y="9644"/>
                </a:lnTo>
                <a:lnTo>
                  <a:pt x="6857" y="48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52"/>
          <p:cNvSpPr/>
          <p:nvPr/>
        </p:nvSpPr>
        <p:spPr>
          <a:xfrm>
            <a:off x="952977" y="3710665"/>
            <a:ext cx="103472" cy="145543"/>
          </a:xfrm>
          <a:custGeom>
            <a:avLst/>
            <a:gdLst/>
            <a:ahLst/>
            <a:cxnLst/>
            <a:rect l="l" t="t" r="r" b="b"/>
            <a:pathLst>
              <a:path w="6857" h="9645" extrusionOk="0">
                <a:moveTo>
                  <a:pt x="6857" y="0"/>
                </a:moveTo>
                <a:lnTo>
                  <a:pt x="0" y="4822"/>
                </a:lnTo>
                <a:lnTo>
                  <a:pt x="6857" y="9644"/>
                </a:lnTo>
                <a:lnTo>
                  <a:pt x="68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52"/>
          <p:cNvSpPr/>
          <p:nvPr/>
        </p:nvSpPr>
        <p:spPr>
          <a:xfrm>
            <a:off x="910800" y="3710665"/>
            <a:ext cx="24235" cy="145543"/>
          </a:xfrm>
          <a:custGeom>
            <a:avLst/>
            <a:gdLst/>
            <a:ahLst/>
            <a:cxnLst/>
            <a:rect l="l" t="t" r="r" b="b"/>
            <a:pathLst>
              <a:path w="1606" h="9645" extrusionOk="0">
                <a:moveTo>
                  <a:pt x="0" y="0"/>
                </a:moveTo>
                <a:lnTo>
                  <a:pt x="0" y="9644"/>
                </a:lnTo>
                <a:lnTo>
                  <a:pt x="1605" y="9644"/>
                </a:lnTo>
                <a:lnTo>
                  <a:pt x="16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52"/>
          <p:cNvSpPr/>
          <p:nvPr/>
        </p:nvSpPr>
        <p:spPr>
          <a:xfrm>
            <a:off x="3727222" y="3685404"/>
            <a:ext cx="189108" cy="184988"/>
          </a:xfrm>
          <a:custGeom>
            <a:avLst/>
            <a:gdLst/>
            <a:ahLst/>
            <a:cxnLst/>
            <a:rect l="l" t="t" r="r" b="b"/>
            <a:pathLst>
              <a:path w="12532" h="12259" extrusionOk="0">
                <a:moveTo>
                  <a:pt x="6266" y="4165"/>
                </a:moveTo>
                <a:cubicBezTo>
                  <a:pt x="7372" y="4165"/>
                  <a:pt x="8275" y="5046"/>
                  <a:pt x="8275" y="6128"/>
                </a:cubicBezTo>
                <a:cubicBezTo>
                  <a:pt x="8275" y="7212"/>
                  <a:pt x="7374" y="8094"/>
                  <a:pt x="6266" y="8094"/>
                </a:cubicBezTo>
                <a:cubicBezTo>
                  <a:pt x="5158" y="8094"/>
                  <a:pt x="4257" y="7212"/>
                  <a:pt x="4257" y="6128"/>
                </a:cubicBezTo>
                <a:cubicBezTo>
                  <a:pt x="4257" y="5046"/>
                  <a:pt x="5159" y="4165"/>
                  <a:pt x="6266" y="4165"/>
                </a:cubicBezTo>
                <a:close/>
                <a:moveTo>
                  <a:pt x="5550" y="0"/>
                </a:moveTo>
                <a:cubicBezTo>
                  <a:pt x="5454" y="0"/>
                  <a:pt x="4829" y="1686"/>
                  <a:pt x="4829" y="1686"/>
                </a:cubicBezTo>
                <a:lnTo>
                  <a:pt x="4064" y="1996"/>
                </a:lnTo>
                <a:cubicBezTo>
                  <a:pt x="4064" y="1996"/>
                  <a:pt x="2509" y="1336"/>
                  <a:pt x="2319" y="1336"/>
                </a:cubicBezTo>
                <a:cubicBezTo>
                  <a:pt x="2310" y="1336"/>
                  <a:pt x="2304" y="1338"/>
                  <a:pt x="2301" y="1340"/>
                </a:cubicBezTo>
                <a:lnTo>
                  <a:pt x="1328" y="2292"/>
                </a:lnTo>
                <a:cubicBezTo>
                  <a:pt x="1261" y="2357"/>
                  <a:pt x="2035" y="3983"/>
                  <a:pt x="2035" y="3983"/>
                </a:cubicBezTo>
                <a:lnTo>
                  <a:pt x="1719" y="4733"/>
                </a:lnTo>
                <a:cubicBezTo>
                  <a:pt x="1719" y="4733"/>
                  <a:pt x="0" y="5394"/>
                  <a:pt x="0" y="5484"/>
                </a:cubicBezTo>
                <a:lnTo>
                  <a:pt x="0" y="6830"/>
                </a:lnTo>
                <a:cubicBezTo>
                  <a:pt x="0" y="6924"/>
                  <a:pt x="1724" y="7537"/>
                  <a:pt x="1724" y="7537"/>
                </a:cubicBezTo>
                <a:lnTo>
                  <a:pt x="2039" y="8285"/>
                </a:lnTo>
                <a:cubicBezTo>
                  <a:pt x="2039" y="8285"/>
                  <a:pt x="1304" y="9944"/>
                  <a:pt x="1369" y="10007"/>
                </a:cubicBezTo>
                <a:lnTo>
                  <a:pt x="2342" y="10961"/>
                </a:lnTo>
                <a:cubicBezTo>
                  <a:pt x="2345" y="10963"/>
                  <a:pt x="2350" y="10964"/>
                  <a:pt x="2358" y="10964"/>
                </a:cubicBezTo>
                <a:cubicBezTo>
                  <a:pt x="2540" y="10964"/>
                  <a:pt x="4069" y="10267"/>
                  <a:pt x="4069" y="10267"/>
                </a:cubicBezTo>
                <a:lnTo>
                  <a:pt x="4836" y="10579"/>
                </a:lnTo>
                <a:cubicBezTo>
                  <a:pt x="4836" y="10579"/>
                  <a:pt x="5513" y="12259"/>
                  <a:pt x="5607" y="12259"/>
                </a:cubicBezTo>
                <a:lnTo>
                  <a:pt x="6983" y="12259"/>
                </a:lnTo>
                <a:cubicBezTo>
                  <a:pt x="7077" y="12259"/>
                  <a:pt x="7704" y="10573"/>
                  <a:pt x="7704" y="10573"/>
                </a:cubicBezTo>
                <a:lnTo>
                  <a:pt x="8471" y="10263"/>
                </a:lnTo>
                <a:cubicBezTo>
                  <a:pt x="8471" y="10263"/>
                  <a:pt x="10025" y="10924"/>
                  <a:pt x="10212" y="10924"/>
                </a:cubicBezTo>
                <a:cubicBezTo>
                  <a:pt x="10220" y="10924"/>
                  <a:pt x="10226" y="10923"/>
                  <a:pt x="10229" y="10920"/>
                </a:cubicBezTo>
                <a:lnTo>
                  <a:pt x="11203" y="9968"/>
                </a:lnTo>
                <a:cubicBezTo>
                  <a:pt x="11271" y="9902"/>
                  <a:pt x="10495" y="8276"/>
                  <a:pt x="10495" y="8276"/>
                </a:cubicBezTo>
                <a:lnTo>
                  <a:pt x="10811" y="7526"/>
                </a:lnTo>
                <a:cubicBezTo>
                  <a:pt x="10811" y="7526"/>
                  <a:pt x="12531" y="6865"/>
                  <a:pt x="12531" y="6773"/>
                </a:cubicBezTo>
                <a:lnTo>
                  <a:pt x="12531" y="5427"/>
                </a:lnTo>
                <a:cubicBezTo>
                  <a:pt x="12531" y="5334"/>
                  <a:pt x="10809" y="4724"/>
                  <a:pt x="10809" y="4724"/>
                </a:cubicBezTo>
                <a:lnTo>
                  <a:pt x="10492" y="3972"/>
                </a:lnTo>
                <a:cubicBezTo>
                  <a:pt x="10492" y="3972"/>
                  <a:pt x="11229" y="2313"/>
                  <a:pt x="11163" y="2249"/>
                </a:cubicBezTo>
                <a:lnTo>
                  <a:pt x="10190" y="1298"/>
                </a:lnTo>
                <a:cubicBezTo>
                  <a:pt x="10187" y="1296"/>
                  <a:pt x="10181" y="1294"/>
                  <a:pt x="10173" y="1294"/>
                </a:cubicBezTo>
                <a:cubicBezTo>
                  <a:pt x="9987" y="1294"/>
                  <a:pt x="8462" y="1991"/>
                  <a:pt x="8462" y="1991"/>
                </a:cubicBezTo>
                <a:lnTo>
                  <a:pt x="7695" y="1682"/>
                </a:lnTo>
                <a:cubicBezTo>
                  <a:pt x="7695" y="1682"/>
                  <a:pt x="7019" y="0"/>
                  <a:pt x="6926" y="0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5" name="Google Shape;2295;p52"/>
          <p:cNvSpPr/>
          <p:nvPr/>
        </p:nvSpPr>
        <p:spPr>
          <a:xfrm>
            <a:off x="4050254" y="3705731"/>
            <a:ext cx="215742" cy="141816"/>
          </a:xfrm>
          <a:custGeom>
            <a:avLst/>
            <a:gdLst/>
            <a:ahLst/>
            <a:cxnLst/>
            <a:rect l="l" t="t" r="r" b="b"/>
            <a:pathLst>
              <a:path w="14297" h="9398" extrusionOk="0">
                <a:moveTo>
                  <a:pt x="13244" y="1052"/>
                </a:moveTo>
                <a:lnTo>
                  <a:pt x="13244" y="8346"/>
                </a:lnTo>
                <a:lnTo>
                  <a:pt x="1053" y="8346"/>
                </a:lnTo>
                <a:lnTo>
                  <a:pt x="1053" y="1052"/>
                </a:lnTo>
                <a:close/>
                <a:moveTo>
                  <a:pt x="0" y="1"/>
                </a:moveTo>
                <a:lnTo>
                  <a:pt x="0" y="9398"/>
                </a:lnTo>
                <a:lnTo>
                  <a:pt x="14296" y="9398"/>
                </a:lnTo>
                <a:lnTo>
                  <a:pt x="14296" y="1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6" name="Google Shape;2296;p52"/>
          <p:cNvSpPr/>
          <p:nvPr/>
        </p:nvSpPr>
        <p:spPr>
          <a:xfrm>
            <a:off x="4497732" y="3690686"/>
            <a:ext cx="70666" cy="70591"/>
          </a:xfrm>
          <a:custGeom>
            <a:avLst/>
            <a:gdLst/>
            <a:ahLst/>
            <a:cxnLst/>
            <a:rect l="l" t="t" r="r" b="b"/>
            <a:pathLst>
              <a:path w="4683" h="4678" extrusionOk="0">
                <a:moveTo>
                  <a:pt x="1" y="1"/>
                </a:moveTo>
                <a:lnTo>
                  <a:pt x="1" y="1052"/>
                </a:lnTo>
                <a:lnTo>
                  <a:pt x="3630" y="1052"/>
                </a:lnTo>
                <a:lnTo>
                  <a:pt x="3630" y="4678"/>
                </a:lnTo>
                <a:lnTo>
                  <a:pt x="4682" y="4678"/>
                </a:lnTo>
                <a:lnTo>
                  <a:pt x="4682" y="1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7" name="Google Shape;2297;p52"/>
          <p:cNvSpPr/>
          <p:nvPr/>
        </p:nvSpPr>
        <p:spPr>
          <a:xfrm>
            <a:off x="4396343" y="3690686"/>
            <a:ext cx="70636" cy="70591"/>
          </a:xfrm>
          <a:custGeom>
            <a:avLst/>
            <a:gdLst/>
            <a:ahLst/>
            <a:cxnLst/>
            <a:rect l="l" t="t" r="r" b="b"/>
            <a:pathLst>
              <a:path w="4681" h="4678" extrusionOk="0">
                <a:moveTo>
                  <a:pt x="1" y="1"/>
                </a:moveTo>
                <a:lnTo>
                  <a:pt x="1" y="4678"/>
                </a:lnTo>
                <a:lnTo>
                  <a:pt x="1053" y="4678"/>
                </a:lnTo>
                <a:lnTo>
                  <a:pt x="1053" y="1052"/>
                </a:lnTo>
                <a:lnTo>
                  <a:pt x="4681" y="1052"/>
                </a:lnTo>
                <a:lnTo>
                  <a:pt x="4681" y="1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8" name="Google Shape;2298;p52"/>
          <p:cNvSpPr/>
          <p:nvPr/>
        </p:nvSpPr>
        <p:spPr>
          <a:xfrm>
            <a:off x="4497735" y="3785615"/>
            <a:ext cx="70666" cy="70591"/>
          </a:xfrm>
          <a:custGeom>
            <a:avLst/>
            <a:gdLst/>
            <a:ahLst/>
            <a:cxnLst/>
            <a:rect l="l" t="t" r="r" b="b"/>
            <a:pathLst>
              <a:path w="4683" h="4678" extrusionOk="0">
                <a:moveTo>
                  <a:pt x="3630" y="0"/>
                </a:moveTo>
                <a:lnTo>
                  <a:pt x="3630" y="3626"/>
                </a:lnTo>
                <a:lnTo>
                  <a:pt x="1" y="3626"/>
                </a:lnTo>
                <a:lnTo>
                  <a:pt x="1" y="4677"/>
                </a:lnTo>
                <a:lnTo>
                  <a:pt x="4682" y="4677"/>
                </a:lnTo>
                <a:lnTo>
                  <a:pt x="4682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9" name="Google Shape;2299;p52"/>
          <p:cNvSpPr/>
          <p:nvPr/>
        </p:nvSpPr>
        <p:spPr>
          <a:xfrm>
            <a:off x="4396345" y="3785615"/>
            <a:ext cx="70636" cy="70591"/>
          </a:xfrm>
          <a:custGeom>
            <a:avLst/>
            <a:gdLst/>
            <a:ahLst/>
            <a:cxnLst/>
            <a:rect l="l" t="t" r="r" b="b"/>
            <a:pathLst>
              <a:path w="4681" h="4678" extrusionOk="0">
                <a:moveTo>
                  <a:pt x="1" y="0"/>
                </a:moveTo>
                <a:lnTo>
                  <a:pt x="1" y="4677"/>
                </a:lnTo>
                <a:lnTo>
                  <a:pt x="4681" y="4677"/>
                </a:lnTo>
                <a:lnTo>
                  <a:pt x="4681" y="3626"/>
                </a:lnTo>
                <a:lnTo>
                  <a:pt x="1053" y="3626"/>
                </a:lnTo>
                <a:lnTo>
                  <a:pt x="1053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0" name="Google Shape;2300;p52"/>
          <p:cNvSpPr/>
          <p:nvPr/>
        </p:nvSpPr>
        <p:spPr>
          <a:xfrm>
            <a:off x="2275790" y="3562285"/>
            <a:ext cx="78015" cy="75043"/>
          </a:xfrm>
          <a:custGeom>
            <a:avLst/>
            <a:gdLst/>
            <a:ahLst/>
            <a:cxnLst/>
            <a:rect l="l" t="t" r="r" b="b"/>
            <a:pathLst>
              <a:path w="5170" h="4973" extrusionOk="0">
                <a:moveTo>
                  <a:pt x="2684" y="0"/>
                </a:moveTo>
                <a:cubicBezTo>
                  <a:pt x="2683" y="0"/>
                  <a:pt x="2682" y="0"/>
                  <a:pt x="2681" y="0"/>
                </a:cubicBezTo>
                <a:cubicBezTo>
                  <a:pt x="1675" y="0"/>
                  <a:pt x="768" y="607"/>
                  <a:pt x="385" y="1536"/>
                </a:cubicBezTo>
                <a:cubicBezTo>
                  <a:pt x="0" y="2464"/>
                  <a:pt x="213" y="3535"/>
                  <a:pt x="925" y="4246"/>
                </a:cubicBezTo>
                <a:cubicBezTo>
                  <a:pt x="1400" y="4721"/>
                  <a:pt x="2035" y="4973"/>
                  <a:pt x="2682" y="4973"/>
                </a:cubicBezTo>
                <a:cubicBezTo>
                  <a:pt x="3003" y="4973"/>
                  <a:pt x="3328" y="4910"/>
                  <a:pt x="3637" y="4782"/>
                </a:cubicBezTo>
                <a:cubicBezTo>
                  <a:pt x="4565" y="4397"/>
                  <a:pt x="5170" y="3488"/>
                  <a:pt x="5170" y="2482"/>
                </a:cubicBezTo>
                <a:cubicBezTo>
                  <a:pt x="5168" y="1112"/>
                  <a:pt x="4056" y="0"/>
                  <a:pt x="268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1" name="Google Shape;2301;p52"/>
          <p:cNvPicPr preferRelativeResize="0"/>
          <p:nvPr/>
        </p:nvPicPr>
        <p:blipFill rotWithShape="1">
          <a:blip r:embed="rId3">
            <a:alphaModFix/>
          </a:blip>
          <a:srcRect l="1314" r="1304"/>
          <a:stretch/>
        </p:blipFill>
        <p:spPr>
          <a:xfrm>
            <a:off x="904881" y="1282922"/>
            <a:ext cx="3734052" cy="215512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302" name="Google Shape;2302;p52"/>
          <p:cNvGrpSpPr/>
          <p:nvPr/>
        </p:nvGrpSpPr>
        <p:grpSpPr>
          <a:xfrm>
            <a:off x="2242259" y="1871359"/>
            <a:ext cx="1066471" cy="1066442"/>
            <a:chOff x="2884175" y="1668575"/>
            <a:chExt cx="1845425" cy="1845375"/>
          </a:xfrm>
        </p:grpSpPr>
        <p:sp>
          <p:nvSpPr>
            <p:cNvPr id="2303" name="Google Shape;2303;p52"/>
            <p:cNvSpPr/>
            <p:nvPr/>
          </p:nvSpPr>
          <p:spPr>
            <a:xfrm>
              <a:off x="2884175" y="1668575"/>
              <a:ext cx="1845425" cy="1845375"/>
            </a:xfrm>
            <a:custGeom>
              <a:avLst/>
              <a:gdLst/>
              <a:ahLst/>
              <a:cxnLst/>
              <a:rect l="l" t="t" r="r" b="b"/>
              <a:pathLst>
                <a:path w="73817" h="73815" extrusionOk="0">
                  <a:moveTo>
                    <a:pt x="36909" y="1"/>
                  </a:moveTo>
                  <a:cubicBezTo>
                    <a:pt x="27121" y="1"/>
                    <a:pt x="17732" y="3888"/>
                    <a:pt x="10811" y="10811"/>
                  </a:cubicBezTo>
                  <a:cubicBezTo>
                    <a:pt x="3890" y="17732"/>
                    <a:pt x="1" y="27119"/>
                    <a:pt x="1" y="36908"/>
                  </a:cubicBezTo>
                  <a:cubicBezTo>
                    <a:pt x="1" y="46696"/>
                    <a:pt x="3890" y="56083"/>
                    <a:pt x="10811" y="63005"/>
                  </a:cubicBezTo>
                  <a:cubicBezTo>
                    <a:pt x="17732" y="69926"/>
                    <a:pt x="27121" y="73814"/>
                    <a:pt x="36909" y="73814"/>
                  </a:cubicBezTo>
                  <a:cubicBezTo>
                    <a:pt x="46697" y="73814"/>
                    <a:pt x="56085" y="69926"/>
                    <a:pt x="63006" y="63005"/>
                  </a:cubicBezTo>
                  <a:cubicBezTo>
                    <a:pt x="69927" y="56083"/>
                    <a:pt x="73817" y="46696"/>
                    <a:pt x="73817" y="36908"/>
                  </a:cubicBezTo>
                  <a:cubicBezTo>
                    <a:pt x="73817" y="27119"/>
                    <a:pt x="69927" y="17732"/>
                    <a:pt x="63006" y="10811"/>
                  </a:cubicBezTo>
                  <a:cubicBezTo>
                    <a:pt x="56085" y="3888"/>
                    <a:pt x="46697" y="1"/>
                    <a:pt x="36909" y="1"/>
                  </a:cubicBezTo>
                  <a:close/>
                </a:path>
              </a:pathLst>
            </a:custGeom>
            <a:solidFill>
              <a:srgbClr val="FFFFFF">
                <a:alpha val="3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52"/>
            <p:cNvSpPr/>
            <p:nvPr/>
          </p:nvSpPr>
          <p:spPr>
            <a:xfrm>
              <a:off x="3562325" y="2101650"/>
              <a:ext cx="738925" cy="979225"/>
            </a:xfrm>
            <a:custGeom>
              <a:avLst/>
              <a:gdLst/>
              <a:ahLst/>
              <a:cxnLst/>
              <a:rect l="l" t="t" r="r" b="b"/>
              <a:pathLst>
                <a:path w="29557" h="39169" extrusionOk="0">
                  <a:moveTo>
                    <a:pt x="1" y="0"/>
                  </a:moveTo>
                  <a:lnTo>
                    <a:pt x="1" y="39169"/>
                  </a:lnTo>
                  <a:lnTo>
                    <a:pt x="29556" y="195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5" name="Google Shape;2305;p52"/>
          <p:cNvGrpSpPr/>
          <p:nvPr/>
        </p:nvGrpSpPr>
        <p:grpSpPr>
          <a:xfrm>
            <a:off x="6142050" y="4373706"/>
            <a:ext cx="1021756" cy="332094"/>
            <a:chOff x="7289663" y="3996131"/>
            <a:chExt cx="1021756" cy="332094"/>
          </a:xfrm>
        </p:grpSpPr>
        <p:sp>
          <p:nvSpPr>
            <p:cNvPr id="2306" name="Google Shape;2306;p52"/>
            <p:cNvSpPr/>
            <p:nvPr/>
          </p:nvSpPr>
          <p:spPr>
            <a:xfrm>
              <a:off x="7289663" y="4044216"/>
              <a:ext cx="1002972" cy="284009"/>
            </a:xfrm>
            <a:custGeom>
              <a:avLst/>
              <a:gdLst/>
              <a:ahLst/>
              <a:cxnLst/>
              <a:rect l="l" t="t" r="r" b="b"/>
              <a:pathLst>
                <a:path w="44532" h="12610" extrusionOk="0">
                  <a:moveTo>
                    <a:pt x="6305" y="0"/>
                  </a:moveTo>
                  <a:cubicBezTo>
                    <a:pt x="2836" y="0"/>
                    <a:pt x="0" y="2836"/>
                    <a:pt x="0" y="6305"/>
                  </a:cubicBezTo>
                  <a:cubicBezTo>
                    <a:pt x="0" y="9774"/>
                    <a:pt x="2836" y="12609"/>
                    <a:pt x="6305" y="12609"/>
                  </a:cubicBezTo>
                  <a:lnTo>
                    <a:pt x="38227" y="12609"/>
                  </a:lnTo>
                  <a:cubicBezTo>
                    <a:pt x="41697" y="12609"/>
                    <a:pt x="44532" y="9774"/>
                    <a:pt x="44532" y="6305"/>
                  </a:cubicBezTo>
                  <a:cubicBezTo>
                    <a:pt x="44532" y="2836"/>
                    <a:pt x="41697" y="0"/>
                    <a:pt x="38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52"/>
            <p:cNvSpPr/>
            <p:nvPr/>
          </p:nvSpPr>
          <p:spPr>
            <a:xfrm>
              <a:off x="7308447" y="3996131"/>
              <a:ext cx="1002972" cy="284009"/>
            </a:xfrm>
            <a:custGeom>
              <a:avLst/>
              <a:gdLst/>
              <a:ahLst/>
              <a:cxnLst/>
              <a:rect l="l" t="t" r="r" b="b"/>
              <a:pathLst>
                <a:path w="44532" h="12610" extrusionOk="0">
                  <a:moveTo>
                    <a:pt x="6305" y="0"/>
                  </a:moveTo>
                  <a:cubicBezTo>
                    <a:pt x="2835" y="0"/>
                    <a:pt x="0" y="2836"/>
                    <a:pt x="0" y="6305"/>
                  </a:cubicBezTo>
                  <a:cubicBezTo>
                    <a:pt x="0" y="9774"/>
                    <a:pt x="2835" y="12609"/>
                    <a:pt x="6305" y="12609"/>
                  </a:cubicBezTo>
                  <a:lnTo>
                    <a:pt x="38227" y="12609"/>
                  </a:lnTo>
                  <a:cubicBezTo>
                    <a:pt x="41730" y="12609"/>
                    <a:pt x="44532" y="9774"/>
                    <a:pt x="44532" y="6305"/>
                  </a:cubicBezTo>
                  <a:cubicBezTo>
                    <a:pt x="44532" y="2836"/>
                    <a:pt x="41697" y="0"/>
                    <a:pt x="382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52"/>
            <p:cNvSpPr/>
            <p:nvPr/>
          </p:nvSpPr>
          <p:spPr>
            <a:xfrm>
              <a:off x="7433897" y="4044036"/>
              <a:ext cx="209639" cy="188175"/>
            </a:xfrm>
            <a:custGeom>
              <a:avLst/>
              <a:gdLst/>
              <a:ahLst/>
              <a:cxnLst/>
              <a:rect l="l" t="t" r="r" b="b"/>
              <a:pathLst>
                <a:path w="9308" h="8355" extrusionOk="0">
                  <a:moveTo>
                    <a:pt x="4646" y="1"/>
                  </a:moveTo>
                  <a:cubicBezTo>
                    <a:pt x="3684" y="1"/>
                    <a:pt x="2718" y="332"/>
                    <a:pt x="1935" y="1009"/>
                  </a:cubicBezTo>
                  <a:cubicBezTo>
                    <a:pt x="168" y="2543"/>
                    <a:pt x="1" y="5179"/>
                    <a:pt x="1502" y="6913"/>
                  </a:cubicBezTo>
                  <a:cubicBezTo>
                    <a:pt x="2326" y="7865"/>
                    <a:pt x="3491" y="8355"/>
                    <a:pt x="4662" y="8355"/>
                  </a:cubicBezTo>
                  <a:cubicBezTo>
                    <a:pt x="5624" y="8355"/>
                    <a:pt x="6590" y="8024"/>
                    <a:pt x="7373" y="7347"/>
                  </a:cubicBezTo>
                  <a:cubicBezTo>
                    <a:pt x="9107" y="5846"/>
                    <a:pt x="9307" y="3210"/>
                    <a:pt x="7806" y="1443"/>
                  </a:cubicBezTo>
                  <a:cubicBezTo>
                    <a:pt x="6982" y="491"/>
                    <a:pt x="5817" y="1"/>
                    <a:pt x="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52"/>
            <p:cNvSpPr/>
            <p:nvPr/>
          </p:nvSpPr>
          <p:spPr>
            <a:xfrm>
              <a:off x="7705879" y="4044689"/>
              <a:ext cx="208108" cy="187612"/>
            </a:xfrm>
            <a:custGeom>
              <a:avLst/>
              <a:gdLst/>
              <a:ahLst/>
              <a:cxnLst/>
              <a:rect l="l" t="t" r="r" b="b"/>
              <a:pathLst>
                <a:path w="9240" h="8330" extrusionOk="0">
                  <a:moveTo>
                    <a:pt x="4637" y="1"/>
                  </a:moveTo>
                  <a:cubicBezTo>
                    <a:pt x="3626" y="1"/>
                    <a:pt x="2609" y="369"/>
                    <a:pt x="1801" y="1113"/>
                  </a:cubicBezTo>
                  <a:cubicBezTo>
                    <a:pt x="100" y="2681"/>
                    <a:pt x="0" y="5316"/>
                    <a:pt x="1568" y="6984"/>
                  </a:cubicBezTo>
                  <a:cubicBezTo>
                    <a:pt x="2392" y="7878"/>
                    <a:pt x="3510" y="8330"/>
                    <a:pt x="4633" y="8330"/>
                  </a:cubicBezTo>
                  <a:cubicBezTo>
                    <a:pt x="5647" y="8330"/>
                    <a:pt x="6665" y="7962"/>
                    <a:pt x="7472" y="7218"/>
                  </a:cubicBezTo>
                  <a:cubicBezTo>
                    <a:pt x="9140" y="5650"/>
                    <a:pt x="9240" y="3015"/>
                    <a:pt x="7672" y="1347"/>
                  </a:cubicBezTo>
                  <a:cubicBezTo>
                    <a:pt x="6866" y="453"/>
                    <a:pt x="5756" y="1"/>
                    <a:pt x="4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52"/>
            <p:cNvSpPr/>
            <p:nvPr/>
          </p:nvSpPr>
          <p:spPr>
            <a:xfrm>
              <a:off x="7979347" y="4043856"/>
              <a:ext cx="206621" cy="187793"/>
            </a:xfrm>
            <a:custGeom>
              <a:avLst/>
              <a:gdLst/>
              <a:ahLst/>
              <a:cxnLst/>
              <a:rect l="l" t="t" r="r" b="b"/>
              <a:pathLst>
                <a:path w="9174" h="8338" extrusionOk="0">
                  <a:moveTo>
                    <a:pt x="4594" y="1"/>
                  </a:moveTo>
                  <a:cubicBezTo>
                    <a:pt x="2710" y="1"/>
                    <a:pt x="989" y="1277"/>
                    <a:pt x="534" y="3185"/>
                  </a:cubicBezTo>
                  <a:cubicBezTo>
                    <a:pt x="0" y="5420"/>
                    <a:pt x="1368" y="7688"/>
                    <a:pt x="3603" y="8222"/>
                  </a:cubicBezTo>
                  <a:cubicBezTo>
                    <a:pt x="3929" y="8300"/>
                    <a:pt x="4256" y="8337"/>
                    <a:pt x="4577" y="8337"/>
                  </a:cubicBezTo>
                  <a:cubicBezTo>
                    <a:pt x="6455" y="8337"/>
                    <a:pt x="8155" y="7061"/>
                    <a:pt x="8640" y="5153"/>
                  </a:cubicBezTo>
                  <a:cubicBezTo>
                    <a:pt x="9173" y="2918"/>
                    <a:pt x="7806" y="683"/>
                    <a:pt x="5571" y="116"/>
                  </a:cubicBezTo>
                  <a:cubicBezTo>
                    <a:pt x="5244" y="38"/>
                    <a:pt x="4917" y="1"/>
                    <a:pt x="45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1" name="Google Shape;2311;p52"/>
          <p:cNvGrpSpPr/>
          <p:nvPr/>
        </p:nvGrpSpPr>
        <p:grpSpPr>
          <a:xfrm>
            <a:off x="6973248" y="3816122"/>
            <a:ext cx="749797" cy="717499"/>
            <a:chOff x="7847861" y="3178722"/>
            <a:chExt cx="749797" cy="717499"/>
          </a:xfrm>
        </p:grpSpPr>
        <p:sp>
          <p:nvSpPr>
            <p:cNvPr id="2312" name="Google Shape;2312;p52"/>
            <p:cNvSpPr/>
            <p:nvPr/>
          </p:nvSpPr>
          <p:spPr>
            <a:xfrm>
              <a:off x="7847861" y="3214037"/>
              <a:ext cx="710743" cy="682184"/>
            </a:xfrm>
            <a:custGeom>
              <a:avLst/>
              <a:gdLst/>
              <a:ahLst/>
              <a:cxnLst/>
              <a:rect l="l" t="t" r="r" b="b"/>
              <a:pathLst>
                <a:path w="31557" h="30289" extrusionOk="0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52"/>
            <p:cNvSpPr/>
            <p:nvPr/>
          </p:nvSpPr>
          <p:spPr>
            <a:xfrm>
              <a:off x="7886937" y="3178722"/>
              <a:ext cx="710720" cy="681441"/>
            </a:xfrm>
            <a:custGeom>
              <a:avLst/>
              <a:gdLst/>
              <a:ahLst/>
              <a:cxnLst/>
              <a:rect l="l" t="t" r="r" b="b"/>
              <a:pathLst>
                <a:path w="31556" h="30256" extrusionOk="0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52"/>
            <p:cNvSpPr/>
            <p:nvPr/>
          </p:nvSpPr>
          <p:spPr>
            <a:xfrm>
              <a:off x="7944032" y="3221560"/>
              <a:ext cx="596531" cy="595788"/>
            </a:xfrm>
            <a:custGeom>
              <a:avLst/>
              <a:gdLst/>
              <a:ahLst/>
              <a:cxnLst/>
              <a:rect l="l" t="t" r="r" b="b"/>
              <a:pathLst>
                <a:path w="26486" h="26453" extrusionOk="0">
                  <a:moveTo>
                    <a:pt x="13243" y="3803"/>
                  </a:moveTo>
                  <a:cubicBezTo>
                    <a:pt x="18413" y="3803"/>
                    <a:pt x="22616" y="8006"/>
                    <a:pt x="22616" y="13176"/>
                  </a:cubicBezTo>
                  <a:cubicBezTo>
                    <a:pt x="22616" y="18413"/>
                    <a:pt x="18413" y="22583"/>
                    <a:pt x="13243" y="22583"/>
                  </a:cubicBezTo>
                  <a:cubicBezTo>
                    <a:pt x="8073" y="22583"/>
                    <a:pt x="3836" y="18346"/>
                    <a:pt x="3836" y="13176"/>
                  </a:cubicBezTo>
                  <a:cubicBezTo>
                    <a:pt x="3836" y="8006"/>
                    <a:pt x="8073" y="3803"/>
                    <a:pt x="13243" y="3803"/>
                  </a:cubicBezTo>
                  <a:close/>
                  <a:moveTo>
                    <a:pt x="13243" y="0"/>
                  </a:moveTo>
                  <a:cubicBezTo>
                    <a:pt x="5938" y="0"/>
                    <a:pt x="0" y="5938"/>
                    <a:pt x="0" y="13243"/>
                  </a:cubicBezTo>
                  <a:cubicBezTo>
                    <a:pt x="0" y="20515"/>
                    <a:pt x="5938" y="26452"/>
                    <a:pt x="13243" y="26452"/>
                  </a:cubicBezTo>
                  <a:cubicBezTo>
                    <a:pt x="20515" y="26452"/>
                    <a:pt x="26452" y="20515"/>
                    <a:pt x="26452" y="13243"/>
                  </a:cubicBezTo>
                  <a:cubicBezTo>
                    <a:pt x="26486" y="5938"/>
                    <a:pt x="20582" y="0"/>
                    <a:pt x="13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52"/>
            <p:cNvSpPr/>
            <p:nvPr/>
          </p:nvSpPr>
          <p:spPr>
            <a:xfrm>
              <a:off x="8146126" y="3430411"/>
              <a:ext cx="394437" cy="387680"/>
            </a:xfrm>
            <a:custGeom>
              <a:avLst/>
              <a:gdLst/>
              <a:ahLst/>
              <a:cxnLst/>
              <a:rect l="l" t="t" r="r" b="b"/>
              <a:pathLst>
                <a:path w="17513" h="17213" extrusionOk="0">
                  <a:moveTo>
                    <a:pt x="16879" y="0"/>
                  </a:moveTo>
                  <a:cubicBezTo>
                    <a:pt x="17146" y="801"/>
                    <a:pt x="17313" y="1568"/>
                    <a:pt x="17379" y="2402"/>
                  </a:cubicBezTo>
                  <a:lnTo>
                    <a:pt x="13610" y="3703"/>
                  </a:lnTo>
                  <a:lnTo>
                    <a:pt x="13610" y="3970"/>
                  </a:lnTo>
                  <a:cubicBezTo>
                    <a:pt x="13610" y="9140"/>
                    <a:pt x="9374" y="13343"/>
                    <a:pt x="4203" y="13343"/>
                  </a:cubicBezTo>
                  <a:cubicBezTo>
                    <a:pt x="2869" y="13343"/>
                    <a:pt x="1635" y="13043"/>
                    <a:pt x="467" y="12543"/>
                  </a:cubicBezTo>
                  <a:lnTo>
                    <a:pt x="0" y="16512"/>
                  </a:lnTo>
                  <a:cubicBezTo>
                    <a:pt x="1335" y="16979"/>
                    <a:pt x="2769" y="17213"/>
                    <a:pt x="4203" y="17213"/>
                  </a:cubicBezTo>
                  <a:cubicBezTo>
                    <a:pt x="11509" y="17213"/>
                    <a:pt x="17413" y="11308"/>
                    <a:pt x="17413" y="4003"/>
                  </a:cubicBezTo>
                  <a:cubicBezTo>
                    <a:pt x="17513" y="2569"/>
                    <a:pt x="17313" y="1235"/>
                    <a:pt x="168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52"/>
            <p:cNvSpPr/>
            <p:nvPr/>
          </p:nvSpPr>
          <p:spPr>
            <a:xfrm>
              <a:off x="8067230" y="3344758"/>
              <a:ext cx="349369" cy="349369"/>
            </a:xfrm>
            <a:custGeom>
              <a:avLst/>
              <a:gdLst/>
              <a:ahLst/>
              <a:cxnLst/>
              <a:rect l="l" t="t" r="r" b="b"/>
              <a:pathLst>
                <a:path w="15512" h="15512" extrusionOk="0">
                  <a:moveTo>
                    <a:pt x="7540" y="768"/>
                  </a:moveTo>
                  <a:lnTo>
                    <a:pt x="7540" y="2969"/>
                  </a:lnTo>
                  <a:cubicBezTo>
                    <a:pt x="6972" y="2969"/>
                    <a:pt x="6372" y="2969"/>
                    <a:pt x="5872" y="3003"/>
                  </a:cubicBezTo>
                  <a:cubicBezTo>
                    <a:pt x="6505" y="1969"/>
                    <a:pt x="7173" y="1168"/>
                    <a:pt x="7540" y="768"/>
                  </a:cubicBezTo>
                  <a:close/>
                  <a:moveTo>
                    <a:pt x="8007" y="634"/>
                  </a:moveTo>
                  <a:cubicBezTo>
                    <a:pt x="8373" y="1001"/>
                    <a:pt x="9174" y="1935"/>
                    <a:pt x="9875" y="3136"/>
                  </a:cubicBezTo>
                  <a:cubicBezTo>
                    <a:pt x="9207" y="3036"/>
                    <a:pt x="8607" y="3003"/>
                    <a:pt x="8007" y="2969"/>
                  </a:cubicBezTo>
                  <a:lnTo>
                    <a:pt x="8007" y="634"/>
                  </a:lnTo>
                  <a:close/>
                  <a:moveTo>
                    <a:pt x="7106" y="601"/>
                  </a:moveTo>
                  <a:lnTo>
                    <a:pt x="7106" y="601"/>
                  </a:lnTo>
                  <a:cubicBezTo>
                    <a:pt x="6639" y="1135"/>
                    <a:pt x="5938" y="1969"/>
                    <a:pt x="5338" y="3036"/>
                  </a:cubicBezTo>
                  <a:cubicBezTo>
                    <a:pt x="4504" y="3136"/>
                    <a:pt x="3804" y="3270"/>
                    <a:pt x="3170" y="3370"/>
                  </a:cubicBezTo>
                  <a:cubicBezTo>
                    <a:pt x="4137" y="2035"/>
                    <a:pt x="5471" y="1035"/>
                    <a:pt x="7106" y="601"/>
                  </a:cubicBezTo>
                  <a:close/>
                  <a:moveTo>
                    <a:pt x="8640" y="634"/>
                  </a:moveTo>
                  <a:lnTo>
                    <a:pt x="8640" y="634"/>
                  </a:lnTo>
                  <a:cubicBezTo>
                    <a:pt x="10342" y="1135"/>
                    <a:pt x="11776" y="2202"/>
                    <a:pt x="12710" y="3670"/>
                  </a:cubicBezTo>
                  <a:cubicBezTo>
                    <a:pt x="11876" y="3470"/>
                    <a:pt x="11142" y="3303"/>
                    <a:pt x="10442" y="3203"/>
                  </a:cubicBezTo>
                  <a:cubicBezTo>
                    <a:pt x="9808" y="2035"/>
                    <a:pt x="9107" y="1168"/>
                    <a:pt x="8640" y="634"/>
                  </a:cubicBezTo>
                  <a:close/>
                  <a:moveTo>
                    <a:pt x="5338" y="835"/>
                  </a:moveTo>
                  <a:cubicBezTo>
                    <a:pt x="4170" y="1468"/>
                    <a:pt x="3203" y="2436"/>
                    <a:pt x="2503" y="3503"/>
                  </a:cubicBezTo>
                  <a:cubicBezTo>
                    <a:pt x="2169" y="3603"/>
                    <a:pt x="1869" y="3670"/>
                    <a:pt x="1569" y="3770"/>
                  </a:cubicBezTo>
                  <a:cubicBezTo>
                    <a:pt x="2503" y="2469"/>
                    <a:pt x="3804" y="1435"/>
                    <a:pt x="5338" y="835"/>
                  </a:cubicBezTo>
                  <a:close/>
                  <a:moveTo>
                    <a:pt x="10608" y="1001"/>
                  </a:moveTo>
                  <a:cubicBezTo>
                    <a:pt x="12043" y="1635"/>
                    <a:pt x="13277" y="2669"/>
                    <a:pt x="14044" y="4003"/>
                  </a:cubicBezTo>
                  <a:cubicBezTo>
                    <a:pt x="13811" y="3937"/>
                    <a:pt x="13544" y="3870"/>
                    <a:pt x="13310" y="3803"/>
                  </a:cubicBezTo>
                  <a:cubicBezTo>
                    <a:pt x="12643" y="2669"/>
                    <a:pt x="11709" y="1702"/>
                    <a:pt x="10608" y="1001"/>
                  </a:cubicBezTo>
                  <a:close/>
                  <a:moveTo>
                    <a:pt x="2269" y="4104"/>
                  </a:moveTo>
                  <a:lnTo>
                    <a:pt x="2269" y="4104"/>
                  </a:lnTo>
                  <a:cubicBezTo>
                    <a:pt x="1669" y="5104"/>
                    <a:pt x="1368" y="6272"/>
                    <a:pt x="1335" y="7473"/>
                  </a:cubicBezTo>
                  <a:lnTo>
                    <a:pt x="468" y="7473"/>
                  </a:lnTo>
                  <a:cubicBezTo>
                    <a:pt x="501" y="6338"/>
                    <a:pt x="801" y="5304"/>
                    <a:pt x="1302" y="4370"/>
                  </a:cubicBezTo>
                  <a:cubicBezTo>
                    <a:pt x="1535" y="4304"/>
                    <a:pt x="1869" y="4170"/>
                    <a:pt x="2269" y="4104"/>
                  </a:cubicBezTo>
                  <a:close/>
                  <a:moveTo>
                    <a:pt x="5138" y="3503"/>
                  </a:moveTo>
                  <a:lnTo>
                    <a:pt x="5138" y="3503"/>
                  </a:lnTo>
                  <a:cubicBezTo>
                    <a:pt x="4637" y="4604"/>
                    <a:pt x="4204" y="5871"/>
                    <a:pt x="4137" y="7306"/>
                  </a:cubicBezTo>
                  <a:lnTo>
                    <a:pt x="4137" y="7473"/>
                  </a:lnTo>
                  <a:lnTo>
                    <a:pt x="1802" y="7473"/>
                  </a:lnTo>
                  <a:cubicBezTo>
                    <a:pt x="1835" y="6172"/>
                    <a:pt x="2202" y="4971"/>
                    <a:pt x="2836" y="3870"/>
                  </a:cubicBezTo>
                  <a:cubicBezTo>
                    <a:pt x="3203" y="3803"/>
                    <a:pt x="3670" y="3703"/>
                    <a:pt x="4204" y="3637"/>
                  </a:cubicBezTo>
                  <a:cubicBezTo>
                    <a:pt x="4504" y="3603"/>
                    <a:pt x="4804" y="3536"/>
                    <a:pt x="5138" y="3503"/>
                  </a:cubicBezTo>
                  <a:close/>
                  <a:moveTo>
                    <a:pt x="7540" y="3370"/>
                  </a:moveTo>
                  <a:lnTo>
                    <a:pt x="7540" y="7473"/>
                  </a:lnTo>
                  <a:lnTo>
                    <a:pt x="4537" y="7473"/>
                  </a:lnTo>
                  <a:lnTo>
                    <a:pt x="4537" y="7339"/>
                  </a:lnTo>
                  <a:cubicBezTo>
                    <a:pt x="4637" y="5838"/>
                    <a:pt x="5104" y="4537"/>
                    <a:pt x="5638" y="3470"/>
                  </a:cubicBezTo>
                  <a:cubicBezTo>
                    <a:pt x="6205" y="3436"/>
                    <a:pt x="6872" y="3370"/>
                    <a:pt x="7540" y="3370"/>
                  </a:cubicBezTo>
                  <a:close/>
                  <a:moveTo>
                    <a:pt x="8007" y="3436"/>
                  </a:moveTo>
                  <a:cubicBezTo>
                    <a:pt x="8674" y="3470"/>
                    <a:pt x="9374" y="3503"/>
                    <a:pt x="10141" y="3603"/>
                  </a:cubicBezTo>
                  <a:cubicBezTo>
                    <a:pt x="10675" y="4637"/>
                    <a:pt x="11109" y="5938"/>
                    <a:pt x="11142" y="7339"/>
                  </a:cubicBezTo>
                  <a:lnTo>
                    <a:pt x="11142" y="7473"/>
                  </a:lnTo>
                  <a:lnTo>
                    <a:pt x="8007" y="7473"/>
                  </a:lnTo>
                  <a:lnTo>
                    <a:pt x="8007" y="3436"/>
                  </a:lnTo>
                  <a:close/>
                  <a:moveTo>
                    <a:pt x="10675" y="3670"/>
                  </a:moveTo>
                  <a:cubicBezTo>
                    <a:pt x="11442" y="3803"/>
                    <a:pt x="12210" y="3970"/>
                    <a:pt x="13043" y="4170"/>
                  </a:cubicBezTo>
                  <a:cubicBezTo>
                    <a:pt x="13544" y="5171"/>
                    <a:pt x="13844" y="6305"/>
                    <a:pt x="13944" y="7473"/>
                  </a:cubicBezTo>
                  <a:lnTo>
                    <a:pt x="11609" y="7473"/>
                  </a:lnTo>
                  <a:lnTo>
                    <a:pt x="11609" y="7306"/>
                  </a:lnTo>
                  <a:cubicBezTo>
                    <a:pt x="11509" y="5938"/>
                    <a:pt x="11175" y="4671"/>
                    <a:pt x="10675" y="3670"/>
                  </a:cubicBezTo>
                  <a:close/>
                  <a:moveTo>
                    <a:pt x="13611" y="4304"/>
                  </a:moveTo>
                  <a:cubicBezTo>
                    <a:pt x="13844" y="4370"/>
                    <a:pt x="14111" y="4470"/>
                    <a:pt x="14344" y="4504"/>
                  </a:cubicBezTo>
                  <a:cubicBezTo>
                    <a:pt x="14778" y="5371"/>
                    <a:pt x="15045" y="6372"/>
                    <a:pt x="15112" y="7439"/>
                  </a:cubicBezTo>
                  <a:lnTo>
                    <a:pt x="14344" y="7439"/>
                  </a:lnTo>
                  <a:lnTo>
                    <a:pt x="14344" y="7473"/>
                  </a:lnTo>
                  <a:cubicBezTo>
                    <a:pt x="14311" y="6338"/>
                    <a:pt x="14044" y="5271"/>
                    <a:pt x="13611" y="4304"/>
                  </a:cubicBezTo>
                  <a:close/>
                  <a:moveTo>
                    <a:pt x="1335" y="7940"/>
                  </a:moveTo>
                  <a:cubicBezTo>
                    <a:pt x="1368" y="9274"/>
                    <a:pt x="1702" y="10541"/>
                    <a:pt x="2336" y="11642"/>
                  </a:cubicBezTo>
                  <a:cubicBezTo>
                    <a:pt x="2036" y="11542"/>
                    <a:pt x="1769" y="11475"/>
                    <a:pt x="1435" y="11375"/>
                  </a:cubicBezTo>
                  <a:cubicBezTo>
                    <a:pt x="835" y="10341"/>
                    <a:pt x="501" y="9174"/>
                    <a:pt x="468" y="7940"/>
                  </a:cubicBezTo>
                  <a:close/>
                  <a:moveTo>
                    <a:pt x="15112" y="7940"/>
                  </a:moveTo>
                  <a:cubicBezTo>
                    <a:pt x="15045" y="9274"/>
                    <a:pt x="14678" y="10508"/>
                    <a:pt x="14011" y="11609"/>
                  </a:cubicBezTo>
                  <a:cubicBezTo>
                    <a:pt x="13811" y="11676"/>
                    <a:pt x="13510" y="11776"/>
                    <a:pt x="13277" y="11842"/>
                  </a:cubicBezTo>
                  <a:cubicBezTo>
                    <a:pt x="13944" y="10675"/>
                    <a:pt x="14311" y="9341"/>
                    <a:pt x="14344" y="7940"/>
                  </a:cubicBezTo>
                  <a:close/>
                  <a:moveTo>
                    <a:pt x="4104" y="7940"/>
                  </a:moveTo>
                  <a:cubicBezTo>
                    <a:pt x="4137" y="9374"/>
                    <a:pt x="4504" y="10842"/>
                    <a:pt x="5271" y="12276"/>
                  </a:cubicBezTo>
                  <a:cubicBezTo>
                    <a:pt x="4504" y="12143"/>
                    <a:pt x="3703" y="12009"/>
                    <a:pt x="2936" y="11809"/>
                  </a:cubicBezTo>
                  <a:cubicBezTo>
                    <a:pt x="2202" y="10675"/>
                    <a:pt x="1802" y="9341"/>
                    <a:pt x="1769" y="7940"/>
                  </a:cubicBezTo>
                  <a:close/>
                  <a:moveTo>
                    <a:pt x="13944" y="7873"/>
                  </a:moveTo>
                  <a:cubicBezTo>
                    <a:pt x="13877" y="9374"/>
                    <a:pt x="13444" y="10808"/>
                    <a:pt x="12643" y="11942"/>
                  </a:cubicBezTo>
                  <a:cubicBezTo>
                    <a:pt x="12210" y="12043"/>
                    <a:pt x="11809" y="12176"/>
                    <a:pt x="11342" y="12209"/>
                  </a:cubicBezTo>
                  <a:lnTo>
                    <a:pt x="10342" y="12343"/>
                  </a:lnTo>
                  <a:cubicBezTo>
                    <a:pt x="11142" y="10875"/>
                    <a:pt x="11542" y="9374"/>
                    <a:pt x="11609" y="7873"/>
                  </a:cubicBezTo>
                  <a:close/>
                  <a:moveTo>
                    <a:pt x="7540" y="7973"/>
                  </a:moveTo>
                  <a:lnTo>
                    <a:pt x="7540" y="12476"/>
                  </a:lnTo>
                  <a:cubicBezTo>
                    <a:pt x="7006" y="12443"/>
                    <a:pt x="6439" y="12376"/>
                    <a:pt x="5805" y="12343"/>
                  </a:cubicBezTo>
                  <a:cubicBezTo>
                    <a:pt x="5004" y="10875"/>
                    <a:pt x="4604" y="9441"/>
                    <a:pt x="4537" y="7973"/>
                  </a:cubicBezTo>
                  <a:close/>
                  <a:moveTo>
                    <a:pt x="11142" y="7940"/>
                  </a:moveTo>
                  <a:cubicBezTo>
                    <a:pt x="11109" y="9441"/>
                    <a:pt x="10675" y="10942"/>
                    <a:pt x="9808" y="12443"/>
                  </a:cubicBezTo>
                  <a:cubicBezTo>
                    <a:pt x="9274" y="12476"/>
                    <a:pt x="8640" y="12476"/>
                    <a:pt x="8007" y="12476"/>
                  </a:cubicBezTo>
                  <a:lnTo>
                    <a:pt x="8007" y="7940"/>
                  </a:lnTo>
                  <a:close/>
                  <a:moveTo>
                    <a:pt x="13611" y="12143"/>
                  </a:moveTo>
                  <a:cubicBezTo>
                    <a:pt x="12843" y="13177"/>
                    <a:pt x="11809" y="14011"/>
                    <a:pt x="10608" y="14511"/>
                  </a:cubicBezTo>
                  <a:cubicBezTo>
                    <a:pt x="11509" y="13977"/>
                    <a:pt x="12310" y="13210"/>
                    <a:pt x="12877" y="12343"/>
                  </a:cubicBezTo>
                  <a:cubicBezTo>
                    <a:pt x="13144" y="12276"/>
                    <a:pt x="13377" y="12209"/>
                    <a:pt x="13611" y="12143"/>
                  </a:cubicBezTo>
                  <a:close/>
                  <a:moveTo>
                    <a:pt x="1769" y="11942"/>
                  </a:moveTo>
                  <a:lnTo>
                    <a:pt x="2636" y="12176"/>
                  </a:lnTo>
                  <a:cubicBezTo>
                    <a:pt x="3303" y="13210"/>
                    <a:pt x="4204" y="14044"/>
                    <a:pt x="5305" y="14678"/>
                  </a:cubicBezTo>
                  <a:cubicBezTo>
                    <a:pt x="3870" y="14144"/>
                    <a:pt x="2636" y="13177"/>
                    <a:pt x="1769" y="11942"/>
                  </a:cubicBezTo>
                  <a:close/>
                  <a:moveTo>
                    <a:pt x="6105" y="12776"/>
                  </a:moveTo>
                  <a:cubicBezTo>
                    <a:pt x="6606" y="12843"/>
                    <a:pt x="7106" y="12843"/>
                    <a:pt x="7540" y="12876"/>
                  </a:cubicBezTo>
                  <a:lnTo>
                    <a:pt x="7540" y="14711"/>
                  </a:lnTo>
                  <a:cubicBezTo>
                    <a:pt x="6972" y="14111"/>
                    <a:pt x="6505" y="13410"/>
                    <a:pt x="6105" y="12776"/>
                  </a:cubicBezTo>
                  <a:close/>
                  <a:moveTo>
                    <a:pt x="9541" y="12843"/>
                  </a:moveTo>
                  <a:lnTo>
                    <a:pt x="9541" y="12843"/>
                  </a:lnTo>
                  <a:cubicBezTo>
                    <a:pt x="9141" y="13510"/>
                    <a:pt x="8607" y="14177"/>
                    <a:pt x="8007" y="14845"/>
                  </a:cubicBezTo>
                  <a:lnTo>
                    <a:pt x="8007" y="12876"/>
                  </a:lnTo>
                  <a:lnTo>
                    <a:pt x="8307" y="12876"/>
                  </a:lnTo>
                  <a:cubicBezTo>
                    <a:pt x="8707" y="12876"/>
                    <a:pt x="9141" y="12876"/>
                    <a:pt x="9541" y="12843"/>
                  </a:cubicBezTo>
                  <a:close/>
                  <a:moveTo>
                    <a:pt x="12276" y="12476"/>
                  </a:moveTo>
                  <a:lnTo>
                    <a:pt x="12276" y="12476"/>
                  </a:lnTo>
                  <a:cubicBezTo>
                    <a:pt x="11309" y="13644"/>
                    <a:pt x="10041" y="14478"/>
                    <a:pt x="8540" y="14878"/>
                  </a:cubicBezTo>
                  <a:cubicBezTo>
                    <a:pt x="9141" y="14211"/>
                    <a:pt x="9641" y="13510"/>
                    <a:pt x="10108" y="12810"/>
                  </a:cubicBezTo>
                  <a:cubicBezTo>
                    <a:pt x="10875" y="12710"/>
                    <a:pt x="11642" y="12643"/>
                    <a:pt x="12276" y="12476"/>
                  </a:cubicBezTo>
                  <a:close/>
                  <a:moveTo>
                    <a:pt x="3303" y="12343"/>
                  </a:moveTo>
                  <a:lnTo>
                    <a:pt x="3303" y="12343"/>
                  </a:lnTo>
                  <a:cubicBezTo>
                    <a:pt x="4104" y="12510"/>
                    <a:pt x="4838" y="12643"/>
                    <a:pt x="5538" y="12710"/>
                  </a:cubicBezTo>
                  <a:cubicBezTo>
                    <a:pt x="5972" y="13477"/>
                    <a:pt x="6505" y="14211"/>
                    <a:pt x="7139" y="14945"/>
                  </a:cubicBezTo>
                  <a:cubicBezTo>
                    <a:pt x="5605" y="14511"/>
                    <a:pt x="4271" y="13544"/>
                    <a:pt x="3303" y="12343"/>
                  </a:cubicBezTo>
                  <a:close/>
                  <a:moveTo>
                    <a:pt x="7773" y="1"/>
                  </a:moveTo>
                  <a:cubicBezTo>
                    <a:pt x="3470" y="1"/>
                    <a:pt x="1" y="3470"/>
                    <a:pt x="1" y="7773"/>
                  </a:cubicBezTo>
                  <a:cubicBezTo>
                    <a:pt x="1" y="12043"/>
                    <a:pt x="3470" y="15512"/>
                    <a:pt x="7773" y="15512"/>
                  </a:cubicBezTo>
                  <a:lnTo>
                    <a:pt x="7940" y="15512"/>
                  </a:lnTo>
                  <a:cubicBezTo>
                    <a:pt x="12143" y="15445"/>
                    <a:pt x="15512" y="11976"/>
                    <a:pt x="15512" y="7773"/>
                  </a:cubicBezTo>
                  <a:cubicBezTo>
                    <a:pt x="15512" y="3536"/>
                    <a:pt x="12143" y="101"/>
                    <a:pt x="7940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41"/>
          <p:cNvSpPr/>
          <p:nvPr/>
        </p:nvSpPr>
        <p:spPr>
          <a:xfrm>
            <a:off x="4270500" y="1059675"/>
            <a:ext cx="4160400" cy="3069300"/>
          </a:xfrm>
          <a:prstGeom prst="roundRect">
            <a:avLst>
              <a:gd name="adj" fmla="val 8047"/>
            </a:avLst>
          </a:prstGeom>
          <a:solidFill>
            <a:schemeClr val="accent2"/>
          </a:solidFill>
          <a:ln>
            <a:noFill/>
          </a:ln>
          <a:effectLst>
            <a:outerShdw dist="161925" dir="786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p41"/>
          <p:cNvSpPr txBox="1">
            <a:spLocks noGrp="1"/>
          </p:cNvSpPr>
          <p:nvPr>
            <p:ph type="title"/>
          </p:nvPr>
        </p:nvSpPr>
        <p:spPr>
          <a:xfrm>
            <a:off x="713099" y="2012175"/>
            <a:ext cx="3209726" cy="10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1"/>
                </a:solidFill>
              </a:rPr>
              <a:t>Referências: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770" name="Google Shape;1770;p41"/>
          <p:cNvSpPr txBox="1">
            <a:spLocks noGrp="1"/>
          </p:cNvSpPr>
          <p:nvPr>
            <p:ph type="body" idx="1"/>
          </p:nvPr>
        </p:nvSpPr>
        <p:spPr>
          <a:xfrm>
            <a:off x="4400150" y="1376212"/>
            <a:ext cx="3858900" cy="26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https://www.zup.com.br/blog/testes-unitarios</a:t>
            </a:r>
            <a:endParaRPr lang="pt-BR" sz="1800" b="1" kern="1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https://www.objective.com.br/insights/teste-unitario/</a:t>
            </a:r>
            <a:endParaRPr lang="pt-BR" sz="1800" kern="1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https://dayvsonlima.medium.com/entenda-de-uma-vez</a:t>
            </a:r>
            <a:endParaRPr lang="pt-BR" sz="1800" kern="1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71" name="Google Shape;1771;p41"/>
          <p:cNvSpPr/>
          <p:nvPr/>
        </p:nvSpPr>
        <p:spPr>
          <a:xfrm>
            <a:off x="1035863" y="487768"/>
            <a:ext cx="84809" cy="85748"/>
          </a:xfrm>
          <a:custGeom>
            <a:avLst/>
            <a:gdLst/>
            <a:ahLst/>
            <a:cxnLst/>
            <a:rect l="l" t="t" r="r" b="b"/>
            <a:pathLst>
              <a:path w="3070" h="3104" extrusionOk="0">
                <a:moveTo>
                  <a:pt x="1535" y="1"/>
                </a:moveTo>
                <a:cubicBezTo>
                  <a:pt x="701" y="1"/>
                  <a:pt x="1" y="701"/>
                  <a:pt x="1" y="1535"/>
                </a:cubicBezTo>
                <a:cubicBezTo>
                  <a:pt x="1" y="2369"/>
                  <a:pt x="701" y="3103"/>
                  <a:pt x="1535" y="3103"/>
                </a:cubicBezTo>
                <a:cubicBezTo>
                  <a:pt x="2369" y="3103"/>
                  <a:pt x="3070" y="2369"/>
                  <a:pt x="3070" y="1535"/>
                </a:cubicBezTo>
                <a:cubicBezTo>
                  <a:pt x="3070" y="701"/>
                  <a:pt x="2369" y="1"/>
                  <a:pt x="15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2" name="Google Shape;1772;p41"/>
          <p:cNvGrpSpPr/>
          <p:nvPr/>
        </p:nvGrpSpPr>
        <p:grpSpPr>
          <a:xfrm>
            <a:off x="2405663" y="4515081"/>
            <a:ext cx="1021756" cy="332094"/>
            <a:chOff x="7289663" y="3996131"/>
            <a:chExt cx="1021756" cy="332094"/>
          </a:xfrm>
        </p:grpSpPr>
        <p:sp>
          <p:nvSpPr>
            <p:cNvPr id="1773" name="Google Shape;1773;p41"/>
            <p:cNvSpPr/>
            <p:nvPr/>
          </p:nvSpPr>
          <p:spPr>
            <a:xfrm>
              <a:off x="7289663" y="4044216"/>
              <a:ext cx="1002972" cy="284009"/>
            </a:xfrm>
            <a:custGeom>
              <a:avLst/>
              <a:gdLst/>
              <a:ahLst/>
              <a:cxnLst/>
              <a:rect l="l" t="t" r="r" b="b"/>
              <a:pathLst>
                <a:path w="44532" h="12610" extrusionOk="0">
                  <a:moveTo>
                    <a:pt x="6305" y="0"/>
                  </a:moveTo>
                  <a:cubicBezTo>
                    <a:pt x="2836" y="0"/>
                    <a:pt x="0" y="2836"/>
                    <a:pt x="0" y="6305"/>
                  </a:cubicBezTo>
                  <a:cubicBezTo>
                    <a:pt x="0" y="9774"/>
                    <a:pt x="2836" y="12609"/>
                    <a:pt x="6305" y="12609"/>
                  </a:cubicBezTo>
                  <a:lnTo>
                    <a:pt x="38227" y="12609"/>
                  </a:lnTo>
                  <a:cubicBezTo>
                    <a:pt x="41697" y="12609"/>
                    <a:pt x="44532" y="9774"/>
                    <a:pt x="44532" y="6305"/>
                  </a:cubicBezTo>
                  <a:cubicBezTo>
                    <a:pt x="44532" y="2836"/>
                    <a:pt x="41697" y="0"/>
                    <a:pt x="38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1"/>
            <p:cNvSpPr/>
            <p:nvPr/>
          </p:nvSpPr>
          <p:spPr>
            <a:xfrm>
              <a:off x="7308447" y="3996131"/>
              <a:ext cx="1002972" cy="284009"/>
            </a:xfrm>
            <a:custGeom>
              <a:avLst/>
              <a:gdLst/>
              <a:ahLst/>
              <a:cxnLst/>
              <a:rect l="l" t="t" r="r" b="b"/>
              <a:pathLst>
                <a:path w="44532" h="12610" extrusionOk="0">
                  <a:moveTo>
                    <a:pt x="6305" y="0"/>
                  </a:moveTo>
                  <a:cubicBezTo>
                    <a:pt x="2835" y="0"/>
                    <a:pt x="0" y="2836"/>
                    <a:pt x="0" y="6305"/>
                  </a:cubicBezTo>
                  <a:cubicBezTo>
                    <a:pt x="0" y="9774"/>
                    <a:pt x="2835" y="12609"/>
                    <a:pt x="6305" y="12609"/>
                  </a:cubicBezTo>
                  <a:lnTo>
                    <a:pt x="38227" y="12609"/>
                  </a:lnTo>
                  <a:cubicBezTo>
                    <a:pt x="41730" y="12609"/>
                    <a:pt x="44532" y="9774"/>
                    <a:pt x="44532" y="6305"/>
                  </a:cubicBezTo>
                  <a:cubicBezTo>
                    <a:pt x="44532" y="2836"/>
                    <a:pt x="41697" y="0"/>
                    <a:pt x="382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1"/>
            <p:cNvSpPr/>
            <p:nvPr/>
          </p:nvSpPr>
          <p:spPr>
            <a:xfrm>
              <a:off x="7433897" y="4044036"/>
              <a:ext cx="209639" cy="188175"/>
            </a:xfrm>
            <a:custGeom>
              <a:avLst/>
              <a:gdLst/>
              <a:ahLst/>
              <a:cxnLst/>
              <a:rect l="l" t="t" r="r" b="b"/>
              <a:pathLst>
                <a:path w="9308" h="8355" extrusionOk="0">
                  <a:moveTo>
                    <a:pt x="4646" y="1"/>
                  </a:moveTo>
                  <a:cubicBezTo>
                    <a:pt x="3684" y="1"/>
                    <a:pt x="2718" y="332"/>
                    <a:pt x="1935" y="1009"/>
                  </a:cubicBezTo>
                  <a:cubicBezTo>
                    <a:pt x="168" y="2543"/>
                    <a:pt x="1" y="5179"/>
                    <a:pt x="1502" y="6913"/>
                  </a:cubicBezTo>
                  <a:cubicBezTo>
                    <a:pt x="2326" y="7865"/>
                    <a:pt x="3491" y="8355"/>
                    <a:pt x="4662" y="8355"/>
                  </a:cubicBezTo>
                  <a:cubicBezTo>
                    <a:pt x="5624" y="8355"/>
                    <a:pt x="6590" y="8024"/>
                    <a:pt x="7373" y="7347"/>
                  </a:cubicBezTo>
                  <a:cubicBezTo>
                    <a:pt x="9107" y="5846"/>
                    <a:pt x="9307" y="3210"/>
                    <a:pt x="7806" y="1443"/>
                  </a:cubicBezTo>
                  <a:cubicBezTo>
                    <a:pt x="6982" y="491"/>
                    <a:pt x="5817" y="1"/>
                    <a:pt x="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1"/>
            <p:cNvSpPr/>
            <p:nvPr/>
          </p:nvSpPr>
          <p:spPr>
            <a:xfrm>
              <a:off x="7705879" y="4044689"/>
              <a:ext cx="208108" cy="187612"/>
            </a:xfrm>
            <a:custGeom>
              <a:avLst/>
              <a:gdLst/>
              <a:ahLst/>
              <a:cxnLst/>
              <a:rect l="l" t="t" r="r" b="b"/>
              <a:pathLst>
                <a:path w="9240" h="8330" extrusionOk="0">
                  <a:moveTo>
                    <a:pt x="4637" y="1"/>
                  </a:moveTo>
                  <a:cubicBezTo>
                    <a:pt x="3626" y="1"/>
                    <a:pt x="2609" y="369"/>
                    <a:pt x="1801" y="1113"/>
                  </a:cubicBezTo>
                  <a:cubicBezTo>
                    <a:pt x="100" y="2681"/>
                    <a:pt x="0" y="5316"/>
                    <a:pt x="1568" y="6984"/>
                  </a:cubicBezTo>
                  <a:cubicBezTo>
                    <a:pt x="2392" y="7878"/>
                    <a:pt x="3510" y="8330"/>
                    <a:pt x="4633" y="8330"/>
                  </a:cubicBezTo>
                  <a:cubicBezTo>
                    <a:pt x="5647" y="8330"/>
                    <a:pt x="6665" y="7962"/>
                    <a:pt x="7472" y="7218"/>
                  </a:cubicBezTo>
                  <a:cubicBezTo>
                    <a:pt x="9140" y="5650"/>
                    <a:pt x="9240" y="3015"/>
                    <a:pt x="7672" y="1347"/>
                  </a:cubicBezTo>
                  <a:cubicBezTo>
                    <a:pt x="6866" y="453"/>
                    <a:pt x="5756" y="1"/>
                    <a:pt x="4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1"/>
            <p:cNvSpPr/>
            <p:nvPr/>
          </p:nvSpPr>
          <p:spPr>
            <a:xfrm>
              <a:off x="7979347" y="4043856"/>
              <a:ext cx="206621" cy="187793"/>
            </a:xfrm>
            <a:custGeom>
              <a:avLst/>
              <a:gdLst/>
              <a:ahLst/>
              <a:cxnLst/>
              <a:rect l="l" t="t" r="r" b="b"/>
              <a:pathLst>
                <a:path w="9174" h="8338" extrusionOk="0">
                  <a:moveTo>
                    <a:pt x="4594" y="1"/>
                  </a:moveTo>
                  <a:cubicBezTo>
                    <a:pt x="2710" y="1"/>
                    <a:pt x="989" y="1277"/>
                    <a:pt x="534" y="3185"/>
                  </a:cubicBezTo>
                  <a:cubicBezTo>
                    <a:pt x="0" y="5420"/>
                    <a:pt x="1368" y="7688"/>
                    <a:pt x="3603" y="8222"/>
                  </a:cubicBezTo>
                  <a:cubicBezTo>
                    <a:pt x="3929" y="8300"/>
                    <a:pt x="4256" y="8337"/>
                    <a:pt x="4577" y="8337"/>
                  </a:cubicBezTo>
                  <a:cubicBezTo>
                    <a:pt x="6455" y="8337"/>
                    <a:pt x="8155" y="7061"/>
                    <a:pt x="8640" y="5153"/>
                  </a:cubicBezTo>
                  <a:cubicBezTo>
                    <a:pt x="9173" y="2918"/>
                    <a:pt x="7806" y="683"/>
                    <a:pt x="5571" y="116"/>
                  </a:cubicBezTo>
                  <a:cubicBezTo>
                    <a:pt x="5244" y="38"/>
                    <a:pt x="4917" y="1"/>
                    <a:pt x="45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8" name="Google Shape;1778;p41"/>
          <p:cNvGrpSpPr/>
          <p:nvPr/>
        </p:nvGrpSpPr>
        <p:grpSpPr>
          <a:xfrm>
            <a:off x="3236861" y="3957497"/>
            <a:ext cx="749797" cy="717499"/>
            <a:chOff x="7847861" y="3178722"/>
            <a:chExt cx="749797" cy="717499"/>
          </a:xfrm>
        </p:grpSpPr>
        <p:sp>
          <p:nvSpPr>
            <p:cNvPr id="1779" name="Google Shape;1779;p41"/>
            <p:cNvSpPr/>
            <p:nvPr/>
          </p:nvSpPr>
          <p:spPr>
            <a:xfrm>
              <a:off x="7847861" y="3214037"/>
              <a:ext cx="710743" cy="682184"/>
            </a:xfrm>
            <a:custGeom>
              <a:avLst/>
              <a:gdLst/>
              <a:ahLst/>
              <a:cxnLst/>
              <a:rect l="l" t="t" r="r" b="b"/>
              <a:pathLst>
                <a:path w="31557" h="30289" extrusionOk="0">
                  <a:moveTo>
                    <a:pt x="3503" y="0"/>
                  </a:moveTo>
                  <a:cubicBezTo>
                    <a:pt x="1568" y="0"/>
                    <a:pt x="1" y="1602"/>
                    <a:pt x="1" y="3503"/>
                  </a:cubicBezTo>
                  <a:lnTo>
                    <a:pt x="1" y="26786"/>
                  </a:lnTo>
                  <a:cubicBezTo>
                    <a:pt x="1" y="28688"/>
                    <a:pt x="1568" y="30289"/>
                    <a:pt x="3503" y="30289"/>
                  </a:cubicBezTo>
                  <a:lnTo>
                    <a:pt x="28054" y="30289"/>
                  </a:lnTo>
                  <a:cubicBezTo>
                    <a:pt x="29955" y="30289"/>
                    <a:pt x="31556" y="28754"/>
                    <a:pt x="31556" y="26820"/>
                  </a:cubicBezTo>
                  <a:lnTo>
                    <a:pt x="31556" y="3503"/>
                  </a:lnTo>
                  <a:cubicBezTo>
                    <a:pt x="31556" y="1602"/>
                    <a:pt x="29955" y="0"/>
                    <a:pt x="280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1"/>
            <p:cNvSpPr/>
            <p:nvPr/>
          </p:nvSpPr>
          <p:spPr>
            <a:xfrm>
              <a:off x="7886937" y="3178722"/>
              <a:ext cx="710720" cy="681441"/>
            </a:xfrm>
            <a:custGeom>
              <a:avLst/>
              <a:gdLst/>
              <a:ahLst/>
              <a:cxnLst/>
              <a:rect l="l" t="t" r="r" b="b"/>
              <a:pathLst>
                <a:path w="31556" h="30256" extrusionOk="0">
                  <a:moveTo>
                    <a:pt x="3503" y="1"/>
                  </a:moveTo>
                  <a:cubicBezTo>
                    <a:pt x="1601" y="1"/>
                    <a:pt x="0" y="1568"/>
                    <a:pt x="0" y="3503"/>
                  </a:cubicBezTo>
                  <a:lnTo>
                    <a:pt x="0" y="26753"/>
                  </a:lnTo>
                  <a:cubicBezTo>
                    <a:pt x="0" y="28688"/>
                    <a:pt x="1601" y="30256"/>
                    <a:pt x="3503" y="30256"/>
                  </a:cubicBezTo>
                  <a:lnTo>
                    <a:pt x="28053" y="30256"/>
                  </a:lnTo>
                  <a:cubicBezTo>
                    <a:pt x="29988" y="30256"/>
                    <a:pt x="31556" y="28688"/>
                    <a:pt x="31556" y="26753"/>
                  </a:cubicBezTo>
                  <a:lnTo>
                    <a:pt x="31556" y="3503"/>
                  </a:lnTo>
                  <a:cubicBezTo>
                    <a:pt x="31556" y="1568"/>
                    <a:pt x="29988" y="1"/>
                    <a:pt x="2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1"/>
            <p:cNvSpPr/>
            <p:nvPr/>
          </p:nvSpPr>
          <p:spPr>
            <a:xfrm>
              <a:off x="7944032" y="3221560"/>
              <a:ext cx="596531" cy="595788"/>
            </a:xfrm>
            <a:custGeom>
              <a:avLst/>
              <a:gdLst/>
              <a:ahLst/>
              <a:cxnLst/>
              <a:rect l="l" t="t" r="r" b="b"/>
              <a:pathLst>
                <a:path w="26486" h="26453" extrusionOk="0">
                  <a:moveTo>
                    <a:pt x="13243" y="3803"/>
                  </a:moveTo>
                  <a:cubicBezTo>
                    <a:pt x="18413" y="3803"/>
                    <a:pt x="22616" y="8006"/>
                    <a:pt x="22616" y="13176"/>
                  </a:cubicBezTo>
                  <a:cubicBezTo>
                    <a:pt x="22616" y="18413"/>
                    <a:pt x="18413" y="22583"/>
                    <a:pt x="13243" y="22583"/>
                  </a:cubicBezTo>
                  <a:cubicBezTo>
                    <a:pt x="8073" y="22583"/>
                    <a:pt x="3836" y="18346"/>
                    <a:pt x="3836" y="13176"/>
                  </a:cubicBezTo>
                  <a:cubicBezTo>
                    <a:pt x="3836" y="8006"/>
                    <a:pt x="8073" y="3803"/>
                    <a:pt x="13243" y="3803"/>
                  </a:cubicBezTo>
                  <a:close/>
                  <a:moveTo>
                    <a:pt x="13243" y="0"/>
                  </a:moveTo>
                  <a:cubicBezTo>
                    <a:pt x="5938" y="0"/>
                    <a:pt x="0" y="5938"/>
                    <a:pt x="0" y="13243"/>
                  </a:cubicBezTo>
                  <a:cubicBezTo>
                    <a:pt x="0" y="20515"/>
                    <a:pt x="5938" y="26452"/>
                    <a:pt x="13243" y="26452"/>
                  </a:cubicBezTo>
                  <a:cubicBezTo>
                    <a:pt x="20515" y="26452"/>
                    <a:pt x="26452" y="20515"/>
                    <a:pt x="26452" y="13243"/>
                  </a:cubicBezTo>
                  <a:cubicBezTo>
                    <a:pt x="26486" y="5938"/>
                    <a:pt x="20582" y="0"/>
                    <a:pt x="13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1"/>
            <p:cNvSpPr/>
            <p:nvPr/>
          </p:nvSpPr>
          <p:spPr>
            <a:xfrm>
              <a:off x="8146126" y="3430411"/>
              <a:ext cx="394437" cy="387680"/>
            </a:xfrm>
            <a:custGeom>
              <a:avLst/>
              <a:gdLst/>
              <a:ahLst/>
              <a:cxnLst/>
              <a:rect l="l" t="t" r="r" b="b"/>
              <a:pathLst>
                <a:path w="17513" h="17213" extrusionOk="0">
                  <a:moveTo>
                    <a:pt x="16879" y="0"/>
                  </a:moveTo>
                  <a:cubicBezTo>
                    <a:pt x="17146" y="801"/>
                    <a:pt x="17313" y="1568"/>
                    <a:pt x="17379" y="2402"/>
                  </a:cubicBezTo>
                  <a:lnTo>
                    <a:pt x="13610" y="3703"/>
                  </a:lnTo>
                  <a:lnTo>
                    <a:pt x="13610" y="3970"/>
                  </a:lnTo>
                  <a:cubicBezTo>
                    <a:pt x="13610" y="9140"/>
                    <a:pt x="9374" y="13343"/>
                    <a:pt x="4203" y="13343"/>
                  </a:cubicBezTo>
                  <a:cubicBezTo>
                    <a:pt x="2869" y="13343"/>
                    <a:pt x="1635" y="13043"/>
                    <a:pt x="467" y="12543"/>
                  </a:cubicBezTo>
                  <a:lnTo>
                    <a:pt x="0" y="16512"/>
                  </a:lnTo>
                  <a:cubicBezTo>
                    <a:pt x="1335" y="16979"/>
                    <a:pt x="2769" y="17213"/>
                    <a:pt x="4203" y="17213"/>
                  </a:cubicBezTo>
                  <a:cubicBezTo>
                    <a:pt x="11509" y="17213"/>
                    <a:pt x="17413" y="11308"/>
                    <a:pt x="17413" y="4003"/>
                  </a:cubicBezTo>
                  <a:cubicBezTo>
                    <a:pt x="17513" y="2569"/>
                    <a:pt x="17313" y="1235"/>
                    <a:pt x="168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1"/>
            <p:cNvSpPr/>
            <p:nvPr/>
          </p:nvSpPr>
          <p:spPr>
            <a:xfrm>
              <a:off x="8067230" y="3344758"/>
              <a:ext cx="349369" cy="349369"/>
            </a:xfrm>
            <a:custGeom>
              <a:avLst/>
              <a:gdLst/>
              <a:ahLst/>
              <a:cxnLst/>
              <a:rect l="l" t="t" r="r" b="b"/>
              <a:pathLst>
                <a:path w="15512" h="15512" extrusionOk="0">
                  <a:moveTo>
                    <a:pt x="7540" y="768"/>
                  </a:moveTo>
                  <a:lnTo>
                    <a:pt x="7540" y="2969"/>
                  </a:lnTo>
                  <a:cubicBezTo>
                    <a:pt x="6972" y="2969"/>
                    <a:pt x="6372" y="2969"/>
                    <a:pt x="5872" y="3003"/>
                  </a:cubicBezTo>
                  <a:cubicBezTo>
                    <a:pt x="6505" y="1969"/>
                    <a:pt x="7173" y="1168"/>
                    <a:pt x="7540" y="768"/>
                  </a:cubicBezTo>
                  <a:close/>
                  <a:moveTo>
                    <a:pt x="8007" y="634"/>
                  </a:moveTo>
                  <a:cubicBezTo>
                    <a:pt x="8373" y="1001"/>
                    <a:pt x="9174" y="1935"/>
                    <a:pt x="9875" y="3136"/>
                  </a:cubicBezTo>
                  <a:cubicBezTo>
                    <a:pt x="9207" y="3036"/>
                    <a:pt x="8607" y="3003"/>
                    <a:pt x="8007" y="2969"/>
                  </a:cubicBezTo>
                  <a:lnTo>
                    <a:pt x="8007" y="634"/>
                  </a:lnTo>
                  <a:close/>
                  <a:moveTo>
                    <a:pt x="7106" y="601"/>
                  </a:moveTo>
                  <a:lnTo>
                    <a:pt x="7106" y="601"/>
                  </a:lnTo>
                  <a:cubicBezTo>
                    <a:pt x="6639" y="1135"/>
                    <a:pt x="5938" y="1969"/>
                    <a:pt x="5338" y="3036"/>
                  </a:cubicBezTo>
                  <a:cubicBezTo>
                    <a:pt x="4504" y="3136"/>
                    <a:pt x="3804" y="3270"/>
                    <a:pt x="3170" y="3370"/>
                  </a:cubicBezTo>
                  <a:cubicBezTo>
                    <a:pt x="4137" y="2035"/>
                    <a:pt x="5471" y="1035"/>
                    <a:pt x="7106" y="601"/>
                  </a:cubicBezTo>
                  <a:close/>
                  <a:moveTo>
                    <a:pt x="8640" y="634"/>
                  </a:moveTo>
                  <a:lnTo>
                    <a:pt x="8640" y="634"/>
                  </a:lnTo>
                  <a:cubicBezTo>
                    <a:pt x="10342" y="1135"/>
                    <a:pt x="11776" y="2202"/>
                    <a:pt x="12710" y="3670"/>
                  </a:cubicBezTo>
                  <a:cubicBezTo>
                    <a:pt x="11876" y="3470"/>
                    <a:pt x="11142" y="3303"/>
                    <a:pt x="10442" y="3203"/>
                  </a:cubicBezTo>
                  <a:cubicBezTo>
                    <a:pt x="9808" y="2035"/>
                    <a:pt x="9107" y="1168"/>
                    <a:pt x="8640" y="634"/>
                  </a:cubicBezTo>
                  <a:close/>
                  <a:moveTo>
                    <a:pt x="5338" y="835"/>
                  </a:moveTo>
                  <a:cubicBezTo>
                    <a:pt x="4170" y="1468"/>
                    <a:pt x="3203" y="2436"/>
                    <a:pt x="2503" y="3503"/>
                  </a:cubicBezTo>
                  <a:cubicBezTo>
                    <a:pt x="2169" y="3603"/>
                    <a:pt x="1869" y="3670"/>
                    <a:pt x="1569" y="3770"/>
                  </a:cubicBezTo>
                  <a:cubicBezTo>
                    <a:pt x="2503" y="2469"/>
                    <a:pt x="3804" y="1435"/>
                    <a:pt x="5338" y="835"/>
                  </a:cubicBezTo>
                  <a:close/>
                  <a:moveTo>
                    <a:pt x="10608" y="1001"/>
                  </a:moveTo>
                  <a:cubicBezTo>
                    <a:pt x="12043" y="1635"/>
                    <a:pt x="13277" y="2669"/>
                    <a:pt x="14044" y="4003"/>
                  </a:cubicBezTo>
                  <a:cubicBezTo>
                    <a:pt x="13811" y="3937"/>
                    <a:pt x="13544" y="3870"/>
                    <a:pt x="13310" y="3803"/>
                  </a:cubicBezTo>
                  <a:cubicBezTo>
                    <a:pt x="12643" y="2669"/>
                    <a:pt x="11709" y="1702"/>
                    <a:pt x="10608" y="1001"/>
                  </a:cubicBezTo>
                  <a:close/>
                  <a:moveTo>
                    <a:pt x="2269" y="4104"/>
                  </a:moveTo>
                  <a:lnTo>
                    <a:pt x="2269" y="4104"/>
                  </a:lnTo>
                  <a:cubicBezTo>
                    <a:pt x="1669" y="5104"/>
                    <a:pt x="1368" y="6272"/>
                    <a:pt x="1335" y="7473"/>
                  </a:cubicBezTo>
                  <a:lnTo>
                    <a:pt x="468" y="7473"/>
                  </a:lnTo>
                  <a:cubicBezTo>
                    <a:pt x="501" y="6338"/>
                    <a:pt x="801" y="5304"/>
                    <a:pt x="1302" y="4370"/>
                  </a:cubicBezTo>
                  <a:cubicBezTo>
                    <a:pt x="1535" y="4304"/>
                    <a:pt x="1869" y="4170"/>
                    <a:pt x="2269" y="4104"/>
                  </a:cubicBezTo>
                  <a:close/>
                  <a:moveTo>
                    <a:pt x="5138" y="3503"/>
                  </a:moveTo>
                  <a:lnTo>
                    <a:pt x="5138" y="3503"/>
                  </a:lnTo>
                  <a:cubicBezTo>
                    <a:pt x="4637" y="4604"/>
                    <a:pt x="4204" y="5871"/>
                    <a:pt x="4137" y="7306"/>
                  </a:cubicBezTo>
                  <a:lnTo>
                    <a:pt x="4137" y="7473"/>
                  </a:lnTo>
                  <a:lnTo>
                    <a:pt x="1802" y="7473"/>
                  </a:lnTo>
                  <a:cubicBezTo>
                    <a:pt x="1835" y="6172"/>
                    <a:pt x="2202" y="4971"/>
                    <a:pt x="2836" y="3870"/>
                  </a:cubicBezTo>
                  <a:cubicBezTo>
                    <a:pt x="3203" y="3803"/>
                    <a:pt x="3670" y="3703"/>
                    <a:pt x="4204" y="3637"/>
                  </a:cubicBezTo>
                  <a:cubicBezTo>
                    <a:pt x="4504" y="3603"/>
                    <a:pt x="4804" y="3536"/>
                    <a:pt x="5138" y="3503"/>
                  </a:cubicBezTo>
                  <a:close/>
                  <a:moveTo>
                    <a:pt x="7540" y="3370"/>
                  </a:moveTo>
                  <a:lnTo>
                    <a:pt x="7540" y="7473"/>
                  </a:lnTo>
                  <a:lnTo>
                    <a:pt x="4537" y="7473"/>
                  </a:lnTo>
                  <a:lnTo>
                    <a:pt x="4537" y="7339"/>
                  </a:lnTo>
                  <a:cubicBezTo>
                    <a:pt x="4637" y="5838"/>
                    <a:pt x="5104" y="4537"/>
                    <a:pt x="5638" y="3470"/>
                  </a:cubicBezTo>
                  <a:cubicBezTo>
                    <a:pt x="6205" y="3436"/>
                    <a:pt x="6872" y="3370"/>
                    <a:pt x="7540" y="3370"/>
                  </a:cubicBezTo>
                  <a:close/>
                  <a:moveTo>
                    <a:pt x="8007" y="3436"/>
                  </a:moveTo>
                  <a:cubicBezTo>
                    <a:pt x="8674" y="3470"/>
                    <a:pt x="9374" y="3503"/>
                    <a:pt x="10141" y="3603"/>
                  </a:cubicBezTo>
                  <a:cubicBezTo>
                    <a:pt x="10675" y="4637"/>
                    <a:pt x="11109" y="5938"/>
                    <a:pt x="11142" y="7339"/>
                  </a:cubicBezTo>
                  <a:lnTo>
                    <a:pt x="11142" y="7473"/>
                  </a:lnTo>
                  <a:lnTo>
                    <a:pt x="8007" y="7473"/>
                  </a:lnTo>
                  <a:lnTo>
                    <a:pt x="8007" y="3436"/>
                  </a:lnTo>
                  <a:close/>
                  <a:moveTo>
                    <a:pt x="10675" y="3670"/>
                  </a:moveTo>
                  <a:cubicBezTo>
                    <a:pt x="11442" y="3803"/>
                    <a:pt x="12210" y="3970"/>
                    <a:pt x="13043" y="4170"/>
                  </a:cubicBezTo>
                  <a:cubicBezTo>
                    <a:pt x="13544" y="5171"/>
                    <a:pt x="13844" y="6305"/>
                    <a:pt x="13944" y="7473"/>
                  </a:cubicBezTo>
                  <a:lnTo>
                    <a:pt x="11609" y="7473"/>
                  </a:lnTo>
                  <a:lnTo>
                    <a:pt x="11609" y="7306"/>
                  </a:lnTo>
                  <a:cubicBezTo>
                    <a:pt x="11509" y="5938"/>
                    <a:pt x="11175" y="4671"/>
                    <a:pt x="10675" y="3670"/>
                  </a:cubicBezTo>
                  <a:close/>
                  <a:moveTo>
                    <a:pt x="13611" y="4304"/>
                  </a:moveTo>
                  <a:cubicBezTo>
                    <a:pt x="13844" y="4370"/>
                    <a:pt x="14111" y="4470"/>
                    <a:pt x="14344" y="4504"/>
                  </a:cubicBezTo>
                  <a:cubicBezTo>
                    <a:pt x="14778" y="5371"/>
                    <a:pt x="15045" y="6372"/>
                    <a:pt x="15112" y="7439"/>
                  </a:cubicBezTo>
                  <a:lnTo>
                    <a:pt x="14344" y="7439"/>
                  </a:lnTo>
                  <a:lnTo>
                    <a:pt x="14344" y="7473"/>
                  </a:lnTo>
                  <a:cubicBezTo>
                    <a:pt x="14311" y="6338"/>
                    <a:pt x="14044" y="5271"/>
                    <a:pt x="13611" y="4304"/>
                  </a:cubicBezTo>
                  <a:close/>
                  <a:moveTo>
                    <a:pt x="1335" y="7940"/>
                  </a:moveTo>
                  <a:cubicBezTo>
                    <a:pt x="1368" y="9274"/>
                    <a:pt x="1702" y="10541"/>
                    <a:pt x="2336" y="11642"/>
                  </a:cubicBezTo>
                  <a:cubicBezTo>
                    <a:pt x="2036" y="11542"/>
                    <a:pt x="1769" y="11475"/>
                    <a:pt x="1435" y="11375"/>
                  </a:cubicBezTo>
                  <a:cubicBezTo>
                    <a:pt x="835" y="10341"/>
                    <a:pt x="501" y="9174"/>
                    <a:pt x="468" y="7940"/>
                  </a:cubicBezTo>
                  <a:close/>
                  <a:moveTo>
                    <a:pt x="15112" y="7940"/>
                  </a:moveTo>
                  <a:cubicBezTo>
                    <a:pt x="15045" y="9274"/>
                    <a:pt x="14678" y="10508"/>
                    <a:pt x="14011" y="11609"/>
                  </a:cubicBezTo>
                  <a:cubicBezTo>
                    <a:pt x="13811" y="11676"/>
                    <a:pt x="13510" y="11776"/>
                    <a:pt x="13277" y="11842"/>
                  </a:cubicBezTo>
                  <a:cubicBezTo>
                    <a:pt x="13944" y="10675"/>
                    <a:pt x="14311" y="9341"/>
                    <a:pt x="14344" y="7940"/>
                  </a:cubicBezTo>
                  <a:close/>
                  <a:moveTo>
                    <a:pt x="4104" y="7940"/>
                  </a:moveTo>
                  <a:cubicBezTo>
                    <a:pt x="4137" y="9374"/>
                    <a:pt x="4504" y="10842"/>
                    <a:pt x="5271" y="12276"/>
                  </a:cubicBezTo>
                  <a:cubicBezTo>
                    <a:pt x="4504" y="12143"/>
                    <a:pt x="3703" y="12009"/>
                    <a:pt x="2936" y="11809"/>
                  </a:cubicBezTo>
                  <a:cubicBezTo>
                    <a:pt x="2202" y="10675"/>
                    <a:pt x="1802" y="9341"/>
                    <a:pt x="1769" y="7940"/>
                  </a:cubicBezTo>
                  <a:close/>
                  <a:moveTo>
                    <a:pt x="13944" y="7873"/>
                  </a:moveTo>
                  <a:cubicBezTo>
                    <a:pt x="13877" y="9374"/>
                    <a:pt x="13444" y="10808"/>
                    <a:pt x="12643" y="11942"/>
                  </a:cubicBezTo>
                  <a:cubicBezTo>
                    <a:pt x="12210" y="12043"/>
                    <a:pt x="11809" y="12176"/>
                    <a:pt x="11342" y="12209"/>
                  </a:cubicBezTo>
                  <a:lnTo>
                    <a:pt x="10342" y="12343"/>
                  </a:lnTo>
                  <a:cubicBezTo>
                    <a:pt x="11142" y="10875"/>
                    <a:pt x="11542" y="9374"/>
                    <a:pt x="11609" y="7873"/>
                  </a:cubicBezTo>
                  <a:close/>
                  <a:moveTo>
                    <a:pt x="7540" y="7973"/>
                  </a:moveTo>
                  <a:lnTo>
                    <a:pt x="7540" y="12476"/>
                  </a:lnTo>
                  <a:cubicBezTo>
                    <a:pt x="7006" y="12443"/>
                    <a:pt x="6439" y="12376"/>
                    <a:pt x="5805" y="12343"/>
                  </a:cubicBezTo>
                  <a:cubicBezTo>
                    <a:pt x="5004" y="10875"/>
                    <a:pt x="4604" y="9441"/>
                    <a:pt x="4537" y="7973"/>
                  </a:cubicBezTo>
                  <a:close/>
                  <a:moveTo>
                    <a:pt x="11142" y="7940"/>
                  </a:moveTo>
                  <a:cubicBezTo>
                    <a:pt x="11109" y="9441"/>
                    <a:pt x="10675" y="10942"/>
                    <a:pt x="9808" y="12443"/>
                  </a:cubicBezTo>
                  <a:cubicBezTo>
                    <a:pt x="9274" y="12476"/>
                    <a:pt x="8640" y="12476"/>
                    <a:pt x="8007" y="12476"/>
                  </a:cubicBezTo>
                  <a:lnTo>
                    <a:pt x="8007" y="7940"/>
                  </a:lnTo>
                  <a:close/>
                  <a:moveTo>
                    <a:pt x="13611" y="12143"/>
                  </a:moveTo>
                  <a:cubicBezTo>
                    <a:pt x="12843" y="13177"/>
                    <a:pt x="11809" y="14011"/>
                    <a:pt x="10608" y="14511"/>
                  </a:cubicBezTo>
                  <a:cubicBezTo>
                    <a:pt x="11509" y="13977"/>
                    <a:pt x="12310" y="13210"/>
                    <a:pt x="12877" y="12343"/>
                  </a:cubicBezTo>
                  <a:cubicBezTo>
                    <a:pt x="13144" y="12276"/>
                    <a:pt x="13377" y="12209"/>
                    <a:pt x="13611" y="12143"/>
                  </a:cubicBezTo>
                  <a:close/>
                  <a:moveTo>
                    <a:pt x="1769" y="11942"/>
                  </a:moveTo>
                  <a:lnTo>
                    <a:pt x="2636" y="12176"/>
                  </a:lnTo>
                  <a:cubicBezTo>
                    <a:pt x="3303" y="13210"/>
                    <a:pt x="4204" y="14044"/>
                    <a:pt x="5305" y="14678"/>
                  </a:cubicBezTo>
                  <a:cubicBezTo>
                    <a:pt x="3870" y="14144"/>
                    <a:pt x="2636" y="13177"/>
                    <a:pt x="1769" y="11942"/>
                  </a:cubicBezTo>
                  <a:close/>
                  <a:moveTo>
                    <a:pt x="6105" y="12776"/>
                  </a:moveTo>
                  <a:cubicBezTo>
                    <a:pt x="6606" y="12843"/>
                    <a:pt x="7106" y="12843"/>
                    <a:pt x="7540" y="12876"/>
                  </a:cubicBezTo>
                  <a:lnTo>
                    <a:pt x="7540" y="14711"/>
                  </a:lnTo>
                  <a:cubicBezTo>
                    <a:pt x="6972" y="14111"/>
                    <a:pt x="6505" y="13410"/>
                    <a:pt x="6105" y="12776"/>
                  </a:cubicBezTo>
                  <a:close/>
                  <a:moveTo>
                    <a:pt x="9541" y="12843"/>
                  </a:moveTo>
                  <a:lnTo>
                    <a:pt x="9541" y="12843"/>
                  </a:lnTo>
                  <a:cubicBezTo>
                    <a:pt x="9141" y="13510"/>
                    <a:pt x="8607" y="14177"/>
                    <a:pt x="8007" y="14845"/>
                  </a:cubicBezTo>
                  <a:lnTo>
                    <a:pt x="8007" y="12876"/>
                  </a:lnTo>
                  <a:lnTo>
                    <a:pt x="8307" y="12876"/>
                  </a:lnTo>
                  <a:cubicBezTo>
                    <a:pt x="8707" y="12876"/>
                    <a:pt x="9141" y="12876"/>
                    <a:pt x="9541" y="12843"/>
                  </a:cubicBezTo>
                  <a:close/>
                  <a:moveTo>
                    <a:pt x="12276" y="12476"/>
                  </a:moveTo>
                  <a:lnTo>
                    <a:pt x="12276" y="12476"/>
                  </a:lnTo>
                  <a:cubicBezTo>
                    <a:pt x="11309" y="13644"/>
                    <a:pt x="10041" y="14478"/>
                    <a:pt x="8540" y="14878"/>
                  </a:cubicBezTo>
                  <a:cubicBezTo>
                    <a:pt x="9141" y="14211"/>
                    <a:pt x="9641" y="13510"/>
                    <a:pt x="10108" y="12810"/>
                  </a:cubicBezTo>
                  <a:cubicBezTo>
                    <a:pt x="10875" y="12710"/>
                    <a:pt x="11642" y="12643"/>
                    <a:pt x="12276" y="12476"/>
                  </a:cubicBezTo>
                  <a:close/>
                  <a:moveTo>
                    <a:pt x="3303" y="12343"/>
                  </a:moveTo>
                  <a:lnTo>
                    <a:pt x="3303" y="12343"/>
                  </a:lnTo>
                  <a:cubicBezTo>
                    <a:pt x="4104" y="12510"/>
                    <a:pt x="4838" y="12643"/>
                    <a:pt x="5538" y="12710"/>
                  </a:cubicBezTo>
                  <a:cubicBezTo>
                    <a:pt x="5972" y="13477"/>
                    <a:pt x="6505" y="14211"/>
                    <a:pt x="7139" y="14945"/>
                  </a:cubicBezTo>
                  <a:cubicBezTo>
                    <a:pt x="5605" y="14511"/>
                    <a:pt x="4271" y="13544"/>
                    <a:pt x="3303" y="12343"/>
                  </a:cubicBezTo>
                  <a:close/>
                  <a:moveTo>
                    <a:pt x="7773" y="1"/>
                  </a:moveTo>
                  <a:cubicBezTo>
                    <a:pt x="3470" y="1"/>
                    <a:pt x="1" y="3470"/>
                    <a:pt x="1" y="7773"/>
                  </a:cubicBezTo>
                  <a:cubicBezTo>
                    <a:pt x="1" y="12043"/>
                    <a:pt x="3470" y="15512"/>
                    <a:pt x="7773" y="15512"/>
                  </a:cubicBezTo>
                  <a:lnTo>
                    <a:pt x="7940" y="15512"/>
                  </a:lnTo>
                  <a:cubicBezTo>
                    <a:pt x="12143" y="15445"/>
                    <a:pt x="15512" y="11976"/>
                    <a:pt x="15512" y="7773"/>
                  </a:cubicBezTo>
                  <a:cubicBezTo>
                    <a:pt x="15512" y="3536"/>
                    <a:pt x="12143" y="101"/>
                    <a:pt x="7940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4" name="Google Shape;1784;p41"/>
          <p:cNvGrpSpPr/>
          <p:nvPr/>
        </p:nvGrpSpPr>
        <p:grpSpPr>
          <a:xfrm>
            <a:off x="3246475" y="384950"/>
            <a:ext cx="730550" cy="554600"/>
            <a:chOff x="-4813275" y="4164250"/>
            <a:chExt cx="730550" cy="554600"/>
          </a:xfrm>
        </p:grpSpPr>
        <p:sp>
          <p:nvSpPr>
            <p:cNvPr id="1785" name="Google Shape;1785;p41"/>
            <p:cNvSpPr/>
            <p:nvPr/>
          </p:nvSpPr>
          <p:spPr>
            <a:xfrm>
              <a:off x="-4813275" y="4215950"/>
              <a:ext cx="676350" cy="502900"/>
            </a:xfrm>
            <a:custGeom>
              <a:avLst/>
              <a:gdLst/>
              <a:ahLst/>
              <a:cxnLst/>
              <a:rect l="l" t="t" r="r" b="b"/>
              <a:pathLst>
                <a:path w="27054" h="20116" extrusionOk="0">
                  <a:moveTo>
                    <a:pt x="4104" y="1"/>
                  </a:moveTo>
                  <a:cubicBezTo>
                    <a:pt x="1835" y="1"/>
                    <a:pt x="1" y="1836"/>
                    <a:pt x="1" y="4104"/>
                  </a:cubicBezTo>
                  <a:lnTo>
                    <a:pt x="1" y="16012"/>
                  </a:lnTo>
                  <a:cubicBezTo>
                    <a:pt x="1" y="18281"/>
                    <a:pt x="1835" y="20115"/>
                    <a:pt x="4104" y="20115"/>
                  </a:cubicBezTo>
                  <a:lnTo>
                    <a:pt x="22951" y="20115"/>
                  </a:lnTo>
                  <a:cubicBezTo>
                    <a:pt x="25219" y="20115"/>
                    <a:pt x="27054" y="18281"/>
                    <a:pt x="27020" y="16012"/>
                  </a:cubicBezTo>
                  <a:lnTo>
                    <a:pt x="27020" y="4104"/>
                  </a:lnTo>
                  <a:cubicBezTo>
                    <a:pt x="27020" y="1836"/>
                    <a:pt x="25186" y="1"/>
                    <a:pt x="229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1"/>
            <p:cNvSpPr/>
            <p:nvPr/>
          </p:nvSpPr>
          <p:spPr>
            <a:xfrm>
              <a:off x="-4758225" y="4164250"/>
              <a:ext cx="675500" cy="502050"/>
            </a:xfrm>
            <a:custGeom>
              <a:avLst/>
              <a:gdLst/>
              <a:ahLst/>
              <a:cxnLst/>
              <a:rect l="l" t="t" r="r" b="b"/>
              <a:pathLst>
                <a:path w="27020" h="20082" extrusionOk="0">
                  <a:moveTo>
                    <a:pt x="4103" y="1"/>
                  </a:moveTo>
                  <a:cubicBezTo>
                    <a:pt x="1835" y="1"/>
                    <a:pt x="0" y="1835"/>
                    <a:pt x="0" y="4070"/>
                  </a:cubicBezTo>
                  <a:lnTo>
                    <a:pt x="0" y="16012"/>
                  </a:lnTo>
                  <a:cubicBezTo>
                    <a:pt x="0" y="18247"/>
                    <a:pt x="1835" y="20082"/>
                    <a:pt x="4103" y="20082"/>
                  </a:cubicBezTo>
                  <a:lnTo>
                    <a:pt x="22950" y="20082"/>
                  </a:lnTo>
                  <a:cubicBezTo>
                    <a:pt x="25185" y="20082"/>
                    <a:pt x="27020" y="18247"/>
                    <a:pt x="27020" y="16012"/>
                  </a:cubicBezTo>
                  <a:lnTo>
                    <a:pt x="27020" y="4070"/>
                  </a:lnTo>
                  <a:cubicBezTo>
                    <a:pt x="27020" y="1802"/>
                    <a:pt x="25185" y="1"/>
                    <a:pt x="229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1"/>
            <p:cNvSpPr/>
            <p:nvPr/>
          </p:nvSpPr>
          <p:spPr>
            <a:xfrm>
              <a:off x="-4558075" y="4261950"/>
              <a:ext cx="281875" cy="306175"/>
            </a:xfrm>
            <a:custGeom>
              <a:avLst/>
              <a:gdLst/>
              <a:ahLst/>
              <a:cxnLst/>
              <a:rect l="l" t="t" r="r" b="b"/>
              <a:pathLst>
                <a:path w="11275" h="12247" extrusionOk="0">
                  <a:moveTo>
                    <a:pt x="1548" y="0"/>
                  </a:moveTo>
                  <a:cubicBezTo>
                    <a:pt x="739" y="0"/>
                    <a:pt x="0" y="639"/>
                    <a:pt x="0" y="1530"/>
                  </a:cubicBezTo>
                  <a:lnTo>
                    <a:pt x="0" y="10703"/>
                  </a:lnTo>
                  <a:cubicBezTo>
                    <a:pt x="0" y="11591"/>
                    <a:pt x="752" y="12247"/>
                    <a:pt x="1552" y="12247"/>
                  </a:cubicBezTo>
                  <a:cubicBezTo>
                    <a:pt x="1804" y="12247"/>
                    <a:pt x="2062" y="12182"/>
                    <a:pt x="2302" y="12038"/>
                  </a:cubicBezTo>
                  <a:lnTo>
                    <a:pt x="10274" y="7468"/>
                  </a:lnTo>
                  <a:cubicBezTo>
                    <a:pt x="11275" y="6834"/>
                    <a:pt x="11275" y="5366"/>
                    <a:pt x="10274" y="4799"/>
                  </a:cubicBezTo>
                  <a:lnTo>
                    <a:pt x="2302" y="196"/>
                  </a:lnTo>
                  <a:cubicBezTo>
                    <a:pt x="2057" y="62"/>
                    <a:pt x="1799" y="0"/>
                    <a:pt x="1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50"/>
          <p:cNvSpPr txBox="1">
            <a:spLocks noGrp="1"/>
          </p:cNvSpPr>
          <p:nvPr>
            <p:ph type="title"/>
          </p:nvPr>
        </p:nvSpPr>
        <p:spPr>
          <a:xfrm>
            <a:off x="2436172" y="628284"/>
            <a:ext cx="5983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>
                <a:solidFill>
                  <a:schemeClr val="accent1"/>
                </a:solidFill>
              </a:rPr>
              <a:t>Agradeçemos</a:t>
            </a:r>
            <a:r>
              <a:rPr lang="en" dirty="0">
                <a:solidFill>
                  <a:schemeClr val="accent1"/>
                </a:solidFill>
              </a:rPr>
              <a:t> </a:t>
            </a:r>
            <a:r>
              <a:rPr lang="en" sz="5500" dirty="0">
                <a:solidFill>
                  <a:schemeClr val="accent1"/>
                </a:solidFill>
              </a:rPr>
              <a:t>pela</a:t>
            </a:r>
            <a:br>
              <a:rPr lang="en" sz="5500" dirty="0">
                <a:solidFill>
                  <a:schemeClr val="accent1"/>
                </a:solidFill>
              </a:rPr>
            </a:br>
            <a:r>
              <a:rPr lang="en" sz="5500" dirty="0">
                <a:solidFill>
                  <a:schemeClr val="accent1"/>
                </a:solidFill>
              </a:rPr>
              <a:t> atenção</a:t>
            </a:r>
            <a:endParaRPr sz="5500" dirty="0"/>
          </a:p>
        </p:txBody>
      </p:sp>
      <p:grpSp>
        <p:nvGrpSpPr>
          <p:cNvPr id="2106" name="Google Shape;2106;p50"/>
          <p:cNvGrpSpPr/>
          <p:nvPr/>
        </p:nvGrpSpPr>
        <p:grpSpPr>
          <a:xfrm>
            <a:off x="713101" y="1198811"/>
            <a:ext cx="2993574" cy="3700701"/>
            <a:chOff x="-4813275" y="663875"/>
            <a:chExt cx="3648475" cy="4510300"/>
          </a:xfrm>
        </p:grpSpPr>
        <p:sp>
          <p:nvSpPr>
            <p:cNvPr id="2107" name="Google Shape;2107;p50"/>
            <p:cNvSpPr/>
            <p:nvPr/>
          </p:nvSpPr>
          <p:spPr>
            <a:xfrm>
              <a:off x="-2587500" y="5039875"/>
              <a:ext cx="151800" cy="133450"/>
            </a:xfrm>
            <a:custGeom>
              <a:avLst/>
              <a:gdLst/>
              <a:ahLst/>
              <a:cxnLst/>
              <a:rect l="l" t="t" r="r" b="b"/>
              <a:pathLst>
                <a:path w="6072" h="5338" extrusionOk="0">
                  <a:moveTo>
                    <a:pt x="1535" y="1"/>
                  </a:moveTo>
                  <a:cubicBezTo>
                    <a:pt x="1001" y="1"/>
                    <a:pt x="500" y="68"/>
                    <a:pt x="0" y="268"/>
                  </a:cubicBezTo>
                  <a:lnTo>
                    <a:pt x="67" y="1735"/>
                  </a:lnTo>
                  <a:cubicBezTo>
                    <a:pt x="167" y="3737"/>
                    <a:pt x="1835" y="5338"/>
                    <a:pt x="3870" y="5338"/>
                  </a:cubicBezTo>
                  <a:lnTo>
                    <a:pt x="6004" y="5338"/>
                  </a:lnTo>
                  <a:cubicBezTo>
                    <a:pt x="6038" y="5071"/>
                    <a:pt x="6071" y="4771"/>
                    <a:pt x="6071" y="4537"/>
                  </a:cubicBezTo>
                  <a:cubicBezTo>
                    <a:pt x="6071" y="2036"/>
                    <a:pt x="4036" y="1"/>
                    <a:pt x="1535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50"/>
            <p:cNvSpPr/>
            <p:nvPr/>
          </p:nvSpPr>
          <p:spPr>
            <a:xfrm>
              <a:off x="-2834350" y="4315200"/>
              <a:ext cx="75075" cy="75075"/>
            </a:xfrm>
            <a:custGeom>
              <a:avLst/>
              <a:gdLst/>
              <a:ahLst/>
              <a:cxnLst/>
              <a:rect l="l" t="t" r="r" b="b"/>
              <a:pathLst>
                <a:path w="3003" h="3003" extrusionOk="0">
                  <a:moveTo>
                    <a:pt x="1501" y="567"/>
                  </a:moveTo>
                  <a:cubicBezTo>
                    <a:pt x="2002" y="567"/>
                    <a:pt x="2402" y="1001"/>
                    <a:pt x="2402" y="1501"/>
                  </a:cubicBezTo>
                  <a:cubicBezTo>
                    <a:pt x="2402" y="2002"/>
                    <a:pt x="2002" y="2402"/>
                    <a:pt x="1501" y="2402"/>
                  </a:cubicBezTo>
                  <a:cubicBezTo>
                    <a:pt x="1001" y="2402"/>
                    <a:pt x="567" y="2002"/>
                    <a:pt x="567" y="1501"/>
                  </a:cubicBezTo>
                  <a:cubicBezTo>
                    <a:pt x="567" y="1001"/>
                    <a:pt x="1001" y="567"/>
                    <a:pt x="1501" y="567"/>
                  </a:cubicBezTo>
                  <a:close/>
                  <a:moveTo>
                    <a:pt x="1501" y="0"/>
                  </a:moveTo>
                  <a:cubicBezTo>
                    <a:pt x="668" y="0"/>
                    <a:pt x="0" y="668"/>
                    <a:pt x="0" y="1501"/>
                  </a:cubicBezTo>
                  <a:cubicBezTo>
                    <a:pt x="0" y="2335"/>
                    <a:pt x="668" y="3003"/>
                    <a:pt x="1501" y="3003"/>
                  </a:cubicBezTo>
                  <a:cubicBezTo>
                    <a:pt x="2335" y="3003"/>
                    <a:pt x="2936" y="2335"/>
                    <a:pt x="3003" y="1501"/>
                  </a:cubicBezTo>
                  <a:cubicBezTo>
                    <a:pt x="3003" y="668"/>
                    <a:pt x="2335" y="0"/>
                    <a:pt x="1501" y="0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50"/>
            <p:cNvSpPr/>
            <p:nvPr/>
          </p:nvSpPr>
          <p:spPr>
            <a:xfrm>
              <a:off x="-2616700" y="4381900"/>
              <a:ext cx="75075" cy="75100"/>
            </a:xfrm>
            <a:custGeom>
              <a:avLst/>
              <a:gdLst/>
              <a:ahLst/>
              <a:cxnLst/>
              <a:rect l="l" t="t" r="r" b="b"/>
              <a:pathLst>
                <a:path w="3003" h="3004" extrusionOk="0">
                  <a:moveTo>
                    <a:pt x="1502" y="1"/>
                  </a:moveTo>
                  <a:cubicBezTo>
                    <a:pt x="668" y="1"/>
                    <a:pt x="1" y="668"/>
                    <a:pt x="1" y="1502"/>
                  </a:cubicBezTo>
                  <a:cubicBezTo>
                    <a:pt x="1" y="2336"/>
                    <a:pt x="668" y="3003"/>
                    <a:pt x="1502" y="3003"/>
                  </a:cubicBezTo>
                  <a:cubicBezTo>
                    <a:pt x="2336" y="3003"/>
                    <a:pt x="3003" y="2336"/>
                    <a:pt x="3003" y="1502"/>
                  </a:cubicBezTo>
                  <a:cubicBezTo>
                    <a:pt x="2969" y="668"/>
                    <a:pt x="2336" y="1"/>
                    <a:pt x="15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50"/>
            <p:cNvSpPr/>
            <p:nvPr/>
          </p:nvSpPr>
          <p:spPr>
            <a:xfrm>
              <a:off x="-2723450" y="4079025"/>
              <a:ext cx="152650" cy="167200"/>
            </a:xfrm>
            <a:custGeom>
              <a:avLst/>
              <a:gdLst/>
              <a:ahLst/>
              <a:cxnLst/>
              <a:rect l="l" t="t" r="r" b="b"/>
              <a:pathLst>
                <a:path w="6106" h="6688" extrusionOk="0">
                  <a:moveTo>
                    <a:pt x="738" y="0"/>
                  </a:moveTo>
                  <a:cubicBezTo>
                    <a:pt x="361" y="0"/>
                    <a:pt x="1" y="314"/>
                    <a:pt x="1" y="741"/>
                  </a:cubicBezTo>
                  <a:lnTo>
                    <a:pt x="1" y="5978"/>
                  </a:lnTo>
                  <a:cubicBezTo>
                    <a:pt x="1" y="6394"/>
                    <a:pt x="364" y="6688"/>
                    <a:pt x="762" y="6688"/>
                  </a:cubicBezTo>
                  <a:cubicBezTo>
                    <a:pt x="875" y="6688"/>
                    <a:pt x="991" y="6664"/>
                    <a:pt x="1102" y="6612"/>
                  </a:cubicBezTo>
                  <a:lnTo>
                    <a:pt x="5638" y="3977"/>
                  </a:lnTo>
                  <a:cubicBezTo>
                    <a:pt x="6105" y="3677"/>
                    <a:pt x="6105" y="3009"/>
                    <a:pt x="5638" y="2743"/>
                  </a:cubicBezTo>
                  <a:lnTo>
                    <a:pt x="1102" y="107"/>
                  </a:lnTo>
                  <a:cubicBezTo>
                    <a:pt x="987" y="33"/>
                    <a:pt x="862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50"/>
            <p:cNvSpPr/>
            <p:nvPr/>
          </p:nvSpPr>
          <p:spPr>
            <a:xfrm>
              <a:off x="-2838525" y="3765150"/>
              <a:ext cx="133450" cy="117775"/>
            </a:xfrm>
            <a:custGeom>
              <a:avLst/>
              <a:gdLst/>
              <a:ahLst/>
              <a:cxnLst/>
              <a:rect l="l" t="t" r="r" b="b"/>
              <a:pathLst>
                <a:path w="5338" h="4711" extrusionOk="0">
                  <a:moveTo>
                    <a:pt x="2646" y="0"/>
                  </a:moveTo>
                  <a:cubicBezTo>
                    <a:pt x="1734" y="0"/>
                    <a:pt x="875" y="531"/>
                    <a:pt x="501" y="1454"/>
                  </a:cubicBezTo>
                  <a:cubicBezTo>
                    <a:pt x="1" y="2655"/>
                    <a:pt x="534" y="4023"/>
                    <a:pt x="1735" y="4523"/>
                  </a:cubicBezTo>
                  <a:cubicBezTo>
                    <a:pt x="2039" y="4650"/>
                    <a:pt x="2356" y="4710"/>
                    <a:pt x="2668" y="4710"/>
                  </a:cubicBezTo>
                  <a:cubicBezTo>
                    <a:pt x="3588" y="4710"/>
                    <a:pt x="4464" y="4186"/>
                    <a:pt x="4837" y="3289"/>
                  </a:cubicBezTo>
                  <a:cubicBezTo>
                    <a:pt x="5338" y="2055"/>
                    <a:pt x="4771" y="687"/>
                    <a:pt x="3570" y="187"/>
                  </a:cubicBezTo>
                  <a:cubicBezTo>
                    <a:pt x="3267" y="61"/>
                    <a:pt x="2954" y="0"/>
                    <a:pt x="2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50"/>
            <p:cNvSpPr/>
            <p:nvPr/>
          </p:nvSpPr>
          <p:spPr>
            <a:xfrm>
              <a:off x="-3092025" y="3329250"/>
              <a:ext cx="111750" cy="98200"/>
            </a:xfrm>
            <a:custGeom>
              <a:avLst/>
              <a:gdLst/>
              <a:ahLst/>
              <a:cxnLst/>
              <a:rect l="l" t="t" r="r" b="b"/>
              <a:pathLst>
                <a:path w="4470" h="3928" extrusionOk="0">
                  <a:moveTo>
                    <a:pt x="2255" y="0"/>
                  </a:moveTo>
                  <a:cubicBezTo>
                    <a:pt x="1477" y="0"/>
                    <a:pt x="728" y="446"/>
                    <a:pt x="400" y="1178"/>
                  </a:cubicBezTo>
                  <a:cubicBezTo>
                    <a:pt x="0" y="2178"/>
                    <a:pt x="467" y="3313"/>
                    <a:pt x="1468" y="3780"/>
                  </a:cubicBezTo>
                  <a:cubicBezTo>
                    <a:pt x="1718" y="3880"/>
                    <a:pt x="1974" y="3928"/>
                    <a:pt x="2226" y="3928"/>
                  </a:cubicBezTo>
                  <a:cubicBezTo>
                    <a:pt x="2979" y="3928"/>
                    <a:pt x="3686" y="3496"/>
                    <a:pt x="4036" y="2745"/>
                  </a:cubicBezTo>
                  <a:cubicBezTo>
                    <a:pt x="4470" y="1745"/>
                    <a:pt x="4003" y="611"/>
                    <a:pt x="3002" y="144"/>
                  </a:cubicBezTo>
                  <a:cubicBezTo>
                    <a:pt x="2759" y="46"/>
                    <a:pt x="2505" y="0"/>
                    <a:pt x="2255" y="0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50"/>
            <p:cNvSpPr/>
            <p:nvPr/>
          </p:nvSpPr>
          <p:spPr>
            <a:xfrm>
              <a:off x="-3007800" y="3430900"/>
              <a:ext cx="195150" cy="321425"/>
            </a:xfrm>
            <a:custGeom>
              <a:avLst/>
              <a:gdLst/>
              <a:ahLst/>
              <a:cxnLst/>
              <a:rect l="l" t="t" r="r" b="b"/>
              <a:pathLst>
                <a:path w="7806" h="12857" extrusionOk="0">
                  <a:moveTo>
                    <a:pt x="205" y="1"/>
                  </a:moveTo>
                  <a:cubicBezTo>
                    <a:pt x="176" y="1"/>
                    <a:pt x="151" y="5"/>
                    <a:pt x="134" y="14"/>
                  </a:cubicBezTo>
                  <a:cubicBezTo>
                    <a:pt x="33" y="47"/>
                    <a:pt x="0" y="214"/>
                    <a:pt x="33" y="314"/>
                  </a:cubicBezTo>
                  <a:lnTo>
                    <a:pt x="7372" y="12723"/>
                  </a:lnTo>
                  <a:cubicBezTo>
                    <a:pt x="7439" y="12823"/>
                    <a:pt x="7472" y="12856"/>
                    <a:pt x="7539" y="12856"/>
                  </a:cubicBezTo>
                  <a:cubicBezTo>
                    <a:pt x="7606" y="12856"/>
                    <a:pt x="7639" y="12856"/>
                    <a:pt x="7672" y="12823"/>
                  </a:cubicBezTo>
                  <a:cubicBezTo>
                    <a:pt x="7772" y="12756"/>
                    <a:pt x="7806" y="12589"/>
                    <a:pt x="7772" y="12523"/>
                  </a:cubicBezTo>
                  <a:lnTo>
                    <a:pt x="434" y="80"/>
                  </a:lnTo>
                  <a:cubicBezTo>
                    <a:pt x="385" y="32"/>
                    <a:pt x="282" y="1"/>
                    <a:pt x="205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50"/>
            <p:cNvSpPr/>
            <p:nvPr/>
          </p:nvSpPr>
          <p:spPr>
            <a:xfrm>
              <a:off x="-2557500" y="3076475"/>
              <a:ext cx="39225" cy="26225"/>
            </a:xfrm>
            <a:custGeom>
              <a:avLst/>
              <a:gdLst/>
              <a:ahLst/>
              <a:cxnLst/>
              <a:rect l="l" t="t" r="r" b="b"/>
              <a:pathLst>
                <a:path w="1569" h="1049" extrusionOk="0">
                  <a:moveTo>
                    <a:pt x="1307" y="1"/>
                  </a:moveTo>
                  <a:cubicBezTo>
                    <a:pt x="1273" y="1"/>
                    <a:pt x="1238" y="5"/>
                    <a:pt x="1202" y="14"/>
                  </a:cubicBezTo>
                  <a:lnTo>
                    <a:pt x="134" y="648"/>
                  </a:lnTo>
                  <a:cubicBezTo>
                    <a:pt x="34" y="681"/>
                    <a:pt x="1" y="815"/>
                    <a:pt x="34" y="915"/>
                  </a:cubicBezTo>
                  <a:cubicBezTo>
                    <a:pt x="134" y="1015"/>
                    <a:pt x="168" y="1048"/>
                    <a:pt x="201" y="1048"/>
                  </a:cubicBezTo>
                  <a:cubicBezTo>
                    <a:pt x="268" y="1048"/>
                    <a:pt x="301" y="1048"/>
                    <a:pt x="335" y="1015"/>
                  </a:cubicBezTo>
                  <a:lnTo>
                    <a:pt x="1435" y="381"/>
                  </a:lnTo>
                  <a:cubicBezTo>
                    <a:pt x="1502" y="348"/>
                    <a:pt x="1569" y="214"/>
                    <a:pt x="1502" y="81"/>
                  </a:cubicBezTo>
                  <a:cubicBezTo>
                    <a:pt x="1478" y="32"/>
                    <a:pt x="1400" y="1"/>
                    <a:pt x="1307" y="1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50"/>
            <p:cNvSpPr/>
            <p:nvPr/>
          </p:nvSpPr>
          <p:spPr>
            <a:xfrm>
              <a:off x="-2890225" y="3123875"/>
              <a:ext cx="289400" cy="171450"/>
            </a:xfrm>
            <a:custGeom>
              <a:avLst/>
              <a:gdLst/>
              <a:ahLst/>
              <a:cxnLst/>
              <a:rect l="l" t="t" r="r" b="b"/>
              <a:pathLst>
                <a:path w="11576" h="6858" extrusionOk="0">
                  <a:moveTo>
                    <a:pt x="11333" y="1"/>
                  </a:moveTo>
                  <a:cubicBezTo>
                    <a:pt x="11297" y="1"/>
                    <a:pt x="11264" y="8"/>
                    <a:pt x="11242" y="19"/>
                  </a:cubicBezTo>
                  <a:lnTo>
                    <a:pt x="9007" y="1320"/>
                  </a:lnTo>
                  <a:cubicBezTo>
                    <a:pt x="8907" y="1420"/>
                    <a:pt x="8907" y="1520"/>
                    <a:pt x="8940" y="1620"/>
                  </a:cubicBezTo>
                  <a:cubicBezTo>
                    <a:pt x="8974" y="1687"/>
                    <a:pt x="9007" y="1754"/>
                    <a:pt x="9107" y="1754"/>
                  </a:cubicBezTo>
                  <a:cubicBezTo>
                    <a:pt x="9140" y="1754"/>
                    <a:pt x="9174" y="1754"/>
                    <a:pt x="9240" y="1687"/>
                  </a:cubicBezTo>
                  <a:lnTo>
                    <a:pt x="11442" y="386"/>
                  </a:lnTo>
                  <a:cubicBezTo>
                    <a:pt x="11575" y="320"/>
                    <a:pt x="11575" y="186"/>
                    <a:pt x="11509" y="119"/>
                  </a:cubicBezTo>
                  <a:cubicBezTo>
                    <a:pt x="11486" y="30"/>
                    <a:pt x="11405" y="1"/>
                    <a:pt x="11333" y="1"/>
                  </a:cubicBezTo>
                  <a:close/>
                  <a:moveTo>
                    <a:pt x="6950" y="2577"/>
                  </a:moveTo>
                  <a:cubicBezTo>
                    <a:pt x="6900" y="2577"/>
                    <a:pt x="6847" y="2594"/>
                    <a:pt x="6805" y="2621"/>
                  </a:cubicBezTo>
                  <a:lnTo>
                    <a:pt x="4604" y="3922"/>
                  </a:lnTo>
                  <a:cubicBezTo>
                    <a:pt x="4470" y="3989"/>
                    <a:pt x="4470" y="4122"/>
                    <a:pt x="4504" y="4189"/>
                  </a:cubicBezTo>
                  <a:cubicBezTo>
                    <a:pt x="4504" y="4256"/>
                    <a:pt x="4604" y="4289"/>
                    <a:pt x="4670" y="4322"/>
                  </a:cubicBezTo>
                  <a:cubicBezTo>
                    <a:pt x="4737" y="4322"/>
                    <a:pt x="4771" y="4322"/>
                    <a:pt x="4804" y="4289"/>
                  </a:cubicBezTo>
                  <a:lnTo>
                    <a:pt x="7005" y="2988"/>
                  </a:lnTo>
                  <a:cubicBezTo>
                    <a:pt x="7139" y="2888"/>
                    <a:pt x="7139" y="2788"/>
                    <a:pt x="7106" y="2688"/>
                  </a:cubicBezTo>
                  <a:cubicBezTo>
                    <a:pt x="7086" y="2610"/>
                    <a:pt x="7021" y="2577"/>
                    <a:pt x="6950" y="2577"/>
                  </a:cubicBezTo>
                  <a:close/>
                  <a:moveTo>
                    <a:pt x="2462" y="5136"/>
                  </a:moveTo>
                  <a:cubicBezTo>
                    <a:pt x="2418" y="5136"/>
                    <a:pt x="2372" y="5144"/>
                    <a:pt x="2335" y="5156"/>
                  </a:cubicBezTo>
                  <a:lnTo>
                    <a:pt x="134" y="6457"/>
                  </a:lnTo>
                  <a:cubicBezTo>
                    <a:pt x="0" y="6524"/>
                    <a:pt x="0" y="6657"/>
                    <a:pt x="67" y="6757"/>
                  </a:cubicBezTo>
                  <a:cubicBezTo>
                    <a:pt x="101" y="6824"/>
                    <a:pt x="134" y="6858"/>
                    <a:pt x="234" y="6858"/>
                  </a:cubicBezTo>
                  <a:cubicBezTo>
                    <a:pt x="267" y="6858"/>
                    <a:pt x="301" y="6858"/>
                    <a:pt x="334" y="6824"/>
                  </a:cubicBezTo>
                  <a:lnTo>
                    <a:pt x="2569" y="5523"/>
                  </a:lnTo>
                  <a:cubicBezTo>
                    <a:pt x="2669" y="5457"/>
                    <a:pt x="2669" y="5323"/>
                    <a:pt x="2636" y="5223"/>
                  </a:cubicBezTo>
                  <a:cubicBezTo>
                    <a:pt x="2615" y="5160"/>
                    <a:pt x="2540" y="5136"/>
                    <a:pt x="2462" y="5136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50"/>
            <p:cNvSpPr/>
            <p:nvPr/>
          </p:nvSpPr>
          <p:spPr>
            <a:xfrm>
              <a:off x="-2973625" y="3316675"/>
              <a:ext cx="39225" cy="27025"/>
            </a:xfrm>
            <a:custGeom>
              <a:avLst/>
              <a:gdLst/>
              <a:ahLst/>
              <a:cxnLst/>
              <a:rect l="l" t="t" r="r" b="b"/>
              <a:pathLst>
                <a:path w="1569" h="1081" extrusionOk="0">
                  <a:moveTo>
                    <a:pt x="1329" y="0"/>
                  </a:moveTo>
                  <a:cubicBezTo>
                    <a:pt x="1300" y="0"/>
                    <a:pt x="1268" y="4"/>
                    <a:pt x="1235" y="13"/>
                  </a:cubicBezTo>
                  <a:lnTo>
                    <a:pt x="134" y="647"/>
                  </a:lnTo>
                  <a:cubicBezTo>
                    <a:pt x="67" y="713"/>
                    <a:pt x="1" y="813"/>
                    <a:pt x="67" y="947"/>
                  </a:cubicBezTo>
                  <a:cubicBezTo>
                    <a:pt x="101" y="1047"/>
                    <a:pt x="168" y="1047"/>
                    <a:pt x="234" y="1080"/>
                  </a:cubicBezTo>
                  <a:cubicBezTo>
                    <a:pt x="268" y="1080"/>
                    <a:pt x="301" y="1080"/>
                    <a:pt x="334" y="1014"/>
                  </a:cubicBezTo>
                  <a:lnTo>
                    <a:pt x="1435" y="413"/>
                  </a:lnTo>
                  <a:cubicBezTo>
                    <a:pt x="1535" y="346"/>
                    <a:pt x="1569" y="246"/>
                    <a:pt x="1535" y="113"/>
                  </a:cubicBezTo>
                  <a:cubicBezTo>
                    <a:pt x="1485" y="38"/>
                    <a:pt x="1416" y="0"/>
                    <a:pt x="1329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50"/>
            <p:cNvSpPr/>
            <p:nvPr/>
          </p:nvSpPr>
          <p:spPr>
            <a:xfrm>
              <a:off x="-2511625" y="2983675"/>
              <a:ext cx="120125" cy="105750"/>
            </a:xfrm>
            <a:custGeom>
              <a:avLst/>
              <a:gdLst/>
              <a:ahLst/>
              <a:cxnLst/>
              <a:rect l="l" t="t" r="r" b="b"/>
              <a:pathLst>
                <a:path w="4805" h="4230" extrusionOk="0">
                  <a:moveTo>
                    <a:pt x="2450" y="0"/>
                  </a:moveTo>
                  <a:cubicBezTo>
                    <a:pt x="1610" y="0"/>
                    <a:pt x="820" y="477"/>
                    <a:pt x="468" y="1258"/>
                  </a:cubicBezTo>
                  <a:cubicBezTo>
                    <a:pt x="1" y="2358"/>
                    <a:pt x="501" y="3559"/>
                    <a:pt x="1535" y="4060"/>
                  </a:cubicBezTo>
                  <a:cubicBezTo>
                    <a:pt x="1809" y="4176"/>
                    <a:pt x="2089" y="4230"/>
                    <a:pt x="2363" y="4230"/>
                  </a:cubicBezTo>
                  <a:cubicBezTo>
                    <a:pt x="3190" y="4230"/>
                    <a:pt x="3961" y="3736"/>
                    <a:pt x="4337" y="2959"/>
                  </a:cubicBezTo>
                  <a:cubicBezTo>
                    <a:pt x="4804" y="1891"/>
                    <a:pt x="4304" y="657"/>
                    <a:pt x="3270" y="157"/>
                  </a:cubicBezTo>
                  <a:cubicBezTo>
                    <a:pt x="3000" y="50"/>
                    <a:pt x="2722" y="0"/>
                    <a:pt x="2450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50"/>
            <p:cNvSpPr/>
            <p:nvPr/>
          </p:nvSpPr>
          <p:spPr>
            <a:xfrm>
              <a:off x="-4727375" y="1675800"/>
              <a:ext cx="3266525" cy="3273200"/>
            </a:xfrm>
            <a:custGeom>
              <a:avLst/>
              <a:gdLst/>
              <a:ahLst/>
              <a:cxnLst/>
              <a:rect l="l" t="t" r="r" b="b"/>
              <a:pathLst>
                <a:path w="130661" h="130928" extrusionOk="0">
                  <a:moveTo>
                    <a:pt x="65214" y="1"/>
                  </a:moveTo>
                  <a:cubicBezTo>
                    <a:pt x="64180" y="1"/>
                    <a:pt x="63046" y="34"/>
                    <a:pt x="61945" y="68"/>
                  </a:cubicBezTo>
                  <a:lnTo>
                    <a:pt x="61811" y="68"/>
                  </a:lnTo>
                  <a:cubicBezTo>
                    <a:pt x="61578" y="101"/>
                    <a:pt x="61378" y="334"/>
                    <a:pt x="61411" y="568"/>
                  </a:cubicBezTo>
                  <a:cubicBezTo>
                    <a:pt x="61442" y="815"/>
                    <a:pt x="61616" y="1005"/>
                    <a:pt x="61854" y="1005"/>
                  </a:cubicBezTo>
                  <a:cubicBezTo>
                    <a:pt x="61873" y="1005"/>
                    <a:pt x="61892" y="1004"/>
                    <a:pt x="61912" y="1002"/>
                  </a:cubicBezTo>
                  <a:lnTo>
                    <a:pt x="61978" y="1002"/>
                  </a:lnTo>
                  <a:cubicBezTo>
                    <a:pt x="63061" y="941"/>
                    <a:pt x="64148" y="912"/>
                    <a:pt x="65236" y="912"/>
                  </a:cubicBezTo>
                  <a:cubicBezTo>
                    <a:pt x="68339" y="912"/>
                    <a:pt x="71449" y="1149"/>
                    <a:pt x="74487" y="1569"/>
                  </a:cubicBezTo>
                  <a:lnTo>
                    <a:pt x="74587" y="1569"/>
                  </a:lnTo>
                  <a:cubicBezTo>
                    <a:pt x="74821" y="1569"/>
                    <a:pt x="74988" y="1402"/>
                    <a:pt x="75054" y="1168"/>
                  </a:cubicBezTo>
                  <a:cubicBezTo>
                    <a:pt x="75088" y="901"/>
                    <a:pt x="74921" y="701"/>
                    <a:pt x="74654" y="668"/>
                  </a:cubicBezTo>
                  <a:cubicBezTo>
                    <a:pt x="71552" y="234"/>
                    <a:pt x="68383" y="1"/>
                    <a:pt x="65214" y="1"/>
                  </a:cubicBezTo>
                  <a:close/>
                  <a:moveTo>
                    <a:pt x="49240" y="2231"/>
                  </a:moveTo>
                  <a:cubicBezTo>
                    <a:pt x="49217" y="2231"/>
                    <a:pt x="49193" y="2232"/>
                    <a:pt x="49169" y="2236"/>
                  </a:cubicBezTo>
                  <a:cubicBezTo>
                    <a:pt x="44899" y="3303"/>
                    <a:pt x="40830" y="4704"/>
                    <a:pt x="37027" y="6405"/>
                  </a:cubicBezTo>
                  <a:cubicBezTo>
                    <a:pt x="36794" y="6505"/>
                    <a:pt x="36727" y="6806"/>
                    <a:pt x="36794" y="7006"/>
                  </a:cubicBezTo>
                  <a:cubicBezTo>
                    <a:pt x="36894" y="7173"/>
                    <a:pt x="37060" y="7239"/>
                    <a:pt x="37227" y="7239"/>
                  </a:cubicBezTo>
                  <a:cubicBezTo>
                    <a:pt x="37272" y="7239"/>
                    <a:pt x="37316" y="7225"/>
                    <a:pt x="37351" y="7225"/>
                  </a:cubicBezTo>
                  <a:cubicBezTo>
                    <a:pt x="37368" y="7225"/>
                    <a:pt x="37383" y="7228"/>
                    <a:pt x="37394" y="7239"/>
                  </a:cubicBezTo>
                  <a:cubicBezTo>
                    <a:pt x="41163" y="5538"/>
                    <a:pt x="45200" y="4170"/>
                    <a:pt x="49369" y="3136"/>
                  </a:cubicBezTo>
                  <a:cubicBezTo>
                    <a:pt x="49603" y="3070"/>
                    <a:pt x="49736" y="2836"/>
                    <a:pt x="49703" y="2569"/>
                  </a:cubicBezTo>
                  <a:cubicBezTo>
                    <a:pt x="49643" y="2360"/>
                    <a:pt x="49449" y="2231"/>
                    <a:pt x="49240" y="2231"/>
                  </a:cubicBezTo>
                  <a:close/>
                  <a:moveTo>
                    <a:pt x="86941" y="3683"/>
                  </a:moveTo>
                  <a:cubicBezTo>
                    <a:pt x="86741" y="3683"/>
                    <a:pt x="86576" y="3790"/>
                    <a:pt x="86496" y="4004"/>
                  </a:cubicBezTo>
                  <a:cubicBezTo>
                    <a:pt x="86429" y="4237"/>
                    <a:pt x="86562" y="4504"/>
                    <a:pt x="86796" y="4571"/>
                  </a:cubicBezTo>
                  <a:cubicBezTo>
                    <a:pt x="90799" y="6005"/>
                    <a:pt x="94635" y="7840"/>
                    <a:pt x="98271" y="10008"/>
                  </a:cubicBezTo>
                  <a:cubicBezTo>
                    <a:pt x="98371" y="10075"/>
                    <a:pt x="98438" y="10075"/>
                    <a:pt x="98504" y="10075"/>
                  </a:cubicBezTo>
                  <a:cubicBezTo>
                    <a:pt x="98638" y="10075"/>
                    <a:pt x="98805" y="10008"/>
                    <a:pt x="98838" y="9808"/>
                  </a:cubicBezTo>
                  <a:cubicBezTo>
                    <a:pt x="98971" y="9574"/>
                    <a:pt x="98905" y="9307"/>
                    <a:pt x="98671" y="9174"/>
                  </a:cubicBezTo>
                  <a:cubicBezTo>
                    <a:pt x="95002" y="7006"/>
                    <a:pt x="91132" y="5138"/>
                    <a:pt x="87096" y="3703"/>
                  </a:cubicBezTo>
                  <a:cubicBezTo>
                    <a:pt x="87043" y="3690"/>
                    <a:pt x="86991" y="3683"/>
                    <a:pt x="86941" y="3683"/>
                  </a:cubicBezTo>
                  <a:close/>
                  <a:moveTo>
                    <a:pt x="26193" y="12713"/>
                  </a:moveTo>
                  <a:cubicBezTo>
                    <a:pt x="26097" y="12713"/>
                    <a:pt x="26000" y="12743"/>
                    <a:pt x="25919" y="12810"/>
                  </a:cubicBezTo>
                  <a:cubicBezTo>
                    <a:pt x="22450" y="15312"/>
                    <a:pt x="19248" y="18181"/>
                    <a:pt x="16379" y="21349"/>
                  </a:cubicBezTo>
                  <a:cubicBezTo>
                    <a:pt x="16212" y="21516"/>
                    <a:pt x="16246" y="21816"/>
                    <a:pt x="16412" y="21983"/>
                  </a:cubicBezTo>
                  <a:cubicBezTo>
                    <a:pt x="16512" y="22050"/>
                    <a:pt x="16579" y="22083"/>
                    <a:pt x="16713" y="22083"/>
                  </a:cubicBezTo>
                  <a:cubicBezTo>
                    <a:pt x="16846" y="22083"/>
                    <a:pt x="16946" y="22050"/>
                    <a:pt x="17046" y="21917"/>
                  </a:cubicBezTo>
                  <a:cubicBezTo>
                    <a:pt x="19882" y="18781"/>
                    <a:pt x="23050" y="15979"/>
                    <a:pt x="26453" y="13511"/>
                  </a:cubicBezTo>
                  <a:cubicBezTo>
                    <a:pt x="26620" y="13377"/>
                    <a:pt x="26720" y="13077"/>
                    <a:pt x="26553" y="12877"/>
                  </a:cubicBezTo>
                  <a:cubicBezTo>
                    <a:pt x="26473" y="12777"/>
                    <a:pt x="26335" y="12713"/>
                    <a:pt x="26193" y="12713"/>
                  </a:cubicBezTo>
                  <a:close/>
                  <a:moveTo>
                    <a:pt x="108788" y="16816"/>
                  </a:moveTo>
                  <a:cubicBezTo>
                    <a:pt x="108658" y="16816"/>
                    <a:pt x="108511" y="16880"/>
                    <a:pt x="108411" y="16980"/>
                  </a:cubicBezTo>
                  <a:cubicBezTo>
                    <a:pt x="108245" y="17146"/>
                    <a:pt x="108278" y="17413"/>
                    <a:pt x="108445" y="17580"/>
                  </a:cubicBezTo>
                  <a:cubicBezTo>
                    <a:pt x="111580" y="20382"/>
                    <a:pt x="114449" y="23551"/>
                    <a:pt x="116951" y="26920"/>
                  </a:cubicBezTo>
                  <a:cubicBezTo>
                    <a:pt x="117018" y="27020"/>
                    <a:pt x="117184" y="27087"/>
                    <a:pt x="117318" y="27087"/>
                  </a:cubicBezTo>
                  <a:cubicBezTo>
                    <a:pt x="117418" y="27087"/>
                    <a:pt x="117518" y="27054"/>
                    <a:pt x="117585" y="27054"/>
                  </a:cubicBezTo>
                  <a:cubicBezTo>
                    <a:pt x="117785" y="26920"/>
                    <a:pt x="117818" y="26653"/>
                    <a:pt x="117651" y="26420"/>
                  </a:cubicBezTo>
                  <a:cubicBezTo>
                    <a:pt x="115116" y="22984"/>
                    <a:pt x="112214" y="19815"/>
                    <a:pt x="109012" y="16913"/>
                  </a:cubicBezTo>
                  <a:cubicBezTo>
                    <a:pt x="108958" y="16846"/>
                    <a:pt x="108877" y="16816"/>
                    <a:pt x="108788" y="16816"/>
                  </a:cubicBezTo>
                  <a:close/>
                  <a:moveTo>
                    <a:pt x="9232" y="31463"/>
                  </a:moveTo>
                  <a:cubicBezTo>
                    <a:pt x="9072" y="31463"/>
                    <a:pt x="8909" y="31553"/>
                    <a:pt x="8840" y="31690"/>
                  </a:cubicBezTo>
                  <a:cubicBezTo>
                    <a:pt x="6705" y="35359"/>
                    <a:pt x="4904" y="39329"/>
                    <a:pt x="3536" y="43399"/>
                  </a:cubicBezTo>
                  <a:cubicBezTo>
                    <a:pt x="3436" y="43665"/>
                    <a:pt x="3570" y="43899"/>
                    <a:pt x="3837" y="43999"/>
                  </a:cubicBezTo>
                  <a:cubicBezTo>
                    <a:pt x="3870" y="44032"/>
                    <a:pt x="3903" y="44032"/>
                    <a:pt x="3937" y="44032"/>
                  </a:cubicBezTo>
                  <a:cubicBezTo>
                    <a:pt x="4170" y="44032"/>
                    <a:pt x="4337" y="43899"/>
                    <a:pt x="4404" y="43699"/>
                  </a:cubicBezTo>
                  <a:cubicBezTo>
                    <a:pt x="5771" y="39663"/>
                    <a:pt x="7539" y="35760"/>
                    <a:pt x="9608" y="32157"/>
                  </a:cubicBezTo>
                  <a:cubicBezTo>
                    <a:pt x="9741" y="31924"/>
                    <a:pt x="9674" y="31657"/>
                    <a:pt x="9441" y="31523"/>
                  </a:cubicBezTo>
                  <a:cubicBezTo>
                    <a:pt x="9378" y="31482"/>
                    <a:pt x="9305" y="31463"/>
                    <a:pt x="9232" y="31463"/>
                  </a:cubicBezTo>
                  <a:close/>
                  <a:moveTo>
                    <a:pt x="123888" y="37107"/>
                  </a:moveTo>
                  <a:cubicBezTo>
                    <a:pt x="123822" y="37107"/>
                    <a:pt x="123754" y="37124"/>
                    <a:pt x="123689" y="37161"/>
                  </a:cubicBezTo>
                  <a:cubicBezTo>
                    <a:pt x="123489" y="37227"/>
                    <a:pt x="123355" y="37528"/>
                    <a:pt x="123489" y="37728"/>
                  </a:cubicBezTo>
                  <a:cubicBezTo>
                    <a:pt x="125323" y="41564"/>
                    <a:pt x="126758" y="45567"/>
                    <a:pt x="127792" y="49670"/>
                  </a:cubicBezTo>
                  <a:cubicBezTo>
                    <a:pt x="127859" y="49870"/>
                    <a:pt x="128025" y="50003"/>
                    <a:pt x="128259" y="50003"/>
                  </a:cubicBezTo>
                  <a:lnTo>
                    <a:pt x="128292" y="50003"/>
                  </a:lnTo>
                  <a:cubicBezTo>
                    <a:pt x="128526" y="49937"/>
                    <a:pt x="128659" y="49703"/>
                    <a:pt x="128626" y="49436"/>
                  </a:cubicBezTo>
                  <a:cubicBezTo>
                    <a:pt x="127592" y="45267"/>
                    <a:pt x="126124" y="41230"/>
                    <a:pt x="124289" y="37361"/>
                  </a:cubicBezTo>
                  <a:cubicBezTo>
                    <a:pt x="124217" y="37217"/>
                    <a:pt x="124058" y="37107"/>
                    <a:pt x="123888" y="37107"/>
                  </a:cubicBezTo>
                  <a:close/>
                  <a:moveTo>
                    <a:pt x="1042" y="55536"/>
                  </a:moveTo>
                  <a:cubicBezTo>
                    <a:pt x="835" y="55536"/>
                    <a:pt x="662" y="55694"/>
                    <a:pt x="601" y="55908"/>
                  </a:cubicBezTo>
                  <a:cubicBezTo>
                    <a:pt x="201" y="59010"/>
                    <a:pt x="1" y="62112"/>
                    <a:pt x="1" y="65248"/>
                  </a:cubicBezTo>
                  <a:cubicBezTo>
                    <a:pt x="1" y="66415"/>
                    <a:pt x="34" y="67583"/>
                    <a:pt x="67" y="68750"/>
                  </a:cubicBezTo>
                  <a:cubicBezTo>
                    <a:pt x="67" y="68950"/>
                    <a:pt x="267" y="69184"/>
                    <a:pt x="534" y="69184"/>
                  </a:cubicBezTo>
                  <a:cubicBezTo>
                    <a:pt x="835" y="69184"/>
                    <a:pt x="1001" y="68950"/>
                    <a:pt x="935" y="68717"/>
                  </a:cubicBezTo>
                  <a:cubicBezTo>
                    <a:pt x="901" y="67549"/>
                    <a:pt x="868" y="66415"/>
                    <a:pt x="868" y="65248"/>
                  </a:cubicBezTo>
                  <a:cubicBezTo>
                    <a:pt x="868" y="62179"/>
                    <a:pt x="1068" y="59076"/>
                    <a:pt x="1502" y="56041"/>
                  </a:cubicBezTo>
                  <a:cubicBezTo>
                    <a:pt x="1535" y="55774"/>
                    <a:pt x="1368" y="55574"/>
                    <a:pt x="1101" y="55541"/>
                  </a:cubicBezTo>
                  <a:cubicBezTo>
                    <a:pt x="1081" y="55538"/>
                    <a:pt x="1062" y="55536"/>
                    <a:pt x="1042" y="55536"/>
                  </a:cubicBezTo>
                  <a:close/>
                  <a:moveTo>
                    <a:pt x="130594" y="62112"/>
                  </a:moveTo>
                  <a:lnTo>
                    <a:pt x="129660" y="62145"/>
                  </a:lnTo>
                  <a:lnTo>
                    <a:pt x="129660" y="62312"/>
                  </a:lnTo>
                  <a:cubicBezTo>
                    <a:pt x="129693" y="63413"/>
                    <a:pt x="129760" y="64480"/>
                    <a:pt x="129760" y="65548"/>
                  </a:cubicBezTo>
                  <a:cubicBezTo>
                    <a:pt x="129760" y="68650"/>
                    <a:pt x="129493" y="71886"/>
                    <a:pt x="129026" y="74954"/>
                  </a:cubicBezTo>
                  <a:cubicBezTo>
                    <a:pt x="128993" y="75221"/>
                    <a:pt x="129160" y="75421"/>
                    <a:pt x="129426" y="75455"/>
                  </a:cubicBezTo>
                  <a:lnTo>
                    <a:pt x="129493" y="75455"/>
                  </a:lnTo>
                  <a:cubicBezTo>
                    <a:pt x="129760" y="75455"/>
                    <a:pt x="129927" y="75288"/>
                    <a:pt x="129960" y="75088"/>
                  </a:cubicBezTo>
                  <a:cubicBezTo>
                    <a:pt x="130427" y="71952"/>
                    <a:pt x="130661" y="68750"/>
                    <a:pt x="130661" y="65548"/>
                  </a:cubicBezTo>
                  <a:cubicBezTo>
                    <a:pt x="130661" y="64447"/>
                    <a:pt x="130627" y="63380"/>
                    <a:pt x="130594" y="62279"/>
                  </a:cubicBezTo>
                  <a:lnTo>
                    <a:pt x="130594" y="62112"/>
                  </a:lnTo>
                  <a:close/>
                  <a:moveTo>
                    <a:pt x="2332" y="80919"/>
                  </a:moveTo>
                  <a:cubicBezTo>
                    <a:pt x="2301" y="80919"/>
                    <a:pt x="2268" y="80921"/>
                    <a:pt x="2236" y="80925"/>
                  </a:cubicBezTo>
                  <a:cubicBezTo>
                    <a:pt x="2002" y="80959"/>
                    <a:pt x="1869" y="81226"/>
                    <a:pt x="1902" y="81459"/>
                  </a:cubicBezTo>
                  <a:cubicBezTo>
                    <a:pt x="2903" y="85629"/>
                    <a:pt x="4270" y="89732"/>
                    <a:pt x="6038" y="93601"/>
                  </a:cubicBezTo>
                  <a:cubicBezTo>
                    <a:pt x="6105" y="93768"/>
                    <a:pt x="6272" y="93868"/>
                    <a:pt x="6439" y="93868"/>
                  </a:cubicBezTo>
                  <a:cubicBezTo>
                    <a:pt x="6539" y="93868"/>
                    <a:pt x="6572" y="93868"/>
                    <a:pt x="6672" y="93801"/>
                  </a:cubicBezTo>
                  <a:cubicBezTo>
                    <a:pt x="6872" y="93735"/>
                    <a:pt x="6939" y="93434"/>
                    <a:pt x="6872" y="93234"/>
                  </a:cubicBezTo>
                  <a:cubicBezTo>
                    <a:pt x="5171" y="89432"/>
                    <a:pt x="3770" y="85395"/>
                    <a:pt x="2769" y="81259"/>
                  </a:cubicBezTo>
                  <a:cubicBezTo>
                    <a:pt x="2740" y="81025"/>
                    <a:pt x="2557" y="80919"/>
                    <a:pt x="2332" y="80919"/>
                  </a:cubicBezTo>
                  <a:close/>
                  <a:moveTo>
                    <a:pt x="12850" y="103979"/>
                  </a:moveTo>
                  <a:cubicBezTo>
                    <a:pt x="12754" y="103979"/>
                    <a:pt x="12657" y="104008"/>
                    <a:pt x="12576" y="104075"/>
                  </a:cubicBezTo>
                  <a:cubicBezTo>
                    <a:pt x="12410" y="104209"/>
                    <a:pt x="12343" y="104476"/>
                    <a:pt x="12510" y="104709"/>
                  </a:cubicBezTo>
                  <a:cubicBezTo>
                    <a:pt x="15011" y="108212"/>
                    <a:pt x="17880" y="111414"/>
                    <a:pt x="21049" y="114283"/>
                  </a:cubicBezTo>
                  <a:cubicBezTo>
                    <a:pt x="21116" y="114383"/>
                    <a:pt x="21216" y="114416"/>
                    <a:pt x="21349" y="114416"/>
                  </a:cubicBezTo>
                  <a:cubicBezTo>
                    <a:pt x="21449" y="114416"/>
                    <a:pt x="21583" y="114383"/>
                    <a:pt x="21683" y="114216"/>
                  </a:cubicBezTo>
                  <a:cubicBezTo>
                    <a:pt x="21850" y="114049"/>
                    <a:pt x="21783" y="113749"/>
                    <a:pt x="21649" y="113582"/>
                  </a:cubicBezTo>
                  <a:cubicBezTo>
                    <a:pt x="18547" y="110780"/>
                    <a:pt x="15712" y="107611"/>
                    <a:pt x="13210" y="104142"/>
                  </a:cubicBezTo>
                  <a:cubicBezTo>
                    <a:pt x="13131" y="104043"/>
                    <a:pt x="12992" y="103979"/>
                    <a:pt x="12850" y="103979"/>
                  </a:cubicBezTo>
                  <a:close/>
                  <a:moveTo>
                    <a:pt x="31611" y="120986"/>
                  </a:moveTo>
                  <a:cubicBezTo>
                    <a:pt x="31456" y="120986"/>
                    <a:pt x="31311" y="121068"/>
                    <a:pt x="31223" y="121221"/>
                  </a:cubicBezTo>
                  <a:cubicBezTo>
                    <a:pt x="31090" y="121421"/>
                    <a:pt x="31190" y="121688"/>
                    <a:pt x="31390" y="121821"/>
                  </a:cubicBezTo>
                  <a:cubicBezTo>
                    <a:pt x="35059" y="123923"/>
                    <a:pt x="38962" y="125724"/>
                    <a:pt x="43098" y="127092"/>
                  </a:cubicBezTo>
                  <a:cubicBezTo>
                    <a:pt x="43131" y="127125"/>
                    <a:pt x="43198" y="127125"/>
                    <a:pt x="43232" y="127125"/>
                  </a:cubicBezTo>
                  <a:cubicBezTo>
                    <a:pt x="43432" y="127125"/>
                    <a:pt x="43598" y="127058"/>
                    <a:pt x="43699" y="126792"/>
                  </a:cubicBezTo>
                  <a:cubicBezTo>
                    <a:pt x="43765" y="126558"/>
                    <a:pt x="43632" y="126291"/>
                    <a:pt x="43398" y="126225"/>
                  </a:cubicBezTo>
                  <a:cubicBezTo>
                    <a:pt x="39295" y="124890"/>
                    <a:pt x="35426" y="123122"/>
                    <a:pt x="31857" y="121054"/>
                  </a:cubicBezTo>
                  <a:cubicBezTo>
                    <a:pt x="31777" y="121008"/>
                    <a:pt x="31693" y="120986"/>
                    <a:pt x="31611" y="120986"/>
                  </a:cubicBezTo>
                  <a:close/>
                  <a:moveTo>
                    <a:pt x="92951" y="123869"/>
                  </a:moveTo>
                  <a:cubicBezTo>
                    <a:pt x="92886" y="123869"/>
                    <a:pt x="92823" y="123886"/>
                    <a:pt x="92767" y="123923"/>
                  </a:cubicBezTo>
                  <a:cubicBezTo>
                    <a:pt x="88931" y="125724"/>
                    <a:pt x="84928" y="127125"/>
                    <a:pt x="80825" y="128159"/>
                  </a:cubicBezTo>
                  <a:cubicBezTo>
                    <a:pt x="80592" y="128226"/>
                    <a:pt x="80458" y="128459"/>
                    <a:pt x="80491" y="128726"/>
                  </a:cubicBezTo>
                  <a:cubicBezTo>
                    <a:pt x="80592" y="128926"/>
                    <a:pt x="80758" y="129060"/>
                    <a:pt x="80958" y="129060"/>
                  </a:cubicBezTo>
                  <a:lnTo>
                    <a:pt x="81059" y="129027"/>
                  </a:lnTo>
                  <a:cubicBezTo>
                    <a:pt x="85228" y="127992"/>
                    <a:pt x="89264" y="126525"/>
                    <a:pt x="93134" y="124690"/>
                  </a:cubicBezTo>
                  <a:cubicBezTo>
                    <a:pt x="93334" y="124623"/>
                    <a:pt x="93467" y="124323"/>
                    <a:pt x="93334" y="124123"/>
                  </a:cubicBezTo>
                  <a:cubicBezTo>
                    <a:pt x="93286" y="123979"/>
                    <a:pt x="93116" y="123869"/>
                    <a:pt x="92951" y="123869"/>
                  </a:cubicBezTo>
                  <a:close/>
                  <a:moveTo>
                    <a:pt x="55592" y="129212"/>
                  </a:moveTo>
                  <a:cubicBezTo>
                    <a:pt x="55384" y="129212"/>
                    <a:pt x="55235" y="129367"/>
                    <a:pt x="55207" y="129594"/>
                  </a:cubicBezTo>
                  <a:cubicBezTo>
                    <a:pt x="55140" y="129827"/>
                    <a:pt x="55307" y="130027"/>
                    <a:pt x="55574" y="130094"/>
                  </a:cubicBezTo>
                  <a:cubicBezTo>
                    <a:pt x="59410" y="130628"/>
                    <a:pt x="63413" y="130928"/>
                    <a:pt x="67482" y="130928"/>
                  </a:cubicBezTo>
                  <a:lnTo>
                    <a:pt x="68383" y="130928"/>
                  </a:lnTo>
                  <a:cubicBezTo>
                    <a:pt x="68616" y="130928"/>
                    <a:pt x="68783" y="130728"/>
                    <a:pt x="68783" y="130461"/>
                  </a:cubicBezTo>
                  <a:cubicBezTo>
                    <a:pt x="68783" y="130227"/>
                    <a:pt x="68583" y="130061"/>
                    <a:pt x="68316" y="130061"/>
                  </a:cubicBezTo>
                  <a:cubicBezTo>
                    <a:pt x="68098" y="130062"/>
                    <a:pt x="67881" y="130063"/>
                    <a:pt x="67663" y="130063"/>
                  </a:cubicBezTo>
                  <a:cubicBezTo>
                    <a:pt x="63554" y="130063"/>
                    <a:pt x="59540" y="129765"/>
                    <a:pt x="55707" y="129227"/>
                  </a:cubicBezTo>
                  <a:cubicBezTo>
                    <a:pt x="55667" y="129217"/>
                    <a:pt x="55629" y="129212"/>
                    <a:pt x="55592" y="1292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50"/>
            <p:cNvSpPr/>
            <p:nvPr/>
          </p:nvSpPr>
          <p:spPr>
            <a:xfrm>
              <a:off x="-2749300" y="1785875"/>
              <a:ext cx="1042450" cy="1486100"/>
            </a:xfrm>
            <a:custGeom>
              <a:avLst/>
              <a:gdLst/>
              <a:ahLst/>
              <a:cxnLst/>
              <a:rect l="l" t="t" r="r" b="b"/>
              <a:pathLst>
                <a:path w="41698" h="59444" extrusionOk="0">
                  <a:moveTo>
                    <a:pt x="3870" y="1"/>
                  </a:moveTo>
                  <a:cubicBezTo>
                    <a:pt x="1769" y="1"/>
                    <a:pt x="1" y="1769"/>
                    <a:pt x="1" y="3904"/>
                  </a:cubicBezTo>
                  <a:lnTo>
                    <a:pt x="1" y="55541"/>
                  </a:lnTo>
                  <a:cubicBezTo>
                    <a:pt x="1" y="57676"/>
                    <a:pt x="1769" y="59444"/>
                    <a:pt x="3870" y="59444"/>
                  </a:cubicBezTo>
                  <a:lnTo>
                    <a:pt x="37828" y="59444"/>
                  </a:lnTo>
                  <a:cubicBezTo>
                    <a:pt x="39963" y="59444"/>
                    <a:pt x="41697" y="57709"/>
                    <a:pt x="41697" y="55541"/>
                  </a:cubicBezTo>
                  <a:lnTo>
                    <a:pt x="41697" y="3904"/>
                  </a:lnTo>
                  <a:cubicBezTo>
                    <a:pt x="41697" y="1769"/>
                    <a:pt x="39963" y="1"/>
                    <a:pt x="37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50"/>
            <p:cNvSpPr/>
            <p:nvPr/>
          </p:nvSpPr>
          <p:spPr>
            <a:xfrm>
              <a:off x="-2637550" y="2006875"/>
              <a:ext cx="439500" cy="741400"/>
            </a:xfrm>
            <a:custGeom>
              <a:avLst/>
              <a:gdLst/>
              <a:ahLst/>
              <a:cxnLst/>
              <a:rect l="l" t="t" r="r" b="b"/>
              <a:pathLst>
                <a:path w="17580" h="29656" extrusionOk="0">
                  <a:moveTo>
                    <a:pt x="4004" y="1"/>
                  </a:moveTo>
                  <a:cubicBezTo>
                    <a:pt x="1802" y="1"/>
                    <a:pt x="1" y="1802"/>
                    <a:pt x="1" y="4004"/>
                  </a:cubicBezTo>
                  <a:lnTo>
                    <a:pt x="1" y="25652"/>
                  </a:lnTo>
                  <a:cubicBezTo>
                    <a:pt x="1" y="27854"/>
                    <a:pt x="1802" y="29655"/>
                    <a:pt x="4004" y="29655"/>
                  </a:cubicBezTo>
                  <a:lnTo>
                    <a:pt x="13577" y="29655"/>
                  </a:lnTo>
                  <a:cubicBezTo>
                    <a:pt x="15812" y="29655"/>
                    <a:pt x="17580" y="27854"/>
                    <a:pt x="17580" y="25652"/>
                  </a:cubicBezTo>
                  <a:lnTo>
                    <a:pt x="17580" y="4004"/>
                  </a:lnTo>
                  <a:cubicBezTo>
                    <a:pt x="17580" y="1802"/>
                    <a:pt x="15812" y="1"/>
                    <a:pt x="13577" y="1"/>
                  </a:cubicBez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50"/>
            <p:cNvSpPr/>
            <p:nvPr/>
          </p:nvSpPr>
          <p:spPr>
            <a:xfrm>
              <a:off x="-2529125" y="2144200"/>
              <a:ext cx="222675" cy="214900"/>
            </a:xfrm>
            <a:custGeom>
              <a:avLst/>
              <a:gdLst/>
              <a:ahLst/>
              <a:cxnLst/>
              <a:rect l="l" t="t" r="r" b="b"/>
              <a:pathLst>
                <a:path w="8907" h="8596" extrusionOk="0">
                  <a:moveTo>
                    <a:pt x="4461" y="1"/>
                  </a:moveTo>
                  <a:cubicBezTo>
                    <a:pt x="2224" y="1"/>
                    <a:pt x="326" y="1716"/>
                    <a:pt x="167" y="3981"/>
                  </a:cubicBezTo>
                  <a:cubicBezTo>
                    <a:pt x="0" y="6349"/>
                    <a:pt x="1768" y="8418"/>
                    <a:pt x="4136" y="8584"/>
                  </a:cubicBezTo>
                  <a:cubicBezTo>
                    <a:pt x="4238" y="8592"/>
                    <a:pt x="4340" y="8595"/>
                    <a:pt x="4440" y="8595"/>
                  </a:cubicBezTo>
                  <a:cubicBezTo>
                    <a:pt x="6679" y="8595"/>
                    <a:pt x="8580" y="6848"/>
                    <a:pt x="8740" y="4582"/>
                  </a:cubicBezTo>
                  <a:cubicBezTo>
                    <a:pt x="8906" y="2213"/>
                    <a:pt x="7139" y="178"/>
                    <a:pt x="4770" y="12"/>
                  </a:cubicBezTo>
                  <a:cubicBezTo>
                    <a:pt x="4667" y="4"/>
                    <a:pt x="4563" y="1"/>
                    <a:pt x="4461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50"/>
            <p:cNvSpPr/>
            <p:nvPr/>
          </p:nvSpPr>
          <p:spPr>
            <a:xfrm>
              <a:off x="-2637550" y="2414675"/>
              <a:ext cx="439500" cy="333600"/>
            </a:xfrm>
            <a:custGeom>
              <a:avLst/>
              <a:gdLst/>
              <a:ahLst/>
              <a:cxnLst/>
              <a:rect l="l" t="t" r="r" b="b"/>
              <a:pathLst>
                <a:path w="17580" h="13344" extrusionOk="0">
                  <a:moveTo>
                    <a:pt x="8807" y="0"/>
                  </a:moveTo>
                  <a:cubicBezTo>
                    <a:pt x="4904" y="0"/>
                    <a:pt x="1568" y="2169"/>
                    <a:pt x="1" y="5337"/>
                  </a:cubicBezTo>
                  <a:lnTo>
                    <a:pt x="1" y="9340"/>
                  </a:lnTo>
                  <a:cubicBezTo>
                    <a:pt x="1" y="11542"/>
                    <a:pt x="1802" y="13343"/>
                    <a:pt x="4004" y="13343"/>
                  </a:cubicBezTo>
                  <a:lnTo>
                    <a:pt x="13577" y="13343"/>
                  </a:lnTo>
                  <a:cubicBezTo>
                    <a:pt x="15812" y="13343"/>
                    <a:pt x="17580" y="11542"/>
                    <a:pt x="17580" y="9340"/>
                  </a:cubicBezTo>
                  <a:lnTo>
                    <a:pt x="17580" y="5337"/>
                  </a:lnTo>
                  <a:cubicBezTo>
                    <a:pt x="16012" y="2169"/>
                    <a:pt x="12676" y="0"/>
                    <a:pt x="8807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50"/>
            <p:cNvSpPr/>
            <p:nvPr/>
          </p:nvSpPr>
          <p:spPr>
            <a:xfrm>
              <a:off x="-2749300" y="1785875"/>
              <a:ext cx="1042450" cy="132625"/>
            </a:xfrm>
            <a:custGeom>
              <a:avLst/>
              <a:gdLst/>
              <a:ahLst/>
              <a:cxnLst/>
              <a:rect l="l" t="t" r="r" b="b"/>
              <a:pathLst>
                <a:path w="41698" h="5305" extrusionOk="0">
                  <a:moveTo>
                    <a:pt x="3870" y="1"/>
                  </a:moveTo>
                  <a:cubicBezTo>
                    <a:pt x="1769" y="1"/>
                    <a:pt x="1" y="1769"/>
                    <a:pt x="1" y="3904"/>
                  </a:cubicBezTo>
                  <a:lnTo>
                    <a:pt x="1" y="5305"/>
                  </a:lnTo>
                  <a:lnTo>
                    <a:pt x="41697" y="5305"/>
                  </a:lnTo>
                  <a:lnTo>
                    <a:pt x="41697" y="3904"/>
                  </a:lnTo>
                  <a:cubicBezTo>
                    <a:pt x="41697" y="1769"/>
                    <a:pt x="39963" y="1"/>
                    <a:pt x="37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50"/>
            <p:cNvSpPr/>
            <p:nvPr/>
          </p:nvSpPr>
          <p:spPr>
            <a:xfrm>
              <a:off x="-2149700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1" y="701"/>
                    <a:pt x="1" y="1569"/>
                  </a:cubicBezTo>
                  <a:cubicBezTo>
                    <a:pt x="1" y="2436"/>
                    <a:pt x="701" y="3170"/>
                    <a:pt x="1568" y="3170"/>
                  </a:cubicBezTo>
                  <a:cubicBezTo>
                    <a:pt x="2469" y="3170"/>
                    <a:pt x="3170" y="2436"/>
                    <a:pt x="3170" y="1569"/>
                  </a:cubicBezTo>
                  <a:cubicBezTo>
                    <a:pt x="3170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50"/>
            <p:cNvSpPr/>
            <p:nvPr/>
          </p:nvSpPr>
          <p:spPr>
            <a:xfrm>
              <a:off x="-2003750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0" y="701"/>
                    <a:pt x="0" y="1569"/>
                  </a:cubicBezTo>
                  <a:cubicBezTo>
                    <a:pt x="0" y="2436"/>
                    <a:pt x="701" y="3170"/>
                    <a:pt x="1568" y="3170"/>
                  </a:cubicBezTo>
                  <a:cubicBezTo>
                    <a:pt x="2469" y="3170"/>
                    <a:pt x="3169" y="2436"/>
                    <a:pt x="3169" y="1569"/>
                  </a:cubicBezTo>
                  <a:cubicBezTo>
                    <a:pt x="3169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50"/>
            <p:cNvSpPr/>
            <p:nvPr/>
          </p:nvSpPr>
          <p:spPr>
            <a:xfrm>
              <a:off x="-1857825" y="1813400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1568" y="1"/>
                  </a:moveTo>
                  <a:cubicBezTo>
                    <a:pt x="701" y="1"/>
                    <a:pt x="1" y="701"/>
                    <a:pt x="1" y="1569"/>
                  </a:cubicBezTo>
                  <a:cubicBezTo>
                    <a:pt x="1" y="2436"/>
                    <a:pt x="701" y="3170"/>
                    <a:pt x="1568" y="3170"/>
                  </a:cubicBezTo>
                  <a:cubicBezTo>
                    <a:pt x="2469" y="3170"/>
                    <a:pt x="3170" y="2436"/>
                    <a:pt x="3170" y="1569"/>
                  </a:cubicBezTo>
                  <a:cubicBezTo>
                    <a:pt x="3170" y="701"/>
                    <a:pt x="2469" y="1"/>
                    <a:pt x="1568" y="1"/>
                  </a:cubicBez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50"/>
            <p:cNvSpPr/>
            <p:nvPr/>
          </p:nvSpPr>
          <p:spPr>
            <a:xfrm>
              <a:off x="-2624200" y="2876675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0"/>
                  </a:moveTo>
                  <a:cubicBezTo>
                    <a:pt x="334" y="0"/>
                    <a:pt x="0" y="334"/>
                    <a:pt x="0" y="734"/>
                  </a:cubicBezTo>
                  <a:cubicBezTo>
                    <a:pt x="0" y="1168"/>
                    <a:pt x="334" y="1501"/>
                    <a:pt x="768" y="1501"/>
                  </a:cubicBezTo>
                  <a:lnTo>
                    <a:pt x="15778" y="1501"/>
                  </a:lnTo>
                  <a:cubicBezTo>
                    <a:pt x="16179" y="1501"/>
                    <a:pt x="16512" y="1168"/>
                    <a:pt x="16512" y="734"/>
                  </a:cubicBezTo>
                  <a:cubicBezTo>
                    <a:pt x="16512" y="334"/>
                    <a:pt x="16179" y="0"/>
                    <a:pt x="15778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50"/>
            <p:cNvSpPr/>
            <p:nvPr/>
          </p:nvSpPr>
          <p:spPr>
            <a:xfrm>
              <a:off x="-2624200" y="2952550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1"/>
                  </a:moveTo>
                  <a:cubicBezTo>
                    <a:pt x="334" y="1"/>
                    <a:pt x="0" y="334"/>
                    <a:pt x="0" y="768"/>
                  </a:cubicBezTo>
                  <a:cubicBezTo>
                    <a:pt x="0" y="1168"/>
                    <a:pt x="334" y="1502"/>
                    <a:pt x="768" y="1502"/>
                  </a:cubicBezTo>
                  <a:lnTo>
                    <a:pt x="15778" y="1502"/>
                  </a:lnTo>
                  <a:cubicBezTo>
                    <a:pt x="16179" y="1502"/>
                    <a:pt x="16512" y="1168"/>
                    <a:pt x="16512" y="768"/>
                  </a:cubicBezTo>
                  <a:cubicBezTo>
                    <a:pt x="16512" y="334"/>
                    <a:pt x="16179" y="1"/>
                    <a:pt x="15778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50"/>
            <p:cNvSpPr/>
            <p:nvPr/>
          </p:nvSpPr>
          <p:spPr>
            <a:xfrm>
              <a:off x="-2624200" y="3028450"/>
              <a:ext cx="412825" cy="37550"/>
            </a:xfrm>
            <a:custGeom>
              <a:avLst/>
              <a:gdLst/>
              <a:ahLst/>
              <a:cxnLst/>
              <a:rect l="l" t="t" r="r" b="b"/>
              <a:pathLst>
                <a:path w="16513" h="1502" extrusionOk="0">
                  <a:moveTo>
                    <a:pt x="768" y="0"/>
                  </a:moveTo>
                  <a:cubicBezTo>
                    <a:pt x="334" y="0"/>
                    <a:pt x="0" y="334"/>
                    <a:pt x="0" y="767"/>
                  </a:cubicBezTo>
                  <a:cubicBezTo>
                    <a:pt x="0" y="1168"/>
                    <a:pt x="334" y="1501"/>
                    <a:pt x="768" y="1501"/>
                  </a:cubicBezTo>
                  <a:lnTo>
                    <a:pt x="15778" y="1501"/>
                  </a:lnTo>
                  <a:cubicBezTo>
                    <a:pt x="16179" y="1501"/>
                    <a:pt x="16512" y="1168"/>
                    <a:pt x="16512" y="767"/>
                  </a:cubicBezTo>
                  <a:cubicBezTo>
                    <a:pt x="16512" y="334"/>
                    <a:pt x="16179" y="0"/>
                    <a:pt x="15778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50"/>
            <p:cNvSpPr/>
            <p:nvPr/>
          </p:nvSpPr>
          <p:spPr>
            <a:xfrm>
              <a:off x="-2125525" y="2786600"/>
              <a:ext cx="322775" cy="323600"/>
            </a:xfrm>
            <a:custGeom>
              <a:avLst/>
              <a:gdLst/>
              <a:ahLst/>
              <a:cxnLst/>
              <a:rect l="l" t="t" r="r" b="b"/>
              <a:pathLst>
                <a:path w="12911" h="12944" extrusionOk="0">
                  <a:moveTo>
                    <a:pt x="6439" y="1"/>
                  </a:moveTo>
                  <a:cubicBezTo>
                    <a:pt x="2870" y="1"/>
                    <a:pt x="1" y="2903"/>
                    <a:pt x="1" y="6472"/>
                  </a:cubicBezTo>
                  <a:cubicBezTo>
                    <a:pt x="1" y="10041"/>
                    <a:pt x="2870" y="12943"/>
                    <a:pt x="6439" y="12943"/>
                  </a:cubicBezTo>
                  <a:cubicBezTo>
                    <a:pt x="10041" y="12943"/>
                    <a:pt x="12910" y="10041"/>
                    <a:pt x="12910" y="6472"/>
                  </a:cubicBezTo>
                  <a:cubicBezTo>
                    <a:pt x="12910" y="2903"/>
                    <a:pt x="10041" y="1"/>
                    <a:pt x="6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50"/>
            <p:cNvSpPr/>
            <p:nvPr/>
          </p:nvSpPr>
          <p:spPr>
            <a:xfrm>
              <a:off x="-2095500" y="2816625"/>
              <a:ext cx="262725" cy="263550"/>
            </a:xfrm>
            <a:custGeom>
              <a:avLst/>
              <a:gdLst/>
              <a:ahLst/>
              <a:cxnLst/>
              <a:rect l="l" t="t" r="r" b="b"/>
              <a:pathLst>
                <a:path w="10509" h="10542" extrusionOk="0">
                  <a:moveTo>
                    <a:pt x="5238" y="1"/>
                  </a:moveTo>
                  <a:cubicBezTo>
                    <a:pt x="2369" y="1"/>
                    <a:pt x="1" y="2369"/>
                    <a:pt x="1" y="5271"/>
                  </a:cubicBezTo>
                  <a:cubicBezTo>
                    <a:pt x="1" y="8173"/>
                    <a:pt x="2369" y="10541"/>
                    <a:pt x="5238" y="10541"/>
                  </a:cubicBezTo>
                  <a:cubicBezTo>
                    <a:pt x="8140" y="10541"/>
                    <a:pt x="10508" y="8173"/>
                    <a:pt x="10508" y="5271"/>
                  </a:cubicBezTo>
                  <a:cubicBezTo>
                    <a:pt x="10508" y="2369"/>
                    <a:pt x="8140" y="1"/>
                    <a:pt x="52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50"/>
            <p:cNvSpPr/>
            <p:nvPr/>
          </p:nvSpPr>
          <p:spPr>
            <a:xfrm>
              <a:off x="-2042125" y="2839150"/>
              <a:ext cx="156800" cy="217675"/>
            </a:xfrm>
            <a:custGeom>
              <a:avLst/>
              <a:gdLst/>
              <a:ahLst/>
              <a:cxnLst/>
              <a:rect l="l" t="t" r="r" b="b"/>
              <a:pathLst>
                <a:path w="6272" h="8707" extrusionOk="0">
                  <a:moveTo>
                    <a:pt x="2402" y="2202"/>
                  </a:moveTo>
                  <a:cubicBezTo>
                    <a:pt x="2803" y="2235"/>
                    <a:pt x="3170" y="2235"/>
                    <a:pt x="3537" y="2235"/>
                  </a:cubicBezTo>
                  <a:cubicBezTo>
                    <a:pt x="3670" y="2235"/>
                    <a:pt x="3770" y="2335"/>
                    <a:pt x="3903" y="2369"/>
                  </a:cubicBezTo>
                  <a:cubicBezTo>
                    <a:pt x="4204" y="2502"/>
                    <a:pt x="4337" y="2702"/>
                    <a:pt x="4337" y="3036"/>
                  </a:cubicBezTo>
                  <a:cubicBezTo>
                    <a:pt x="4337" y="3336"/>
                    <a:pt x="4170" y="3536"/>
                    <a:pt x="3870" y="3669"/>
                  </a:cubicBezTo>
                  <a:cubicBezTo>
                    <a:pt x="3537" y="3836"/>
                    <a:pt x="3170" y="3836"/>
                    <a:pt x="2769" y="3836"/>
                  </a:cubicBezTo>
                  <a:lnTo>
                    <a:pt x="2402" y="3836"/>
                  </a:lnTo>
                  <a:lnTo>
                    <a:pt x="2402" y="2202"/>
                  </a:lnTo>
                  <a:close/>
                  <a:moveTo>
                    <a:pt x="2937" y="4682"/>
                  </a:moveTo>
                  <a:cubicBezTo>
                    <a:pt x="3201" y="4682"/>
                    <a:pt x="3463" y="4698"/>
                    <a:pt x="3737" y="4737"/>
                  </a:cubicBezTo>
                  <a:cubicBezTo>
                    <a:pt x="3903" y="4770"/>
                    <a:pt x="4070" y="4837"/>
                    <a:pt x="4237" y="4904"/>
                  </a:cubicBezTo>
                  <a:cubicBezTo>
                    <a:pt x="4537" y="5037"/>
                    <a:pt x="4671" y="5237"/>
                    <a:pt x="4671" y="5571"/>
                  </a:cubicBezTo>
                  <a:cubicBezTo>
                    <a:pt x="4671" y="5904"/>
                    <a:pt x="4504" y="6138"/>
                    <a:pt x="4204" y="6238"/>
                  </a:cubicBezTo>
                  <a:cubicBezTo>
                    <a:pt x="3837" y="6405"/>
                    <a:pt x="3436" y="6471"/>
                    <a:pt x="3036" y="6471"/>
                  </a:cubicBezTo>
                  <a:lnTo>
                    <a:pt x="2402" y="6471"/>
                  </a:lnTo>
                  <a:cubicBezTo>
                    <a:pt x="2402" y="5838"/>
                    <a:pt x="2402" y="5237"/>
                    <a:pt x="2369" y="4704"/>
                  </a:cubicBezTo>
                  <a:cubicBezTo>
                    <a:pt x="2562" y="4690"/>
                    <a:pt x="2750" y="4682"/>
                    <a:pt x="2937" y="4682"/>
                  </a:cubicBezTo>
                  <a:close/>
                  <a:moveTo>
                    <a:pt x="1602" y="0"/>
                  </a:moveTo>
                  <a:lnTo>
                    <a:pt x="1602" y="1334"/>
                  </a:lnTo>
                  <a:lnTo>
                    <a:pt x="1" y="1334"/>
                  </a:lnTo>
                  <a:lnTo>
                    <a:pt x="1" y="2202"/>
                  </a:lnTo>
                  <a:lnTo>
                    <a:pt x="668" y="2202"/>
                  </a:lnTo>
                  <a:cubicBezTo>
                    <a:pt x="968" y="2202"/>
                    <a:pt x="1068" y="2369"/>
                    <a:pt x="1068" y="2635"/>
                  </a:cubicBezTo>
                  <a:lnTo>
                    <a:pt x="1068" y="4237"/>
                  </a:lnTo>
                  <a:lnTo>
                    <a:pt x="1068" y="6071"/>
                  </a:lnTo>
                  <a:cubicBezTo>
                    <a:pt x="1068" y="6305"/>
                    <a:pt x="1001" y="6405"/>
                    <a:pt x="735" y="6405"/>
                  </a:cubicBezTo>
                  <a:lnTo>
                    <a:pt x="167" y="6405"/>
                  </a:lnTo>
                  <a:cubicBezTo>
                    <a:pt x="134" y="6738"/>
                    <a:pt x="34" y="7039"/>
                    <a:pt x="1" y="7372"/>
                  </a:cubicBezTo>
                  <a:lnTo>
                    <a:pt x="1635" y="7372"/>
                  </a:lnTo>
                  <a:lnTo>
                    <a:pt x="1635" y="8706"/>
                  </a:lnTo>
                  <a:lnTo>
                    <a:pt x="2402" y="8706"/>
                  </a:lnTo>
                  <a:lnTo>
                    <a:pt x="2402" y="7372"/>
                  </a:lnTo>
                  <a:lnTo>
                    <a:pt x="3036" y="7372"/>
                  </a:lnTo>
                  <a:lnTo>
                    <a:pt x="3036" y="8706"/>
                  </a:lnTo>
                  <a:lnTo>
                    <a:pt x="3837" y="8706"/>
                  </a:lnTo>
                  <a:lnTo>
                    <a:pt x="3837" y="7405"/>
                  </a:lnTo>
                  <a:cubicBezTo>
                    <a:pt x="4237" y="7339"/>
                    <a:pt x="4671" y="7305"/>
                    <a:pt x="5038" y="7172"/>
                  </a:cubicBezTo>
                  <a:cubicBezTo>
                    <a:pt x="5738" y="6972"/>
                    <a:pt x="6172" y="6505"/>
                    <a:pt x="6238" y="5804"/>
                  </a:cubicBezTo>
                  <a:cubicBezTo>
                    <a:pt x="6272" y="5704"/>
                    <a:pt x="6272" y="5571"/>
                    <a:pt x="6272" y="5504"/>
                  </a:cubicBezTo>
                  <a:cubicBezTo>
                    <a:pt x="6272" y="4737"/>
                    <a:pt x="5938" y="4237"/>
                    <a:pt x="5204" y="4036"/>
                  </a:cubicBezTo>
                  <a:cubicBezTo>
                    <a:pt x="5171" y="4003"/>
                    <a:pt x="5171" y="4003"/>
                    <a:pt x="5104" y="4003"/>
                  </a:cubicBezTo>
                  <a:lnTo>
                    <a:pt x="5104" y="3970"/>
                  </a:lnTo>
                  <a:cubicBezTo>
                    <a:pt x="5738" y="3536"/>
                    <a:pt x="5938" y="2836"/>
                    <a:pt x="5671" y="2168"/>
                  </a:cubicBezTo>
                  <a:cubicBezTo>
                    <a:pt x="5505" y="1801"/>
                    <a:pt x="5171" y="1568"/>
                    <a:pt x="4771" y="1468"/>
                  </a:cubicBezTo>
                  <a:cubicBezTo>
                    <a:pt x="4504" y="1368"/>
                    <a:pt x="4204" y="1334"/>
                    <a:pt x="3903" y="1301"/>
                  </a:cubicBezTo>
                  <a:cubicBezTo>
                    <a:pt x="3870" y="1301"/>
                    <a:pt x="3837" y="1301"/>
                    <a:pt x="3837" y="1201"/>
                  </a:cubicBezTo>
                  <a:lnTo>
                    <a:pt x="3837" y="667"/>
                  </a:lnTo>
                  <a:lnTo>
                    <a:pt x="3837" y="0"/>
                  </a:lnTo>
                  <a:lnTo>
                    <a:pt x="3036" y="0"/>
                  </a:lnTo>
                  <a:lnTo>
                    <a:pt x="3036" y="1301"/>
                  </a:lnTo>
                  <a:lnTo>
                    <a:pt x="2402" y="1301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50"/>
            <p:cNvSpPr/>
            <p:nvPr/>
          </p:nvSpPr>
          <p:spPr>
            <a:xfrm>
              <a:off x="-1933700" y="3732275"/>
              <a:ext cx="617950" cy="619650"/>
            </a:xfrm>
            <a:custGeom>
              <a:avLst/>
              <a:gdLst/>
              <a:ahLst/>
              <a:cxnLst/>
              <a:rect l="l" t="t" r="r" b="b"/>
              <a:pathLst>
                <a:path w="24718" h="24786" extrusionOk="0">
                  <a:moveTo>
                    <a:pt x="12009" y="1168"/>
                  </a:moveTo>
                  <a:lnTo>
                    <a:pt x="12009" y="4704"/>
                  </a:lnTo>
                  <a:cubicBezTo>
                    <a:pt x="11075" y="4704"/>
                    <a:pt x="10174" y="4704"/>
                    <a:pt x="9340" y="4804"/>
                  </a:cubicBezTo>
                  <a:cubicBezTo>
                    <a:pt x="10307" y="3136"/>
                    <a:pt x="11375" y="1869"/>
                    <a:pt x="12009" y="1168"/>
                  </a:cubicBezTo>
                  <a:close/>
                  <a:moveTo>
                    <a:pt x="12709" y="968"/>
                  </a:moveTo>
                  <a:cubicBezTo>
                    <a:pt x="13343" y="1602"/>
                    <a:pt x="14577" y="3003"/>
                    <a:pt x="15711" y="4971"/>
                  </a:cubicBezTo>
                  <a:cubicBezTo>
                    <a:pt x="14677" y="4838"/>
                    <a:pt x="13677" y="4771"/>
                    <a:pt x="12709" y="4704"/>
                  </a:cubicBezTo>
                  <a:lnTo>
                    <a:pt x="12709" y="968"/>
                  </a:lnTo>
                  <a:close/>
                  <a:moveTo>
                    <a:pt x="11241" y="968"/>
                  </a:moveTo>
                  <a:lnTo>
                    <a:pt x="11241" y="968"/>
                  </a:lnTo>
                  <a:cubicBezTo>
                    <a:pt x="10508" y="1769"/>
                    <a:pt x="9407" y="3103"/>
                    <a:pt x="8506" y="4838"/>
                  </a:cubicBezTo>
                  <a:cubicBezTo>
                    <a:pt x="7205" y="4971"/>
                    <a:pt x="6038" y="5171"/>
                    <a:pt x="5004" y="5371"/>
                  </a:cubicBezTo>
                  <a:cubicBezTo>
                    <a:pt x="6505" y="3270"/>
                    <a:pt x="8673" y="1669"/>
                    <a:pt x="11241" y="968"/>
                  </a:cubicBezTo>
                  <a:close/>
                  <a:moveTo>
                    <a:pt x="13710" y="968"/>
                  </a:moveTo>
                  <a:lnTo>
                    <a:pt x="13710" y="968"/>
                  </a:lnTo>
                  <a:cubicBezTo>
                    <a:pt x="16412" y="1769"/>
                    <a:pt x="18713" y="3503"/>
                    <a:pt x="20215" y="5805"/>
                  </a:cubicBezTo>
                  <a:cubicBezTo>
                    <a:pt x="18914" y="5471"/>
                    <a:pt x="17713" y="5204"/>
                    <a:pt x="16579" y="5104"/>
                  </a:cubicBezTo>
                  <a:cubicBezTo>
                    <a:pt x="15611" y="3203"/>
                    <a:pt x="14444" y="1802"/>
                    <a:pt x="13710" y="968"/>
                  </a:cubicBezTo>
                  <a:close/>
                  <a:moveTo>
                    <a:pt x="8506" y="1335"/>
                  </a:moveTo>
                  <a:lnTo>
                    <a:pt x="8506" y="1335"/>
                  </a:lnTo>
                  <a:cubicBezTo>
                    <a:pt x="6672" y="2369"/>
                    <a:pt x="5104" y="3837"/>
                    <a:pt x="4003" y="5638"/>
                  </a:cubicBezTo>
                  <a:cubicBezTo>
                    <a:pt x="3436" y="5772"/>
                    <a:pt x="3002" y="5938"/>
                    <a:pt x="2535" y="6038"/>
                  </a:cubicBezTo>
                  <a:cubicBezTo>
                    <a:pt x="3936" y="3870"/>
                    <a:pt x="6038" y="2202"/>
                    <a:pt x="8506" y="1335"/>
                  </a:cubicBezTo>
                  <a:close/>
                  <a:moveTo>
                    <a:pt x="16845" y="1569"/>
                  </a:moveTo>
                  <a:lnTo>
                    <a:pt x="16845" y="1569"/>
                  </a:lnTo>
                  <a:cubicBezTo>
                    <a:pt x="19180" y="2536"/>
                    <a:pt x="21082" y="4204"/>
                    <a:pt x="22349" y="6339"/>
                  </a:cubicBezTo>
                  <a:cubicBezTo>
                    <a:pt x="21916" y="6205"/>
                    <a:pt x="21549" y="6072"/>
                    <a:pt x="21115" y="6005"/>
                  </a:cubicBezTo>
                  <a:cubicBezTo>
                    <a:pt x="20081" y="4170"/>
                    <a:pt x="18580" y="2669"/>
                    <a:pt x="16845" y="1569"/>
                  </a:cubicBezTo>
                  <a:close/>
                  <a:moveTo>
                    <a:pt x="3503" y="6472"/>
                  </a:moveTo>
                  <a:cubicBezTo>
                    <a:pt x="2669" y="8107"/>
                    <a:pt x="2168" y="9941"/>
                    <a:pt x="2068" y="11876"/>
                  </a:cubicBezTo>
                  <a:lnTo>
                    <a:pt x="701" y="11876"/>
                  </a:lnTo>
                  <a:cubicBezTo>
                    <a:pt x="767" y="10108"/>
                    <a:pt x="1234" y="8440"/>
                    <a:pt x="2002" y="6972"/>
                  </a:cubicBezTo>
                  <a:cubicBezTo>
                    <a:pt x="2402" y="6806"/>
                    <a:pt x="2902" y="6639"/>
                    <a:pt x="3503" y="6472"/>
                  </a:cubicBezTo>
                  <a:close/>
                  <a:moveTo>
                    <a:pt x="8106" y="5538"/>
                  </a:moveTo>
                  <a:cubicBezTo>
                    <a:pt x="7272" y="7273"/>
                    <a:pt x="6672" y="9307"/>
                    <a:pt x="6538" y="11642"/>
                  </a:cubicBezTo>
                  <a:lnTo>
                    <a:pt x="6538" y="11876"/>
                  </a:lnTo>
                  <a:lnTo>
                    <a:pt x="2769" y="11876"/>
                  </a:lnTo>
                  <a:cubicBezTo>
                    <a:pt x="2869" y="9808"/>
                    <a:pt x="3469" y="7873"/>
                    <a:pt x="4437" y="6205"/>
                  </a:cubicBezTo>
                  <a:cubicBezTo>
                    <a:pt x="5137" y="6038"/>
                    <a:pt x="5871" y="5872"/>
                    <a:pt x="6672" y="5772"/>
                  </a:cubicBezTo>
                  <a:cubicBezTo>
                    <a:pt x="7139" y="5671"/>
                    <a:pt x="7639" y="5638"/>
                    <a:pt x="8106" y="5538"/>
                  </a:cubicBezTo>
                  <a:close/>
                  <a:moveTo>
                    <a:pt x="12009" y="5371"/>
                  </a:moveTo>
                  <a:lnTo>
                    <a:pt x="12009" y="11876"/>
                  </a:lnTo>
                  <a:lnTo>
                    <a:pt x="7205" y="11876"/>
                  </a:lnTo>
                  <a:lnTo>
                    <a:pt x="7205" y="11676"/>
                  </a:lnTo>
                  <a:cubicBezTo>
                    <a:pt x="7339" y="9307"/>
                    <a:pt x="8039" y="7206"/>
                    <a:pt x="8906" y="5471"/>
                  </a:cubicBezTo>
                  <a:cubicBezTo>
                    <a:pt x="9874" y="5438"/>
                    <a:pt x="10908" y="5371"/>
                    <a:pt x="12009" y="5371"/>
                  </a:cubicBezTo>
                  <a:close/>
                  <a:moveTo>
                    <a:pt x="12709" y="5438"/>
                  </a:moveTo>
                  <a:cubicBezTo>
                    <a:pt x="13743" y="5471"/>
                    <a:pt x="14877" y="5538"/>
                    <a:pt x="16078" y="5705"/>
                  </a:cubicBezTo>
                  <a:cubicBezTo>
                    <a:pt x="16912" y="7373"/>
                    <a:pt x="17579" y="9407"/>
                    <a:pt x="17713" y="11676"/>
                  </a:cubicBezTo>
                  <a:lnTo>
                    <a:pt x="17713" y="11876"/>
                  </a:lnTo>
                  <a:lnTo>
                    <a:pt x="12709" y="11876"/>
                  </a:lnTo>
                  <a:lnTo>
                    <a:pt x="12709" y="5438"/>
                  </a:lnTo>
                  <a:close/>
                  <a:moveTo>
                    <a:pt x="16912" y="5838"/>
                  </a:moveTo>
                  <a:lnTo>
                    <a:pt x="16912" y="5838"/>
                  </a:lnTo>
                  <a:cubicBezTo>
                    <a:pt x="18113" y="6005"/>
                    <a:pt x="19381" y="6305"/>
                    <a:pt x="20682" y="6639"/>
                  </a:cubicBezTo>
                  <a:cubicBezTo>
                    <a:pt x="21549" y="8173"/>
                    <a:pt x="22049" y="9975"/>
                    <a:pt x="22116" y="11876"/>
                  </a:cubicBezTo>
                  <a:lnTo>
                    <a:pt x="18380" y="11876"/>
                  </a:lnTo>
                  <a:lnTo>
                    <a:pt x="18380" y="11642"/>
                  </a:lnTo>
                  <a:cubicBezTo>
                    <a:pt x="18280" y="9407"/>
                    <a:pt x="17679" y="7473"/>
                    <a:pt x="16912" y="5838"/>
                  </a:cubicBezTo>
                  <a:close/>
                  <a:moveTo>
                    <a:pt x="21616" y="6839"/>
                  </a:moveTo>
                  <a:lnTo>
                    <a:pt x="21616" y="6839"/>
                  </a:lnTo>
                  <a:cubicBezTo>
                    <a:pt x="22049" y="6972"/>
                    <a:pt x="22416" y="7106"/>
                    <a:pt x="22850" y="7206"/>
                  </a:cubicBezTo>
                  <a:cubicBezTo>
                    <a:pt x="23550" y="8640"/>
                    <a:pt x="23951" y="10208"/>
                    <a:pt x="24017" y="11876"/>
                  </a:cubicBezTo>
                  <a:lnTo>
                    <a:pt x="22850" y="11876"/>
                  </a:lnTo>
                  <a:cubicBezTo>
                    <a:pt x="22783" y="10108"/>
                    <a:pt x="22349" y="8373"/>
                    <a:pt x="21616" y="6839"/>
                  </a:cubicBezTo>
                  <a:close/>
                  <a:moveTo>
                    <a:pt x="2068" y="12610"/>
                  </a:moveTo>
                  <a:cubicBezTo>
                    <a:pt x="2135" y="14711"/>
                    <a:pt x="2702" y="16779"/>
                    <a:pt x="3669" y="18514"/>
                  </a:cubicBezTo>
                  <a:cubicBezTo>
                    <a:pt x="3202" y="18381"/>
                    <a:pt x="2702" y="18247"/>
                    <a:pt x="2202" y="18114"/>
                  </a:cubicBezTo>
                  <a:cubicBezTo>
                    <a:pt x="1301" y="16479"/>
                    <a:pt x="701" y="14611"/>
                    <a:pt x="667" y="12610"/>
                  </a:cubicBezTo>
                  <a:close/>
                  <a:moveTo>
                    <a:pt x="24017" y="12610"/>
                  </a:moveTo>
                  <a:cubicBezTo>
                    <a:pt x="23951" y="14711"/>
                    <a:pt x="23350" y="16713"/>
                    <a:pt x="22283" y="18447"/>
                  </a:cubicBezTo>
                  <a:cubicBezTo>
                    <a:pt x="21916" y="18547"/>
                    <a:pt x="21515" y="18681"/>
                    <a:pt x="21082" y="18814"/>
                  </a:cubicBezTo>
                  <a:cubicBezTo>
                    <a:pt x="22183" y="16980"/>
                    <a:pt x="22783" y="14845"/>
                    <a:pt x="22850" y="12610"/>
                  </a:cubicBezTo>
                  <a:close/>
                  <a:moveTo>
                    <a:pt x="6538" y="12610"/>
                  </a:moveTo>
                  <a:cubicBezTo>
                    <a:pt x="6571" y="14945"/>
                    <a:pt x="7205" y="17213"/>
                    <a:pt x="8406" y="19481"/>
                  </a:cubicBezTo>
                  <a:cubicBezTo>
                    <a:pt x="7239" y="19315"/>
                    <a:pt x="6004" y="19048"/>
                    <a:pt x="4670" y="18781"/>
                  </a:cubicBezTo>
                  <a:cubicBezTo>
                    <a:pt x="3503" y="16980"/>
                    <a:pt x="2835" y="14845"/>
                    <a:pt x="2769" y="12610"/>
                  </a:cubicBezTo>
                  <a:close/>
                  <a:moveTo>
                    <a:pt x="22149" y="12610"/>
                  </a:moveTo>
                  <a:cubicBezTo>
                    <a:pt x="22083" y="14978"/>
                    <a:pt x="21349" y="17213"/>
                    <a:pt x="20081" y="19048"/>
                  </a:cubicBezTo>
                  <a:cubicBezTo>
                    <a:pt x="19447" y="19214"/>
                    <a:pt x="18780" y="19348"/>
                    <a:pt x="18046" y="19481"/>
                  </a:cubicBezTo>
                  <a:cubicBezTo>
                    <a:pt x="17546" y="19548"/>
                    <a:pt x="17012" y="19648"/>
                    <a:pt x="16412" y="19681"/>
                  </a:cubicBezTo>
                  <a:cubicBezTo>
                    <a:pt x="17679" y="17346"/>
                    <a:pt x="18347" y="15011"/>
                    <a:pt x="18380" y="12610"/>
                  </a:cubicBezTo>
                  <a:close/>
                  <a:moveTo>
                    <a:pt x="12009" y="12610"/>
                  </a:moveTo>
                  <a:lnTo>
                    <a:pt x="12009" y="19815"/>
                  </a:lnTo>
                  <a:cubicBezTo>
                    <a:pt x="11108" y="19782"/>
                    <a:pt x="10207" y="19715"/>
                    <a:pt x="9240" y="19615"/>
                  </a:cubicBezTo>
                  <a:cubicBezTo>
                    <a:pt x="7939" y="17313"/>
                    <a:pt x="7272" y="14978"/>
                    <a:pt x="7239" y="12610"/>
                  </a:cubicBezTo>
                  <a:close/>
                  <a:moveTo>
                    <a:pt x="17713" y="12543"/>
                  </a:moveTo>
                  <a:cubicBezTo>
                    <a:pt x="17679" y="14978"/>
                    <a:pt x="16946" y="17346"/>
                    <a:pt x="15611" y="19715"/>
                  </a:cubicBezTo>
                  <a:cubicBezTo>
                    <a:pt x="14936" y="19790"/>
                    <a:pt x="14223" y="19827"/>
                    <a:pt x="13472" y="19827"/>
                  </a:cubicBezTo>
                  <a:cubicBezTo>
                    <a:pt x="13222" y="19827"/>
                    <a:pt x="12968" y="19823"/>
                    <a:pt x="12709" y="19815"/>
                  </a:cubicBezTo>
                  <a:lnTo>
                    <a:pt x="12709" y="12543"/>
                  </a:lnTo>
                  <a:close/>
                  <a:moveTo>
                    <a:pt x="21616" y="19315"/>
                  </a:moveTo>
                  <a:cubicBezTo>
                    <a:pt x="20415" y="20982"/>
                    <a:pt x="18780" y="22283"/>
                    <a:pt x="16845" y="23117"/>
                  </a:cubicBezTo>
                  <a:cubicBezTo>
                    <a:pt x="18280" y="22217"/>
                    <a:pt x="19547" y="21049"/>
                    <a:pt x="20515" y="19648"/>
                  </a:cubicBezTo>
                  <a:cubicBezTo>
                    <a:pt x="20915" y="19548"/>
                    <a:pt x="21282" y="19448"/>
                    <a:pt x="21616" y="19315"/>
                  </a:cubicBezTo>
                  <a:close/>
                  <a:moveTo>
                    <a:pt x="2769" y="19014"/>
                  </a:moveTo>
                  <a:cubicBezTo>
                    <a:pt x="3236" y="19148"/>
                    <a:pt x="3736" y="19281"/>
                    <a:pt x="4203" y="19381"/>
                  </a:cubicBezTo>
                  <a:cubicBezTo>
                    <a:pt x="5271" y="21016"/>
                    <a:pt x="6738" y="22383"/>
                    <a:pt x="8506" y="23351"/>
                  </a:cubicBezTo>
                  <a:cubicBezTo>
                    <a:pt x="6171" y="22517"/>
                    <a:pt x="4203" y="20982"/>
                    <a:pt x="2769" y="19014"/>
                  </a:cubicBezTo>
                  <a:close/>
                  <a:moveTo>
                    <a:pt x="9674" y="20349"/>
                  </a:moveTo>
                  <a:cubicBezTo>
                    <a:pt x="10508" y="20449"/>
                    <a:pt x="11241" y="20482"/>
                    <a:pt x="12009" y="20515"/>
                  </a:cubicBezTo>
                  <a:lnTo>
                    <a:pt x="12009" y="23451"/>
                  </a:lnTo>
                  <a:cubicBezTo>
                    <a:pt x="11075" y="22383"/>
                    <a:pt x="10341" y="21383"/>
                    <a:pt x="9674" y="20349"/>
                  </a:cubicBezTo>
                  <a:close/>
                  <a:moveTo>
                    <a:pt x="15178" y="20482"/>
                  </a:moveTo>
                  <a:cubicBezTo>
                    <a:pt x="14510" y="21549"/>
                    <a:pt x="13677" y="22650"/>
                    <a:pt x="12709" y="23684"/>
                  </a:cubicBezTo>
                  <a:lnTo>
                    <a:pt x="12709" y="20515"/>
                  </a:lnTo>
                  <a:lnTo>
                    <a:pt x="13210" y="20515"/>
                  </a:lnTo>
                  <a:cubicBezTo>
                    <a:pt x="13877" y="20515"/>
                    <a:pt x="14544" y="20482"/>
                    <a:pt x="15178" y="20482"/>
                  </a:cubicBezTo>
                  <a:close/>
                  <a:moveTo>
                    <a:pt x="5204" y="19648"/>
                  </a:moveTo>
                  <a:lnTo>
                    <a:pt x="5204" y="19648"/>
                  </a:lnTo>
                  <a:cubicBezTo>
                    <a:pt x="6505" y="19882"/>
                    <a:pt x="7672" y="20115"/>
                    <a:pt x="8773" y="20215"/>
                  </a:cubicBezTo>
                  <a:cubicBezTo>
                    <a:pt x="9507" y="21449"/>
                    <a:pt x="10341" y="22617"/>
                    <a:pt x="11342" y="23784"/>
                  </a:cubicBezTo>
                  <a:cubicBezTo>
                    <a:pt x="8840" y="23117"/>
                    <a:pt x="6738" y="21616"/>
                    <a:pt x="5204" y="19648"/>
                  </a:cubicBezTo>
                  <a:close/>
                  <a:moveTo>
                    <a:pt x="19514" y="19882"/>
                  </a:moveTo>
                  <a:lnTo>
                    <a:pt x="19514" y="19882"/>
                  </a:lnTo>
                  <a:cubicBezTo>
                    <a:pt x="18013" y="21716"/>
                    <a:pt x="15978" y="23117"/>
                    <a:pt x="13576" y="23784"/>
                  </a:cubicBezTo>
                  <a:cubicBezTo>
                    <a:pt x="14544" y="22650"/>
                    <a:pt x="15344" y="21516"/>
                    <a:pt x="16045" y="20382"/>
                  </a:cubicBezTo>
                  <a:cubicBezTo>
                    <a:pt x="17346" y="20282"/>
                    <a:pt x="18480" y="20115"/>
                    <a:pt x="19514" y="19882"/>
                  </a:cubicBezTo>
                  <a:close/>
                  <a:moveTo>
                    <a:pt x="12376" y="1"/>
                  </a:moveTo>
                  <a:cubicBezTo>
                    <a:pt x="5537" y="1"/>
                    <a:pt x="0" y="5538"/>
                    <a:pt x="0" y="12376"/>
                  </a:cubicBezTo>
                  <a:cubicBezTo>
                    <a:pt x="0" y="19214"/>
                    <a:pt x="5537" y="24785"/>
                    <a:pt x="12376" y="24785"/>
                  </a:cubicBezTo>
                  <a:lnTo>
                    <a:pt x="12642" y="24785"/>
                  </a:lnTo>
                  <a:cubicBezTo>
                    <a:pt x="19347" y="24552"/>
                    <a:pt x="24718" y="19048"/>
                    <a:pt x="24718" y="12343"/>
                  </a:cubicBezTo>
                  <a:cubicBezTo>
                    <a:pt x="24718" y="5638"/>
                    <a:pt x="19347" y="134"/>
                    <a:pt x="12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50"/>
            <p:cNvSpPr/>
            <p:nvPr/>
          </p:nvSpPr>
          <p:spPr>
            <a:xfrm>
              <a:off x="-4410475" y="4376900"/>
              <a:ext cx="752225" cy="721375"/>
            </a:xfrm>
            <a:custGeom>
              <a:avLst/>
              <a:gdLst/>
              <a:ahLst/>
              <a:cxnLst/>
              <a:rect l="l" t="t" r="r" b="b"/>
              <a:pathLst>
                <a:path w="30089" h="28855" extrusionOk="0">
                  <a:moveTo>
                    <a:pt x="3336" y="1"/>
                  </a:moveTo>
                  <a:cubicBezTo>
                    <a:pt x="1501" y="1"/>
                    <a:pt x="0" y="1502"/>
                    <a:pt x="0" y="3337"/>
                  </a:cubicBezTo>
                  <a:lnTo>
                    <a:pt x="0" y="25519"/>
                  </a:lnTo>
                  <a:cubicBezTo>
                    <a:pt x="0" y="27354"/>
                    <a:pt x="1501" y="28855"/>
                    <a:pt x="3336" y="28855"/>
                  </a:cubicBezTo>
                  <a:lnTo>
                    <a:pt x="26753" y="28855"/>
                  </a:lnTo>
                  <a:cubicBezTo>
                    <a:pt x="28587" y="28855"/>
                    <a:pt x="30089" y="27354"/>
                    <a:pt x="30089" y="25519"/>
                  </a:cubicBezTo>
                  <a:lnTo>
                    <a:pt x="30089" y="3337"/>
                  </a:lnTo>
                  <a:cubicBezTo>
                    <a:pt x="30089" y="1502"/>
                    <a:pt x="28587" y="1"/>
                    <a:pt x="267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50"/>
            <p:cNvSpPr/>
            <p:nvPr/>
          </p:nvSpPr>
          <p:spPr>
            <a:xfrm>
              <a:off x="-4368775" y="4337725"/>
              <a:ext cx="752225" cy="721375"/>
            </a:xfrm>
            <a:custGeom>
              <a:avLst/>
              <a:gdLst/>
              <a:ahLst/>
              <a:cxnLst/>
              <a:rect l="l" t="t" r="r" b="b"/>
              <a:pathLst>
                <a:path w="30089" h="28855" extrusionOk="0">
                  <a:moveTo>
                    <a:pt x="3336" y="0"/>
                  </a:moveTo>
                  <a:cubicBezTo>
                    <a:pt x="1501" y="0"/>
                    <a:pt x="0" y="1501"/>
                    <a:pt x="0" y="3336"/>
                  </a:cubicBezTo>
                  <a:lnTo>
                    <a:pt x="0" y="25518"/>
                  </a:lnTo>
                  <a:cubicBezTo>
                    <a:pt x="0" y="27353"/>
                    <a:pt x="1501" y="28854"/>
                    <a:pt x="3336" y="28854"/>
                  </a:cubicBezTo>
                  <a:lnTo>
                    <a:pt x="26753" y="28854"/>
                  </a:lnTo>
                  <a:cubicBezTo>
                    <a:pt x="28587" y="28854"/>
                    <a:pt x="30088" y="27353"/>
                    <a:pt x="30088" y="25518"/>
                  </a:cubicBezTo>
                  <a:lnTo>
                    <a:pt x="30088" y="3336"/>
                  </a:lnTo>
                  <a:cubicBezTo>
                    <a:pt x="30088" y="1501"/>
                    <a:pt x="28587" y="0"/>
                    <a:pt x="26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50"/>
            <p:cNvSpPr/>
            <p:nvPr/>
          </p:nvSpPr>
          <p:spPr>
            <a:xfrm>
              <a:off x="-4308750" y="4382750"/>
              <a:ext cx="632150" cy="632150"/>
            </a:xfrm>
            <a:custGeom>
              <a:avLst/>
              <a:gdLst/>
              <a:ahLst/>
              <a:cxnLst/>
              <a:rect l="l" t="t" r="r" b="b"/>
              <a:pathLst>
                <a:path w="25286" h="25286" extrusionOk="0">
                  <a:moveTo>
                    <a:pt x="12643" y="3703"/>
                  </a:moveTo>
                  <a:cubicBezTo>
                    <a:pt x="17547" y="3703"/>
                    <a:pt x="21550" y="7706"/>
                    <a:pt x="21550" y="12643"/>
                  </a:cubicBezTo>
                  <a:cubicBezTo>
                    <a:pt x="21550" y="17546"/>
                    <a:pt x="17547" y="21549"/>
                    <a:pt x="12643" y="21549"/>
                  </a:cubicBezTo>
                  <a:cubicBezTo>
                    <a:pt x="7706" y="21549"/>
                    <a:pt x="3704" y="17546"/>
                    <a:pt x="3704" y="12643"/>
                  </a:cubicBezTo>
                  <a:cubicBezTo>
                    <a:pt x="3704" y="7706"/>
                    <a:pt x="7706" y="3703"/>
                    <a:pt x="12643" y="3703"/>
                  </a:cubicBezTo>
                  <a:close/>
                  <a:moveTo>
                    <a:pt x="12643" y="0"/>
                  </a:moveTo>
                  <a:cubicBezTo>
                    <a:pt x="5672" y="0"/>
                    <a:pt x="1" y="5671"/>
                    <a:pt x="1" y="12643"/>
                  </a:cubicBezTo>
                  <a:cubicBezTo>
                    <a:pt x="1" y="19614"/>
                    <a:pt x="5672" y="25285"/>
                    <a:pt x="12643" y="25285"/>
                  </a:cubicBezTo>
                  <a:cubicBezTo>
                    <a:pt x="19615" y="25285"/>
                    <a:pt x="25286" y="19614"/>
                    <a:pt x="25286" y="12643"/>
                  </a:cubicBezTo>
                  <a:cubicBezTo>
                    <a:pt x="25286" y="5671"/>
                    <a:pt x="19615" y="0"/>
                    <a:pt x="12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50"/>
            <p:cNvSpPr/>
            <p:nvPr/>
          </p:nvSpPr>
          <p:spPr>
            <a:xfrm>
              <a:off x="-3778350" y="4637100"/>
              <a:ext cx="25" cy="2525"/>
            </a:xfrm>
            <a:custGeom>
              <a:avLst/>
              <a:gdLst/>
              <a:ahLst/>
              <a:cxnLst/>
              <a:rect l="l" t="t" r="r" b="b"/>
              <a:pathLst>
                <a:path w="1" h="101" fill="none" extrusionOk="0">
                  <a:moveTo>
                    <a:pt x="0" y="10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50"/>
            <p:cNvSpPr/>
            <p:nvPr/>
          </p:nvSpPr>
          <p:spPr>
            <a:xfrm>
              <a:off x="-3782525" y="4627100"/>
              <a:ext cx="1675" cy="1675"/>
            </a:xfrm>
            <a:custGeom>
              <a:avLst/>
              <a:gdLst/>
              <a:ahLst/>
              <a:cxnLst/>
              <a:rect l="l" t="t" r="r" b="b"/>
              <a:pathLst>
                <a:path w="67" h="67" fill="none" extrusionOk="0">
                  <a:moveTo>
                    <a:pt x="67" y="67"/>
                  </a:moveTo>
                  <a:cubicBezTo>
                    <a:pt x="67" y="33"/>
                    <a:pt x="67" y="33"/>
                    <a:pt x="0" y="0"/>
                  </a:cubicBezTo>
                  <a:cubicBezTo>
                    <a:pt x="67" y="33"/>
                    <a:pt x="67" y="67"/>
                    <a:pt x="67" y="67"/>
                  </a:cubicBez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50"/>
            <p:cNvSpPr/>
            <p:nvPr/>
          </p:nvSpPr>
          <p:spPr>
            <a:xfrm>
              <a:off x="-4092750" y="4603750"/>
              <a:ext cx="416975" cy="411150"/>
            </a:xfrm>
            <a:custGeom>
              <a:avLst/>
              <a:gdLst/>
              <a:ahLst/>
              <a:cxnLst/>
              <a:rect l="l" t="t" r="r" b="b"/>
              <a:pathLst>
                <a:path w="16679" h="16446" extrusionOk="0">
                  <a:moveTo>
                    <a:pt x="16045" y="0"/>
                  </a:moveTo>
                  <a:lnTo>
                    <a:pt x="16045" y="0"/>
                  </a:lnTo>
                  <a:cubicBezTo>
                    <a:pt x="16155" y="359"/>
                    <a:pt x="16253" y="725"/>
                    <a:pt x="16337" y="1096"/>
                  </a:cubicBezTo>
                  <a:lnTo>
                    <a:pt x="16337" y="1096"/>
                  </a:lnTo>
                  <a:cubicBezTo>
                    <a:pt x="16263" y="731"/>
                    <a:pt x="16174" y="369"/>
                    <a:pt x="16045" y="0"/>
                  </a:cubicBezTo>
                  <a:close/>
                  <a:moveTo>
                    <a:pt x="16337" y="1096"/>
                  </a:moveTo>
                  <a:lnTo>
                    <a:pt x="16337" y="1096"/>
                  </a:lnTo>
                  <a:cubicBezTo>
                    <a:pt x="16416" y="1489"/>
                    <a:pt x="16476" y="1886"/>
                    <a:pt x="16546" y="2302"/>
                  </a:cubicBezTo>
                  <a:lnTo>
                    <a:pt x="12976" y="3536"/>
                  </a:lnTo>
                  <a:lnTo>
                    <a:pt x="12976" y="3803"/>
                  </a:lnTo>
                  <a:cubicBezTo>
                    <a:pt x="12976" y="8706"/>
                    <a:pt x="8974" y="12709"/>
                    <a:pt x="4037" y="12709"/>
                  </a:cubicBezTo>
                  <a:cubicBezTo>
                    <a:pt x="2802" y="12709"/>
                    <a:pt x="1568" y="12476"/>
                    <a:pt x="467" y="11975"/>
                  </a:cubicBezTo>
                  <a:lnTo>
                    <a:pt x="0" y="15778"/>
                  </a:lnTo>
                  <a:cubicBezTo>
                    <a:pt x="1235" y="16178"/>
                    <a:pt x="2636" y="16445"/>
                    <a:pt x="4037" y="16445"/>
                  </a:cubicBezTo>
                  <a:cubicBezTo>
                    <a:pt x="11008" y="16445"/>
                    <a:pt x="16679" y="10774"/>
                    <a:pt x="16679" y="3803"/>
                  </a:cubicBezTo>
                  <a:cubicBezTo>
                    <a:pt x="16656" y="2868"/>
                    <a:pt x="16534" y="1965"/>
                    <a:pt x="16337" y="1096"/>
                  </a:cubicBezTo>
                  <a:close/>
                </a:path>
              </a:pathLst>
            </a:custGeom>
            <a:solidFill>
              <a:srgbClr val="35CF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50"/>
            <p:cNvSpPr/>
            <p:nvPr/>
          </p:nvSpPr>
          <p:spPr>
            <a:xfrm>
              <a:off x="-3785025" y="4616250"/>
              <a:ext cx="850" cy="3350"/>
            </a:xfrm>
            <a:custGeom>
              <a:avLst/>
              <a:gdLst/>
              <a:ahLst/>
              <a:cxnLst/>
              <a:rect l="l" t="t" r="r" b="b"/>
              <a:pathLst>
                <a:path w="34" h="134" fill="none" extrusionOk="0">
                  <a:moveTo>
                    <a:pt x="34" y="134"/>
                  </a:moveTo>
                  <a:cubicBezTo>
                    <a:pt x="34" y="100"/>
                    <a:pt x="0" y="34"/>
                    <a:pt x="0" y="0"/>
                  </a:cubicBezTo>
                  <a:cubicBezTo>
                    <a:pt x="0" y="34"/>
                    <a:pt x="34" y="100"/>
                    <a:pt x="34" y="134"/>
                  </a:cubicBez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50"/>
            <p:cNvSpPr/>
            <p:nvPr/>
          </p:nvSpPr>
          <p:spPr>
            <a:xfrm>
              <a:off x="-3771700" y="4670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50"/>
            <p:cNvSpPr/>
            <p:nvPr/>
          </p:nvSpPr>
          <p:spPr>
            <a:xfrm>
              <a:off x="-3775025" y="46487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fill="none" extrusionOk="0">
                  <a:moveTo>
                    <a:pt x="1" y="34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50"/>
            <p:cNvSpPr/>
            <p:nvPr/>
          </p:nvSpPr>
          <p:spPr>
            <a:xfrm>
              <a:off x="-3772525" y="4658775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fill="none" extrusionOk="0">
                  <a:moveTo>
                    <a:pt x="1" y="67"/>
                  </a:moveTo>
                  <a:cubicBezTo>
                    <a:pt x="1" y="67"/>
                    <a:pt x="1" y="1"/>
                    <a:pt x="1" y="67"/>
                  </a:cubicBezTo>
                  <a:cubicBezTo>
                    <a:pt x="1" y="1"/>
                    <a:pt x="1" y="67"/>
                    <a:pt x="1" y="67"/>
                  </a:cubicBezTo>
                  <a:close/>
                </a:path>
              </a:pathLst>
            </a:custGeom>
            <a:noFill/>
            <a:ln w="5000" cap="flat" cmpd="sng">
              <a:solidFill>
                <a:srgbClr val="000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50"/>
            <p:cNvSpPr/>
            <p:nvPr/>
          </p:nvSpPr>
          <p:spPr>
            <a:xfrm>
              <a:off x="-3976825" y="4383575"/>
              <a:ext cx="297725" cy="310250"/>
            </a:xfrm>
            <a:custGeom>
              <a:avLst/>
              <a:gdLst/>
              <a:ahLst/>
              <a:cxnLst/>
              <a:rect l="l" t="t" r="r" b="b"/>
              <a:pathLst>
                <a:path w="11909" h="12410" extrusionOk="0">
                  <a:moveTo>
                    <a:pt x="0" y="1"/>
                  </a:moveTo>
                  <a:lnTo>
                    <a:pt x="0" y="3737"/>
                  </a:lnTo>
                  <a:cubicBezTo>
                    <a:pt x="4537" y="4070"/>
                    <a:pt x="8173" y="7773"/>
                    <a:pt x="8273" y="12410"/>
                  </a:cubicBezTo>
                  <a:lnTo>
                    <a:pt x="11909" y="11142"/>
                  </a:lnTo>
                  <a:cubicBezTo>
                    <a:pt x="11175" y="5071"/>
                    <a:pt x="6171" y="301"/>
                    <a:pt x="0" y="1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50"/>
            <p:cNvSpPr/>
            <p:nvPr/>
          </p:nvSpPr>
          <p:spPr>
            <a:xfrm>
              <a:off x="-4269550" y="4383575"/>
              <a:ext cx="292750" cy="235200"/>
            </a:xfrm>
            <a:custGeom>
              <a:avLst/>
              <a:gdLst/>
              <a:ahLst/>
              <a:cxnLst/>
              <a:rect l="l" t="t" r="r" b="b"/>
              <a:pathLst>
                <a:path w="11710" h="9408" extrusionOk="0">
                  <a:moveTo>
                    <a:pt x="11075" y="1"/>
                  </a:moveTo>
                  <a:cubicBezTo>
                    <a:pt x="6272" y="1"/>
                    <a:pt x="2102" y="2669"/>
                    <a:pt x="1" y="6605"/>
                  </a:cubicBezTo>
                  <a:lnTo>
                    <a:pt x="2736" y="9407"/>
                  </a:lnTo>
                  <a:cubicBezTo>
                    <a:pt x="4037" y="6072"/>
                    <a:pt x="7273" y="3737"/>
                    <a:pt x="11075" y="3737"/>
                  </a:cubicBezTo>
                  <a:cubicBezTo>
                    <a:pt x="11275" y="3737"/>
                    <a:pt x="11509" y="3737"/>
                    <a:pt x="11709" y="3770"/>
                  </a:cubicBezTo>
                  <a:lnTo>
                    <a:pt x="11709" y="1"/>
                  </a:lnTo>
                  <a:close/>
                </a:path>
              </a:pathLst>
            </a:custGeom>
            <a:solidFill>
              <a:srgbClr val="A6A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50"/>
            <p:cNvSpPr/>
            <p:nvPr/>
          </p:nvSpPr>
          <p:spPr>
            <a:xfrm>
              <a:off x="-4813275" y="4215950"/>
              <a:ext cx="676350" cy="502900"/>
            </a:xfrm>
            <a:custGeom>
              <a:avLst/>
              <a:gdLst/>
              <a:ahLst/>
              <a:cxnLst/>
              <a:rect l="l" t="t" r="r" b="b"/>
              <a:pathLst>
                <a:path w="27054" h="20116" extrusionOk="0">
                  <a:moveTo>
                    <a:pt x="4104" y="1"/>
                  </a:moveTo>
                  <a:cubicBezTo>
                    <a:pt x="1835" y="1"/>
                    <a:pt x="1" y="1836"/>
                    <a:pt x="1" y="4104"/>
                  </a:cubicBezTo>
                  <a:lnTo>
                    <a:pt x="1" y="16012"/>
                  </a:lnTo>
                  <a:cubicBezTo>
                    <a:pt x="1" y="18281"/>
                    <a:pt x="1835" y="20115"/>
                    <a:pt x="4104" y="20115"/>
                  </a:cubicBezTo>
                  <a:lnTo>
                    <a:pt x="22951" y="20115"/>
                  </a:lnTo>
                  <a:cubicBezTo>
                    <a:pt x="25219" y="20115"/>
                    <a:pt x="27054" y="18281"/>
                    <a:pt x="27020" y="16012"/>
                  </a:cubicBezTo>
                  <a:lnTo>
                    <a:pt x="27020" y="4104"/>
                  </a:lnTo>
                  <a:cubicBezTo>
                    <a:pt x="27020" y="1836"/>
                    <a:pt x="25186" y="1"/>
                    <a:pt x="229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50"/>
            <p:cNvSpPr/>
            <p:nvPr/>
          </p:nvSpPr>
          <p:spPr>
            <a:xfrm>
              <a:off x="-4758225" y="4164250"/>
              <a:ext cx="675500" cy="502050"/>
            </a:xfrm>
            <a:custGeom>
              <a:avLst/>
              <a:gdLst/>
              <a:ahLst/>
              <a:cxnLst/>
              <a:rect l="l" t="t" r="r" b="b"/>
              <a:pathLst>
                <a:path w="27020" h="20082" extrusionOk="0">
                  <a:moveTo>
                    <a:pt x="4103" y="1"/>
                  </a:moveTo>
                  <a:cubicBezTo>
                    <a:pt x="1835" y="1"/>
                    <a:pt x="0" y="1835"/>
                    <a:pt x="0" y="4070"/>
                  </a:cubicBezTo>
                  <a:lnTo>
                    <a:pt x="0" y="16012"/>
                  </a:lnTo>
                  <a:cubicBezTo>
                    <a:pt x="0" y="18247"/>
                    <a:pt x="1835" y="20082"/>
                    <a:pt x="4103" y="20082"/>
                  </a:cubicBezTo>
                  <a:lnTo>
                    <a:pt x="22950" y="20082"/>
                  </a:lnTo>
                  <a:cubicBezTo>
                    <a:pt x="25185" y="20082"/>
                    <a:pt x="27020" y="18247"/>
                    <a:pt x="27020" y="16012"/>
                  </a:cubicBezTo>
                  <a:lnTo>
                    <a:pt x="27020" y="4070"/>
                  </a:lnTo>
                  <a:cubicBezTo>
                    <a:pt x="27020" y="1802"/>
                    <a:pt x="25185" y="1"/>
                    <a:pt x="229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50"/>
            <p:cNvSpPr/>
            <p:nvPr/>
          </p:nvSpPr>
          <p:spPr>
            <a:xfrm>
              <a:off x="-4558075" y="4261950"/>
              <a:ext cx="281875" cy="306175"/>
            </a:xfrm>
            <a:custGeom>
              <a:avLst/>
              <a:gdLst/>
              <a:ahLst/>
              <a:cxnLst/>
              <a:rect l="l" t="t" r="r" b="b"/>
              <a:pathLst>
                <a:path w="11275" h="12247" extrusionOk="0">
                  <a:moveTo>
                    <a:pt x="1548" y="0"/>
                  </a:moveTo>
                  <a:cubicBezTo>
                    <a:pt x="739" y="0"/>
                    <a:pt x="0" y="639"/>
                    <a:pt x="0" y="1530"/>
                  </a:cubicBezTo>
                  <a:lnTo>
                    <a:pt x="0" y="10703"/>
                  </a:lnTo>
                  <a:cubicBezTo>
                    <a:pt x="0" y="11591"/>
                    <a:pt x="752" y="12247"/>
                    <a:pt x="1552" y="12247"/>
                  </a:cubicBezTo>
                  <a:cubicBezTo>
                    <a:pt x="1804" y="12247"/>
                    <a:pt x="2062" y="12182"/>
                    <a:pt x="2302" y="12038"/>
                  </a:cubicBezTo>
                  <a:lnTo>
                    <a:pt x="10274" y="7468"/>
                  </a:lnTo>
                  <a:cubicBezTo>
                    <a:pt x="11275" y="6834"/>
                    <a:pt x="11275" y="5366"/>
                    <a:pt x="10274" y="4799"/>
                  </a:cubicBezTo>
                  <a:lnTo>
                    <a:pt x="2302" y="196"/>
                  </a:lnTo>
                  <a:cubicBezTo>
                    <a:pt x="2057" y="62"/>
                    <a:pt x="1799" y="0"/>
                    <a:pt x="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50"/>
            <p:cNvSpPr/>
            <p:nvPr/>
          </p:nvSpPr>
          <p:spPr>
            <a:xfrm>
              <a:off x="-2170550" y="2098600"/>
              <a:ext cx="970725" cy="615475"/>
            </a:xfrm>
            <a:custGeom>
              <a:avLst/>
              <a:gdLst/>
              <a:ahLst/>
              <a:cxnLst/>
              <a:rect l="l" t="t" r="r" b="b"/>
              <a:pathLst>
                <a:path w="38829" h="24619" extrusionOk="0">
                  <a:moveTo>
                    <a:pt x="3136" y="1"/>
                  </a:moveTo>
                  <a:cubicBezTo>
                    <a:pt x="1368" y="1"/>
                    <a:pt x="1" y="1435"/>
                    <a:pt x="1" y="3137"/>
                  </a:cubicBezTo>
                  <a:lnTo>
                    <a:pt x="1" y="21483"/>
                  </a:lnTo>
                  <a:cubicBezTo>
                    <a:pt x="1" y="23251"/>
                    <a:pt x="1402" y="24619"/>
                    <a:pt x="3136" y="24619"/>
                  </a:cubicBezTo>
                  <a:lnTo>
                    <a:pt x="35693" y="24619"/>
                  </a:lnTo>
                  <a:cubicBezTo>
                    <a:pt x="37394" y="24619"/>
                    <a:pt x="38828" y="23184"/>
                    <a:pt x="38828" y="21483"/>
                  </a:cubicBezTo>
                  <a:lnTo>
                    <a:pt x="38828" y="3137"/>
                  </a:lnTo>
                  <a:cubicBezTo>
                    <a:pt x="38828" y="1402"/>
                    <a:pt x="37394" y="1"/>
                    <a:pt x="356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50"/>
            <p:cNvSpPr/>
            <p:nvPr/>
          </p:nvSpPr>
          <p:spPr>
            <a:xfrm>
              <a:off x="-2135525" y="2061075"/>
              <a:ext cx="970725" cy="615475"/>
            </a:xfrm>
            <a:custGeom>
              <a:avLst/>
              <a:gdLst/>
              <a:ahLst/>
              <a:cxnLst/>
              <a:rect l="l" t="t" r="r" b="b"/>
              <a:pathLst>
                <a:path w="38829" h="24619" extrusionOk="0">
                  <a:moveTo>
                    <a:pt x="3136" y="1"/>
                  </a:moveTo>
                  <a:cubicBezTo>
                    <a:pt x="1402" y="1"/>
                    <a:pt x="1" y="1435"/>
                    <a:pt x="1" y="3136"/>
                  </a:cubicBezTo>
                  <a:lnTo>
                    <a:pt x="1" y="21483"/>
                  </a:lnTo>
                  <a:cubicBezTo>
                    <a:pt x="1" y="23251"/>
                    <a:pt x="1435" y="24618"/>
                    <a:pt x="3136" y="24618"/>
                  </a:cubicBezTo>
                  <a:lnTo>
                    <a:pt x="35693" y="24618"/>
                  </a:lnTo>
                  <a:cubicBezTo>
                    <a:pt x="37461" y="24618"/>
                    <a:pt x="38828" y="23184"/>
                    <a:pt x="38828" y="21483"/>
                  </a:cubicBezTo>
                  <a:lnTo>
                    <a:pt x="38828" y="3136"/>
                  </a:lnTo>
                  <a:cubicBezTo>
                    <a:pt x="38828" y="1402"/>
                    <a:pt x="37427" y="1"/>
                    <a:pt x="356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50"/>
            <p:cNvSpPr/>
            <p:nvPr/>
          </p:nvSpPr>
          <p:spPr>
            <a:xfrm>
              <a:off x="-2016275" y="2148650"/>
              <a:ext cx="739725" cy="110925"/>
            </a:xfrm>
            <a:custGeom>
              <a:avLst/>
              <a:gdLst/>
              <a:ahLst/>
              <a:cxnLst/>
              <a:rect l="l" t="t" r="r" b="b"/>
              <a:pathLst>
                <a:path w="29589" h="4437" extrusionOk="0">
                  <a:moveTo>
                    <a:pt x="2202" y="0"/>
                  </a:moveTo>
                  <a:cubicBezTo>
                    <a:pt x="1001" y="0"/>
                    <a:pt x="1" y="1001"/>
                    <a:pt x="1" y="2235"/>
                  </a:cubicBezTo>
                  <a:cubicBezTo>
                    <a:pt x="1" y="3436"/>
                    <a:pt x="1001" y="4437"/>
                    <a:pt x="2202" y="4437"/>
                  </a:cubicBezTo>
                  <a:lnTo>
                    <a:pt x="27387" y="4437"/>
                  </a:lnTo>
                  <a:cubicBezTo>
                    <a:pt x="28655" y="4437"/>
                    <a:pt x="29589" y="3436"/>
                    <a:pt x="29589" y="2235"/>
                  </a:cubicBezTo>
                  <a:cubicBezTo>
                    <a:pt x="29589" y="1001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50"/>
            <p:cNvSpPr/>
            <p:nvPr/>
          </p:nvSpPr>
          <p:spPr>
            <a:xfrm>
              <a:off x="-1582625" y="2148650"/>
              <a:ext cx="306075" cy="110925"/>
            </a:xfrm>
            <a:custGeom>
              <a:avLst/>
              <a:gdLst/>
              <a:ahLst/>
              <a:cxnLst/>
              <a:rect l="l" t="t" r="r" b="b"/>
              <a:pathLst>
                <a:path w="12243" h="4437" extrusionOk="0">
                  <a:moveTo>
                    <a:pt x="0" y="0"/>
                  </a:moveTo>
                  <a:lnTo>
                    <a:pt x="0" y="4437"/>
                  </a:lnTo>
                  <a:lnTo>
                    <a:pt x="10041" y="4437"/>
                  </a:lnTo>
                  <a:cubicBezTo>
                    <a:pt x="11242" y="4437"/>
                    <a:pt x="12243" y="3436"/>
                    <a:pt x="12243" y="2235"/>
                  </a:cubicBezTo>
                  <a:cubicBezTo>
                    <a:pt x="12243" y="1001"/>
                    <a:pt x="11309" y="0"/>
                    <a:pt x="100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50"/>
            <p:cNvSpPr/>
            <p:nvPr/>
          </p:nvSpPr>
          <p:spPr>
            <a:xfrm>
              <a:off x="-1640175" y="2147825"/>
              <a:ext cx="112625" cy="112600"/>
            </a:xfrm>
            <a:custGeom>
              <a:avLst/>
              <a:gdLst/>
              <a:ahLst/>
              <a:cxnLst/>
              <a:rect l="l" t="t" r="r" b="b"/>
              <a:pathLst>
                <a:path w="4505" h="4504" extrusionOk="0">
                  <a:moveTo>
                    <a:pt x="2269" y="0"/>
                  </a:moveTo>
                  <a:cubicBezTo>
                    <a:pt x="1002" y="0"/>
                    <a:pt x="1" y="1001"/>
                    <a:pt x="1" y="2268"/>
                  </a:cubicBezTo>
                  <a:cubicBezTo>
                    <a:pt x="1" y="3503"/>
                    <a:pt x="1002" y="4503"/>
                    <a:pt x="2269" y="4503"/>
                  </a:cubicBezTo>
                  <a:cubicBezTo>
                    <a:pt x="3503" y="4503"/>
                    <a:pt x="4504" y="3503"/>
                    <a:pt x="4504" y="2268"/>
                  </a:cubicBezTo>
                  <a:cubicBezTo>
                    <a:pt x="4504" y="1001"/>
                    <a:pt x="3503" y="0"/>
                    <a:pt x="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50"/>
            <p:cNvSpPr/>
            <p:nvPr/>
          </p:nvSpPr>
          <p:spPr>
            <a:xfrm>
              <a:off x="-2016275" y="2295425"/>
              <a:ext cx="739725" cy="110925"/>
            </a:xfrm>
            <a:custGeom>
              <a:avLst/>
              <a:gdLst/>
              <a:ahLst/>
              <a:cxnLst/>
              <a:rect l="l" t="t" r="r" b="b"/>
              <a:pathLst>
                <a:path w="29589" h="4437" extrusionOk="0">
                  <a:moveTo>
                    <a:pt x="2202" y="0"/>
                  </a:moveTo>
                  <a:cubicBezTo>
                    <a:pt x="1001" y="0"/>
                    <a:pt x="1" y="1034"/>
                    <a:pt x="1" y="2235"/>
                  </a:cubicBezTo>
                  <a:cubicBezTo>
                    <a:pt x="1" y="3436"/>
                    <a:pt x="1001" y="4437"/>
                    <a:pt x="2202" y="4437"/>
                  </a:cubicBezTo>
                  <a:lnTo>
                    <a:pt x="27387" y="4437"/>
                  </a:lnTo>
                  <a:cubicBezTo>
                    <a:pt x="28655" y="4437"/>
                    <a:pt x="29589" y="3436"/>
                    <a:pt x="29589" y="2235"/>
                  </a:cubicBezTo>
                  <a:cubicBezTo>
                    <a:pt x="29589" y="1034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50"/>
            <p:cNvSpPr/>
            <p:nvPr/>
          </p:nvSpPr>
          <p:spPr>
            <a:xfrm>
              <a:off x="-2016275" y="2443025"/>
              <a:ext cx="739725" cy="110100"/>
            </a:xfrm>
            <a:custGeom>
              <a:avLst/>
              <a:gdLst/>
              <a:ahLst/>
              <a:cxnLst/>
              <a:rect l="l" t="t" r="r" b="b"/>
              <a:pathLst>
                <a:path w="29589" h="4404" extrusionOk="0">
                  <a:moveTo>
                    <a:pt x="2202" y="0"/>
                  </a:moveTo>
                  <a:cubicBezTo>
                    <a:pt x="1001" y="0"/>
                    <a:pt x="1" y="1001"/>
                    <a:pt x="1" y="2202"/>
                  </a:cubicBezTo>
                  <a:cubicBezTo>
                    <a:pt x="1" y="3403"/>
                    <a:pt x="1001" y="4404"/>
                    <a:pt x="2202" y="4404"/>
                  </a:cubicBezTo>
                  <a:lnTo>
                    <a:pt x="27387" y="4404"/>
                  </a:lnTo>
                  <a:cubicBezTo>
                    <a:pt x="28655" y="4404"/>
                    <a:pt x="29589" y="3470"/>
                    <a:pt x="29589" y="2202"/>
                  </a:cubicBezTo>
                  <a:cubicBezTo>
                    <a:pt x="29589" y="1001"/>
                    <a:pt x="28588" y="0"/>
                    <a:pt x="27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50"/>
            <p:cNvSpPr/>
            <p:nvPr/>
          </p:nvSpPr>
          <p:spPr>
            <a:xfrm>
              <a:off x="-1718550" y="2296250"/>
              <a:ext cx="442000" cy="110100"/>
            </a:xfrm>
            <a:custGeom>
              <a:avLst/>
              <a:gdLst/>
              <a:ahLst/>
              <a:cxnLst/>
              <a:rect l="l" t="t" r="r" b="b"/>
              <a:pathLst>
                <a:path w="17680" h="4404" extrusionOk="0">
                  <a:moveTo>
                    <a:pt x="0" y="1"/>
                  </a:moveTo>
                  <a:lnTo>
                    <a:pt x="0" y="4404"/>
                  </a:lnTo>
                  <a:lnTo>
                    <a:pt x="15478" y="4404"/>
                  </a:lnTo>
                  <a:cubicBezTo>
                    <a:pt x="16679" y="4404"/>
                    <a:pt x="17680" y="3403"/>
                    <a:pt x="17680" y="2202"/>
                  </a:cubicBezTo>
                  <a:cubicBezTo>
                    <a:pt x="17680" y="1001"/>
                    <a:pt x="16746" y="1"/>
                    <a:pt x="154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50"/>
            <p:cNvSpPr/>
            <p:nvPr/>
          </p:nvSpPr>
          <p:spPr>
            <a:xfrm>
              <a:off x="-1470875" y="2443850"/>
              <a:ext cx="194325" cy="110950"/>
            </a:xfrm>
            <a:custGeom>
              <a:avLst/>
              <a:gdLst/>
              <a:ahLst/>
              <a:cxnLst/>
              <a:rect l="l" t="t" r="r" b="b"/>
              <a:pathLst>
                <a:path w="7773" h="4438" extrusionOk="0">
                  <a:moveTo>
                    <a:pt x="0" y="1"/>
                  </a:moveTo>
                  <a:lnTo>
                    <a:pt x="0" y="4437"/>
                  </a:lnTo>
                  <a:lnTo>
                    <a:pt x="5571" y="4437"/>
                  </a:lnTo>
                  <a:cubicBezTo>
                    <a:pt x="6772" y="4437"/>
                    <a:pt x="7773" y="3437"/>
                    <a:pt x="7773" y="2202"/>
                  </a:cubicBezTo>
                  <a:cubicBezTo>
                    <a:pt x="7773" y="1002"/>
                    <a:pt x="6839" y="1"/>
                    <a:pt x="55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50"/>
            <p:cNvSpPr/>
            <p:nvPr/>
          </p:nvSpPr>
          <p:spPr>
            <a:xfrm>
              <a:off x="-1774425" y="2294575"/>
              <a:ext cx="112600" cy="112625"/>
            </a:xfrm>
            <a:custGeom>
              <a:avLst/>
              <a:gdLst/>
              <a:ahLst/>
              <a:cxnLst/>
              <a:rect l="l" t="t" r="r" b="b"/>
              <a:pathLst>
                <a:path w="4504" h="4505" extrusionOk="0">
                  <a:moveTo>
                    <a:pt x="2235" y="1"/>
                  </a:moveTo>
                  <a:cubicBezTo>
                    <a:pt x="1001" y="1"/>
                    <a:pt x="0" y="1002"/>
                    <a:pt x="0" y="2269"/>
                  </a:cubicBezTo>
                  <a:cubicBezTo>
                    <a:pt x="0" y="3503"/>
                    <a:pt x="1001" y="4504"/>
                    <a:pt x="2235" y="4504"/>
                  </a:cubicBezTo>
                  <a:cubicBezTo>
                    <a:pt x="3503" y="4504"/>
                    <a:pt x="4504" y="3503"/>
                    <a:pt x="4504" y="2269"/>
                  </a:cubicBezTo>
                  <a:cubicBezTo>
                    <a:pt x="4504" y="1068"/>
                    <a:pt x="3503" y="68"/>
                    <a:pt x="22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50"/>
            <p:cNvSpPr/>
            <p:nvPr/>
          </p:nvSpPr>
          <p:spPr>
            <a:xfrm>
              <a:off x="-1527575" y="2442200"/>
              <a:ext cx="112600" cy="112600"/>
            </a:xfrm>
            <a:custGeom>
              <a:avLst/>
              <a:gdLst/>
              <a:ahLst/>
              <a:cxnLst/>
              <a:rect l="l" t="t" r="r" b="b"/>
              <a:pathLst>
                <a:path w="4504" h="4504" extrusionOk="0">
                  <a:moveTo>
                    <a:pt x="2268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503"/>
                    <a:pt x="1001" y="4503"/>
                    <a:pt x="2268" y="4503"/>
                  </a:cubicBezTo>
                  <a:cubicBezTo>
                    <a:pt x="3503" y="4503"/>
                    <a:pt x="4503" y="3503"/>
                    <a:pt x="4503" y="2235"/>
                  </a:cubicBezTo>
                  <a:cubicBezTo>
                    <a:pt x="4503" y="1034"/>
                    <a:pt x="3503" y="33"/>
                    <a:pt x="22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50"/>
            <p:cNvSpPr/>
            <p:nvPr/>
          </p:nvSpPr>
          <p:spPr>
            <a:xfrm>
              <a:off x="-2213075" y="359552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01" y="534"/>
                  </a:moveTo>
                  <a:cubicBezTo>
                    <a:pt x="1868" y="534"/>
                    <a:pt x="2269" y="967"/>
                    <a:pt x="2269" y="1434"/>
                  </a:cubicBezTo>
                  <a:cubicBezTo>
                    <a:pt x="2269" y="1902"/>
                    <a:pt x="1868" y="2302"/>
                    <a:pt x="1401" y="2302"/>
                  </a:cubicBezTo>
                  <a:cubicBezTo>
                    <a:pt x="934" y="2302"/>
                    <a:pt x="534" y="1935"/>
                    <a:pt x="534" y="1434"/>
                  </a:cubicBezTo>
                  <a:cubicBezTo>
                    <a:pt x="534" y="967"/>
                    <a:pt x="901" y="534"/>
                    <a:pt x="1401" y="534"/>
                  </a:cubicBezTo>
                  <a:close/>
                  <a:moveTo>
                    <a:pt x="1401" y="0"/>
                  </a:moveTo>
                  <a:cubicBezTo>
                    <a:pt x="601" y="0"/>
                    <a:pt x="0" y="634"/>
                    <a:pt x="0" y="1434"/>
                  </a:cubicBezTo>
                  <a:cubicBezTo>
                    <a:pt x="0" y="2202"/>
                    <a:pt x="601" y="2836"/>
                    <a:pt x="1401" y="2836"/>
                  </a:cubicBezTo>
                  <a:cubicBezTo>
                    <a:pt x="2169" y="2836"/>
                    <a:pt x="2836" y="2202"/>
                    <a:pt x="2836" y="1434"/>
                  </a:cubicBezTo>
                  <a:cubicBezTo>
                    <a:pt x="2836" y="634"/>
                    <a:pt x="2202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50"/>
            <p:cNvSpPr/>
            <p:nvPr/>
          </p:nvSpPr>
          <p:spPr>
            <a:xfrm>
              <a:off x="-2005425" y="365972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1401" y="1"/>
                  </a:moveTo>
                  <a:cubicBezTo>
                    <a:pt x="601" y="1"/>
                    <a:pt x="0" y="601"/>
                    <a:pt x="0" y="1402"/>
                  </a:cubicBezTo>
                  <a:cubicBezTo>
                    <a:pt x="0" y="2202"/>
                    <a:pt x="601" y="2803"/>
                    <a:pt x="1401" y="2803"/>
                  </a:cubicBezTo>
                  <a:cubicBezTo>
                    <a:pt x="2202" y="2803"/>
                    <a:pt x="2802" y="2202"/>
                    <a:pt x="2802" y="1402"/>
                  </a:cubicBezTo>
                  <a:cubicBezTo>
                    <a:pt x="2769" y="601"/>
                    <a:pt x="2169" y="1"/>
                    <a:pt x="1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50"/>
            <p:cNvSpPr/>
            <p:nvPr/>
          </p:nvSpPr>
          <p:spPr>
            <a:xfrm>
              <a:off x="-2108000" y="3371800"/>
              <a:ext cx="145125" cy="158675"/>
            </a:xfrm>
            <a:custGeom>
              <a:avLst/>
              <a:gdLst/>
              <a:ahLst/>
              <a:cxnLst/>
              <a:rect l="l" t="t" r="r" b="b"/>
              <a:pathLst>
                <a:path w="5805" h="6347" extrusionOk="0">
                  <a:moveTo>
                    <a:pt x="685" y="0"/>
                  </a:moveTo>
                  <a:cubicBezTo>
                    <a:pt x="322" y="0"/>
                    <a:pt x="0" y="288"/>
                    <a:pt x="0" y="677"/>
                  </a:cubicBezTo>
                  <a:lnTo>
                    <a:pt x="0" y="5680"/>
                  </a:lnTo>
                  <a:cubicBezTo>
                    <a:pt x="0" y="6078"/>
                    <a:pt x="316" y="6346"/>
                    <a:pt x="656" y="6346"/>
                  </a:cubicBezTo>
                  <a:cubicBezTo>
                    <a:pt x="772" y="6346"/>
                    <a:pt x="891" y="6315"/>
                    <a:pt x="1001" y="6247"/>
                  </a:cubicBezTo>
                  <a:lnTo>
                    <a:pt x="5338" y="3745"/>
                  </a:lnTo>
                  <a:cubicBezTo>
                    <a:pt x="5805" y="3512"/>
                    <a:pt x="5805" y="2878"/>
                    <a:pt x="5338" y="2578"/>
                  </a:cubicBezTo>
                  <a:lnTo>
                    <a:pt x="1001" y="76"/>
                  </a:lnTo>
                  <a:cubicBezTo>
                    <a:pt x="897" y="24"/>
                    <a:pt x="789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50"/>
            <p:cNvSpPr/>
            <p:nvPr/>
          </p:nvSpPr>
          <p:spPr>
            <a:xfrm>
              <a:off x="-4436325" y="3096825"/>
              <a:ext cx="377800" cy="575425"/>
            </a:xfrm>
            <a:custGeom>
              <a:avLst/>
              <a:gdLst/>
              <a:ahLst/>
              <a:cxnLst/>
              <a:rect l="l" t="t" r="r" b="b"/>
              <a:pathLst>
                <a:path w="15112" h="23017" extrusionOk="0">
                  <a:moveTo>
                    <a:pt x="15111" y="1"/>
                  </a:moveTo>
                  <a:cubicBezTo>
                    <a:pt x="14858" y="472"/>
                    <a:pt x="14628" y="850"/>
                    <a:pt x="14409" y="1157"/>
                  </a:cubicBezTo>
                  <a:lnTo>
                    <a:pt x="14409" y="1157"/>
                  </a:lnTo>
                  <a:cubicBezTo>
                    <a:pt x="15111" y="837"/>
                    <a:pt x="15111" y="1026"/>
                    <a:pt x="15111" y="1"/>
                  </a:cubicBezTo>
                  <a:close/>
                  <a:moveTo>
                    <a:pt x="14409" y="1157"/>
                  </a:moveTo>
                  <a:cubicBezTo>
                    <a:pt x="14083" y="1306"/>
                    <a:pt x="13607" y="1563"/>
                    <a:pt x="12910" y="2102"/>
                  </a:cubicBezTo>
                  <a:cubicBezTo>
                    <a:pt x="12591" y="2353"/>
                    <a:pt x="12263" y="2592"/>
                    <a:pt x="11930" y="2824"/>
                  </a:cubicBezTo>
                  <a:lnTo>
                    <a:pt x="11930" y="2824"/>
                  </a:lnTo>
                  <a:cubicBezTo>
                    <a:pt x="12975" y="2456"/>
                    <a:pt x="13618" y="2266"/>
                    <a:pt x="14409" y="1157"/>
                  </a:cubicBezTo>
                  <a:close/>
                  <a:moveTo>
                    <a:pt x="11930" y="2824"/>
                  </a:moveTo>
                  <a:lnTo>
                    <a:pt x="11930" y="2824"/>
                  </a:lnTo>
                  <a:cubicBezTo>
                    <a:pt x="11319" y="3039"/>
                    <a:pt x="10570" y="3314"/>
                    <a:pt x="9574" y="3870"/>
                  </a:cubicBezTo>
                  <a:cubicBezTo>
                    <a:pt x="6972" y="5271"/>
                    <a:pt x="4003" y="6205"/>
                    <a:pt x="2102" y="8507"/>
                  </a:cubicBezTo>
                  <a:cubicBezTo>
                    <a:pt x="100" y="10942"/>
                    <a:pt x="0" y="14611"/>
                    <a:pt x="1435" y="17446"/>
                  </a:cubicBezTo>
                  <a:cubicBezTo>
                    <a:pt x="2902" y="20248"/>
                    <a:pt x="5771" y="22216"/>
                    <a:pt x="8840" y="23017"/>
                  </a:cubicBezTo>
                  <a:cubicBezTo>
                    <a:pt x="6105" y="21516"/>
                    <a:pt x="4103" y="18747"/>
                    <a:pt x="3603" y="15678"/>
                  </a:cubicBezTo>
                  <a:cubicBezTo>
                    <a:pt x="3103" y="12610"/>
                    <a:pt x="4070" y="9341"/>
                    <a:pt x="6205" y="7039"/>
                  </a:cubicBezTo>
                  <a:cubicBezTo>
                    <a:pt x="7802" y="5298"/>
                    <a:pt x="9962" y="4193"/>
                    <a:pt x="11930" y="2824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50"/>
            <p:cNvSpPr/>
            <p:nvPr/>
          </p:nvSpPr>
          <p:spPr>
            <a:xfrm>
              <a:off x="-2341500" y="4202625"/>
              <a:ext cx="362775" cy="310300"/>
            </a:xfrm>
            <a:custGeom>
              <a:avLst/>
              <a:gdLst/>
              <a:ahLst/>
              <a:cxnLst/>
              <a:rect l="l" t="t" r="r" b="b"/>
              <a:pathLst>
                <a:path w="14511" h="12412" extrusionOk="0">
                  <a:moveTo>
                    <a:pt x="10174" y="0"/>
                  </a:moveTo>
                  <a:lnTo>
                    <a:pt x="0" y="3569"/>
                  </a:lnTo>
                  <a:lnTo>
                    <a:pt x="4904" y="12176"/>
                  </a:lnTo>
                  <a:cubicBezTo>
                    <a:pt x="4904" y="12176"/>
                    <a:pt x="5880" y="12411"/>
                    <a:pt x="7241" y="12411"/>
                  </a:cubicBezTo>
                  <a:cubicBezTo>
                    <a:pt x="9502" y="12411"/>
                    <a:pt x="12825" y="11762"/>
                    <a:pt x="14511" y="8306"/>
                  </a:cubicBezTo>
                  <a:lnTo>
                    <a:pt x="10174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50"/>
            <p:cNvSpPr/>
            <p:nvPr/>
          </p:nvSpPr>
          <p:spPr>
            <a:xfrm>
              <a:off x="-2341500" y="4202625"/>
              <a:ext cx="283550" cy="261875"/>
            </a:xfrm>
            <a:custGeom>
              <a:avLst/>
              <a:gdLst/>
              <a:ahLst/>
              <a:cxnLst/>
              <a:rect l="l" t="t" r="r" b="b"/>
              <a:pathLst>
                <a:path w="11342" h="10475" extrusionOk="0">
                  <a:moveTo>
                    <a:pt x="10141" y="0"/>
                  </a:moveTo>
                  <a:lnTo>
                    <a:pt x="0" y="3569"/>
                  </a:lnTo>
                  <a:lnTo>
                    <a:pt x="1668" y="6505"/>
                  </a:lnTo>
                  <a:lnTo>
                    <a:pt x="3903" y="10474"/>
                  </a:lnTo>
                  <a:lnTo>
                    <a:pt x="11342" y="2335"/>
                  </a:lnTo>
                  <a:lnTo>
                    <a:pt x="10141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50"/>
            <p:cNvSpPr/>
            <p:nvPr/>
          </p:nvSpPr>
          <p:spPr>
            <a:xfrm>
              <a:off x="-2257275" y="4393575"/>
              <a:ext cx="646325" cy="384475"/>
            </a:xfrm>
            <a:custGeom>
              <a:avLst/>
              <a:gdLst/>
              <a:ahLst/>
              <a:cxnLst/>
              <a:rect l="l" t="t" r="r" b="b"/>
              <a:pathLst>
                <a:path w="25853" h="15379" extrusionOk="0">
                  <a:moveTo>
                    <a:pt x="10775" y="1"/>
                  </a:moveTo>
                  <a:lnTo>
                    <a:pt x="534" y="2836"/>
                  </a:lnTo>
                  <a:lnTo>
                    <a:pt x="134" y="8674"/>
                  </a:lnTo>
                  <a:cubicBezTo>
                    <a:pt x="1" y="10709"/>
                    <a:pt x="1468" y="12443"/>
                    <a:pt x="3470" y="12710"/>
                  </a:cubicBezTo>
                  <a:lnTo>
                    <a:pt x="25619" y="15379"/>
                  </a:lnTo>
                  <a:lnTo>
                    <a:pt x="25686" y="14678"/>
                  </a:lnTo>
                  <a:cubicBezTo>
                    <a:pt x="25852" y="12944"/>
                    <a:pt x="24985" y="11342"/>
                    <a:pt x="23484" y="10575"/>
                  </a:cubicBezTo>
                  <a:lnTo>
                    <a:pt x="20682" y="9208"/>
                  </a:lnTo>
                  <a:lnTo>
                    <a:pt x="10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50"/>
            <p:cNvSpPr/>
            <p:nvPr/>
          </p:nvSpPr>
          <p:spPr>
            <a:xfrm>
              <a:off x="-2258100" y="4570375"/>
              <a:ext cx="150950" cy="146800"/>
            </a:xfrm>
            <a:custGeom>
              <a:avLst/>
              <a:gdLst/>
              <a:ahLst/>
              <a:cxnLst/>
              <a:rect l="l" t="t" r="r" b="b"/>
              <a:pathLst>
                <a:path w="6038" h="5872" extrusionOk="0">
                  <a:moveTo>
                    <a:pt x="1254" y="1"/>
                  </a:moveTo>
                  <a:cubicBezTo>
                    <a:pt x="901" y="1"/>
                    <a:pt x="567" y="45"/>
                    <a:pt x="234" y="134"/>
                  </a:cubicBezTo>
                  <a:lnTo>
                    <a:pt x="134" y="1602"/>
                  </a:lnTo>
                  <a:cubicBezTo>
                    <a:pt x="0" y="3603"/>
                    <a:pt x="1468" y="5371"/>
                    <a:pt x="3469" y="5638"/>
                  </a:cubicBezTo>
                  <a:lnTo>
                    <a:pt x="5604" y="5872"/>
                  </a:lnTo>
                  <a:cubicBezTo>
                    <a:pt x="5671" y="5638"/>
                    <a:pt x="5704" y="5371"/>
                    <a:pt x="5738" y="5104"/>
                  </a:cubicBezTo>
                  <a:cubicBezTo>
                    <a:pt x="6038" y="2603"/>
                    <a:pt x="4303" y="334"/>
                    <a:pt x="1801" y="34"/>
                  </a:cubicBezTo>
                  <a:cubicBezTo>
                    <a:pt x="1612" y="12"/>
                    <a:pt x="1431" y="1"/>
                    <a:pt x="1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50"/>
            <p:cNvSpPr/>
            <p:nvPr/>
          </p:nvSpPr>
          <p:spPr>
            <a:xfrm>
              <a:off x="-1898675" y="4554525"/>
              <a:ext cx="137625" cy="119275"/>
            </a:xfrm>
            <a:custGeom>
              <a:avLst/>
              <a:gdLst/>
              <a:ahLst/>
              <a:cxnLst/>
              <a:rect l="l" t="t" r="r" b="b"/>
              <a:pathLst>
                <a:path w="5505" h="4771" extrusionOk="0">
                  <a:moveTo>
                    <a:pt x="3369" y="1"/>
                  </a:moveTo>
                  <a:lnTo>
                    <a:pt x="0" y="2469"/>
                  </a:lnTo>
                  <a:lnTo>
                    <a:pt x="1668" y="4771"/>
                  </a:lnTo>
                  <a:lnTo>
                    <a:pt x="5504" y="1969"/>
                  </a:lnTo>
                  <a:lnTo>
                    <a:pt x="33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50"/>
            <p:cNvSpPr/>
            <p:nvPr/>
          </p:nvSpPr>
          <p:spPr>
            <a:xfrm>
              <a:off x="-1983750" y="4481150"/>
              <a:ext cx="143475" cy="122600"/>
            </a:xfrm>
            <a:custGeom>
              <a:avLst/>
              <a:gdLst/>
              <a:ahLst/>
              <a:cxnLst/>
              <a:rect l="l" t="t" r="r" b="b"/>
              <a:pathLst>
                <a:path w="5739" h="4904" extrusionOk="0">
                  <a:moveTo>
                    <a:pt x="3603" y="0"/>
                  </a:moveTo>
                  <a:lnTo>
                    <a:pt x="1" y="2602"/>
                  </a:lnTo>
                  <a:lnTo>
                    <a:pt x="1669" y="4904"/>
                  </a:lnTo>
                  <a:lnTo>
                    <a:pt x="5738" y="1935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50"/>
            <p:cNvSpPr/>
            <p:nvPr/>
          </p:nvSpPr>
          <p:spPr>
            <a:xfrm>
              <a:off x="-3740825" y="2355700"/>
              <a:ext cx="1056600" cy="1254025"/>
            </a:xfrm>
            <a:custGeom>
              <a:avLst/>
              <a:gdLst/>
              <a:ahLst/>
              <a:cxnLst/>
              <a:rect l="l" t="t" r="r" b="b"/>
              <a:pathLst>
                <a:path w="42264" h="50161" extrusionOk="0">
                  <a:moveTo>
                    <a:pt x="11780" y="0"/>
                  </a:moveTo>
                  <a:cubicBezTo>
                    <a:pt x="10157" y="0"/>
                    <a:pt x="8501" y="433"/>
                    <a:pt x="7072" y="1259"/>
                  </a:cubicBezTo>
                  <a:cubicBezTo>
                    <a:pt x="4003" y="2893"/>
                    <a:pt x="1935" y="5995"/>
                    <a:pt x="968" y="9331"/>
                  </a:cubicBezTo>
                  <a:cubicBezTo>
                    <a:pt x="0" y="12600"/>
                    <a:pt x="67" y="16169"/>
                    <a:pt x="501" y="19572"/>
                  </a:cubicBezTo>
                  <a:cubicBezTo>
                    <a:pt x="1468" y="26944"/>
                    <a:pt x="4403" y="34182"/>
                    <a:pt x="9307" y="39786"/>
                  </a:cubicBezTo>
                  <a:cubicBezTo>
                    <a:pt x="14177" y="45390"/>
                    <a:pt x="21149" y="49360"/>
                    <a:pt x="28587" y="50060"/>
                  </a:cubicBezTo>
                  <a:cubicBezTo>
                    <a:pt x="29253" y="50125"/>
                    <a:pt x="29930" y="50161"/>
                    <a:pt x="30608" y="50161"/>
                  </a:cubicBezTo>
                  <a:cubicBezTo>
                    <a:pt x="33431" y="50161"/>
                    <a:pt x="36276" y="49540"/>
                    <a:pt x="38428" y="47792"/>
                  </a:cubicBezTo>
                  <a:cubicBezTo>
                    <a:pt x="41096" y="45624"/>
                    <a:pt x="42264" y="41354"/>
                    <a:pt x="40129" y="38619"/>
                  </a:cubicBezTo>
                  <a:cubicBezTo>
                    <a:pt x="38528" y="36550"/>
                    <a:pt x="35359" y="35550"/>
                    <a:pt x="34925" y="32948"/>
                  </a:cubicBezTo>
                  <a:cubicBezTo>
                    <a:pt x="34592" y="30913"/>
                    <a:pt x="36126" y="29112"/>
                    <a:pt x="36660" y="27177"/>
                  </a:cubicBezTo>
                  <a:cubicBezTo>
                    <a:pt x="37494" y="24242"/>
                    <a:pt x="35792" y="20773"/>
                    <a:pt x="32957" y="19705"/>
                  </a:cubicBezTo>
                  <a:cubicBezTo>
                    <a:pt x="30755" y="18838"/>
                    <a:pt x="28254" y="19271"/>
                    <a:pt x="25919" y="18838"/>
                  </a:cubicBezTo>
                  <a:cubicBezTo>
                    <a:pt x="22416" y="18137"/>
                    <a:pt x="19614" y="15335"/>
                    <a:pt x="18180" y="12066"/>
                  </a:cubicBezTo>
                  <a:cubicBezTo>
                    <a:pt x="16745" y="8831"/>
                    <a:pt x="16512" y="5161"/>
                    <a:pt x="16679" y="1625"/>
                  </a:cubicBezTo>
                  <a:cubicBezTo>
                    <a:pt x="15315" y="524"/>
                    <a:pt x="13568" y="0"/>
                    <a:pt x="11780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50"/>
            <p:cNvSpPr/>
            <p:nvPr/>
          </p:nvSpPr>
          <p:spPr>
            <a:xfrm>
              <a:off x="-3544850" y="2422175"/>
              <a:ext cx="820600" cy="1146675"/>
            </a:xfrm>
            <a:custGeom>
              <a:avLst/>
              <a:gdLst/>
              <a:ahLst/>
              <a:cxnLst/>
              <a:rect l="l" t="t" r="r" b="b"/>
              <a:pathLst>
                <a:path w="32824" h="45867" extrusionOk="0">
                  <a:moveTo>
                    <a:pt x="5971" y="1"/>
                  </a:moveTo>
                  <a:lnTo>
                    <a:pt x="0" y="2302"/>
                  </a:lnTo>
                  <a:lnTo>
                    <a:pt x="1234" y="36827"/>
                  </a:lnTo>
                  <a:cubicBezTo>
                    <a:pt x="1301" y="36894"/>
                    <a:pt x="1334" y="36994"/>
                    <a:pt x="1434" y="37060"/>
                  </a:cubicBezTo>
                  <a:cubicBezTo>
                    <a:pt x="4904" y="41030"/>
                    <a:pt x="9340" y="44099"/>
                    <a:pt x="14244" y="45867"/>
                  </a:cubicBezTo>
                  <a:cubicBezTo>
                    <a:pt x="20915" y="44866"/>
                    <a:pt x="28454" y="43732"/>
                    <a:pt x="32290" y="42931"/>
                  </a:cubicBezTo>
                  <a:cubicBezTo>
                    <a:pt x="32523" y="42698"/>
                    <a:pt x="32690" y="42364"/>
                    <a:pt x="32824" y="42031"/>
                  </a:cubicBezTo>
                  <a:cubicBezTo>
                    <a:pt x="26686" y="41097"/>
                    <a:pt x="23484" y="34492"/>
                    <a:pt x="24284" y="31023"/>
                  </a:cubicBezTo>
                  <a:cubicBezTo>
                    <a:pt x="25118" y="27353"/>
                    <a:pt x="27520" y="21483"/>
                    <a:pt x="18180" y="20048"/>
                  </a:cubicBezTo>
                  <a:cubicBezTo>
                    <a:pt x="8840" y="18647"/>
                    <a:pt x="5971" y="1"/>
                    <a:pt x="5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50"/>
            <p:cNvSpPr/>
            <p:nvPr/>
          </p:nvSpPr>
          <p:spPr>
            <a:xfrm>
              <a:off x="-4334600" y="2355500"/>
              <a:ext cx="930700" cy="1483050"/>
            </a:xfrm>
            <a:custGeom>
              <a:avLst/>
              <a:gdLst/>
              <a:ahLst/>
              <a:cxnLst/>
              <a:rect l="l" t="t" r="r" b="b"/>
              <a:pathLst>
                <a:path w="37228" h="59322" extrusionOk="0">
                  <a:moveTo>
                    <a:pt x="16025" y="0"/>
                  </a:moveTo>
                  <a:cubicBezTo>
                    <a:pt x="15004" y="0"/>
                    <a:pt x="13932" y="105"/>
                    <a:pt x="12810" y="333"/>
                  </a:cubicBezTo>
                  <a:cubicBezTo>
                    <a:pt x="13744" y="4135"/>
                    <a:pt x="14545" y="8872"/>
                    <a:pt x="12310" y="12074"/>
                  </a:cubicBezTo>
                  <a:cubicBezTo>
                    <a:pt x="10742" y="14309"/>
                    <a:pt x="8040" y="15377"/>
                    <a:pt x="5805" y="16878"/>
                  </a:cubicBezTo>
                  <a:cubicBezTo>
                    <a:pt x="3537" y="18379"/>
                    <a:pt x="1402" y="20914"/>
                    <a:pt x="2136" y="23549"/>
                  </a:cubicBezTo>
                  <a:cubicBezTo>
                    <a:pt x="2903" y="26518"/>
                    <a:pt x="6872" y="28052"/>
                    <a:pt x="6973" y="31088"/>
                  </a:cubicBezTo>
                  <a:cubicBezTo>
                    <a:pt x="7039" y="33423"/>
                    <a:pt x="4804" y="35057"/>
                    <a:pt x="3303" y="36892"/>
                  </a:cubicBezTo>
                  <a:cubicBezTo>
                    <a:pt x="1" y="40895"/>
                    <a:pt x="368" y="47066"/>
                    <a:pt x="3303" y="51336"/>
                  </a:cubicBezTo>
                  <a:cubicBezTo>
                    <a:pt x="6205" y="55572"/>
                    <a:pt x="11209" y="58041"/>
                    <a:pt x="16313" y="58941"/>
                  </a:cubicBezTo>
                  <a:cubicBezTo>
                    <a:pt x="17630" y="59185"/>
                    <a:pt x="18987" y="59322"/>
                    <a:pt x="20339" y="59322"/>
                  </a:cubicBezTo>
                  <a:cubicBezTo>
                    <a:pt x="23061" y="59322"/>
                    <a:pt x="25759" y="58766"/>
                    <a:pt x="28054" y="57407"/>
                  </a:cubicBezTo>
                  <a:cubicBezTo>
                    <a:pt x="33125" y="54405"/>
                    <a:pt x="35226" y="48167"/>
                    <a:pt x="35993" y="42329"/>
                  </a:cubicBezTo>
                  <a:cubicBezTo>
                    <a:pt x="37227" y="32155"/>
                    <a:pt x="35460" y="21681"/>
                    <a:pt x="31290" y="12341"/>
                  </a:cubicBezTo>
                  <a:cubicBezTo>
                    <a:pt x="29722" y="8905"/>
                    <a:pt x="27854" y="5536"/>
                    <a:pt x="24885" y="3168"/>
                  </a:cubicBezTo>
                  <a:cubicBezTo>
                    <a:pt x="22621" y="1320"/>
                    <a:pt x="19647" y="0"/>
                    <a:pt x="16025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50"/>
            <p:cNvSpPr/>
            <p:nvPr/>
          </p:nvSpPr>
          <p:spPr>
            <a:xfrm>
              <a:off x="-4438000" y="2585625"/>
              <a:ext cx="1400200" cy="1772125"/>
            </a:xfrm>
            <a:custGeom>
              <a:avLst/>
              <a:gdLst/>
              <a:ahLst/>
              <a:cxnLst/>
              <a:rect l="l" t="t" r="r" b="b"/>
              <a:pathLst>
                <a:path w="56008" h="70885" extrusionOk="0">
                  <a:moveTo>
                    <a:pt x="10341" y="24351"/>
                  </a:moveTo>
                  <a:lnTo>
                    <a:pt x="10341" y="24351"/>
                  </a:lnTo>
                  <a:cubicBezTo>
                    <a:pt x="9507" y="25519"/>
                    <a:pt x="8340" y="26553"/>
                    <a:pt x="7473" y="27654"/>
                  </a:cubicBezTo>
                  <a:cubicBezTo>
                    <a:pt x="4170" y="31657"/>
                    <a:pt x="4537" y="37828"/>
                    <a:pt x="7473" y="42064"/>
                  </a:cubicBezTo>
                  <a:cubicBezTo>
                    <a:pt x="7639" y="42331"/>
                    <a:pt x="7840" y="42564"/>
                    <a:pt x="8040" y="42831"/>
                  </a:cubicBezTo>
                  <a:cubicBezTo>
                    <a:pt x="5805" y="41230"/>
                    <a:pt x="4170" y="38795"/>
                    <a:pt x="3770" y="36060"/>
                  </a:cubicBezTo>
                  <a:cubicBezTo>
                    <a:pt x="3270" y="33024"/>
                    <a:pt x="4237" y="29722"/>
                    <a:pt x="6338" y="27454"/>
                  </a:cubicBezTo>
                  <a:cubicBezTo>
                    <a:pt x="7506" y="26186"/>
                    <a:pt x="8940" y="25285"/>
                    <a:pt x="10341" y="24351"/>
                  </a:cubicBezTo>
                  <a:close/>
                  <a:moveTo>
                    <a:pt x="17647" y="1"/>
                  </a:moveTo>
                  <a:cubicBezTo>
                    <a:pt x="17446" y="1035"/>
                    <a:pt x="17013" y="2002"/>
                    <a:pt x="16446" y="2869"/>
                  </a:cubicBezTo>
                  <a:cubicBezTo>
                    <a:pt x="14911" y="5104"/>
                    <a:pt x="12176" y="6172"/>
                    <a:pt x="9941" y="7673"/>
                  </a:cubicBezTo>
                  <a:cubicBezTo>
                    <a:pt x="7673" y="9174"/>
                    <a:pt x="5571" y="11709"/>
                    <a:pt x="6272" y="14344"/>
                  </a:cubicBezTo>
                  <a:cubicBezTo>
                    <a:pt x="7072" y="17313"/>
                    <a:pt x="11008" y="18847"/>
                    <a:pt x="11109" y="21883"/>
                  </a:cubicBezTo>
                  <a:cubicBezTo>
                    <a:pt x="11142" y="22617"/>
                    <a:pt x="10942" y="23217"/>
                    <a:pt x="10608" y="23851"/>
                  </a:cubicBezTo>
                  <a:cubicBezTo>
                    <a:pt x="10308" y="23984"/>
                    <a:pt x="9974" y="24151"/>
                    <a:pt x="9607" y="24351"/>
                  </a:cubicBezTo>
                  <a:cubicBezTo>
                    <a:pt x="7006" y="25786"/>
                    <a:pt x="4003" y="26686"/>
                    <a:pt x="2135" y="28988"/>
                  </a:cubicBezTo>
                  <a:cubicBezTo>
                    <a:pt x="134" y="31456"/>
                    <a:pt x="1" y="35126"/>
                    <a:pt x="1468" y="37961"/>
                  </a:cubicBezTo>
                  <a:cubicBezTo>
                    <a:pt x="2836" y="40563"/>
                    <a:pt x="5438" y="42464"/>
                    <a:pt x="8273" y="43332"/>
                  </a:cubicBezTo>
                  <a:cubicBezTo>
                    <a:pt x="9441" y="44733"/>
                    <a:pt x="10842" y="45900"/>
                    <a:pt x="12443" y="46867"/>
                  </a:cubicBezTo>
                  <a:cubicBezTo>
                    <a:pt x="12510" y="46901"/>
                    <a:pt x="12576" y="46968"/>
                    <a:pt x="12643" y="47001"/>
                  </a:cubicBezTo>
                  <a:cubicBezTo>
                    <a:pt x="12910" y="47168"/>
                    <a:pt x="13143" y="47301"/>
                    <a:pt x="13444" y="47468"/>
                  </a:cubicBezTo>
                  <a:lnTo>
                    <a:pt x="13677" y="47568"/>
                  </a:lnTo>
                  <a:cubicBezTo>
                    <a:pt x="13977" y="47701"/>
                    <a:pt x="14244" y="47868"/>
                    <a:pt x="14511" y="48002"/>
                  </a:cubicBezTo>
                  <a:cubicBezTo>
                    <a:pt x="14578" y="48035"/>
                    <a:pt x="14644" y="48035"/>
                    <a:pt x="14678" y="48068"/>
                  </a:cubicBezTo>
                  <a:cubicBezTo>
                    <a:pt x="15345" y="48369"/>
                    <a:pt x="16079" y="48669"/>
                    <a:pt x="16813" y="48902"/>
                  </a:cubicBezTo>
                  <a:cubicBezTo>
                    <a:pt x="16913" y="48969"/>
                    <a:pt x="17013" y="49002"/>
                    <a:pt x="17113" y="49002"/>
                  </a:cubicBezTo>
                  <a:cubicBezTo>
                    <a:pt x="17346" y="49069"/>
                    <a:pt x="17613" y="49169"/>
                    <a:pt x="17913" y="49236"/>
                  </a:cubicBezTo>
                  <a:cubicBezTo>
                    <a:pt x="18013" y="49303"/>
                    <a:pt x="18147" y="49336"/>
                    <a:pt x="18247" y="49336"/>
                  </a:cubicBezTo>
                  <a:cubicBezTo>
                    <a:pt x="18480" y="49403"/>
                    <a:pt x="18747" y="49469"/>
                    <a:pt x="18981" y="49536"/>
                  </a:cubicBezTo>
                  <a:cubicBezTo>
                    <a:pt x="19114" y="49569"/>
                    <a:pt x="19181" y="49569"/>
                    <a:pt x="19314" y="49636"/>
                  </a:cubicBezTo>
                  <a:cubicBezTo>
                    <a:pt x="19681" y="49703"/>
                    <a:pt x="20015" y="49803"/>
                    <a:pt x="20415" y="49836"/>
                  </a:cubicBezTo>
                  <a:cubicBezTo>
                    <a:pt x="21734" y="50100"/>
                    <a:pt x="23105" y="50209"/>
                    <a:pt x="24459" y="50209"/>
                  </a:cubicBezTo>
                  <a:cubicBezTo>
                    <a:pt x="24646" y="50209"/>
                    <a:pt x="24832" y="50207"/>
                    <a:pt x="25018" y="50203"/>
                  </a:cubicBezTo>
                  <a:lnTo>
                    <a:pt x="27320" y="53506"/>
                  </a:lnTo>
                  <a:lnTo>
                    <a:pt x="27253" y="58876"/>
                  </a:lnTo>
                  <a:lnTo>
                    <a:pt x="28754" y="61511"/>
                  </a:lnTo>
                  <a:cubicBezTo>
                    <a:pt x="29031" y="62014"/>
                    <a:pt x="29080" y="62365"/>
                    <a:pt x="29387" y="62365"/>
                  </a:cubicBezTo>
                  <a:cubicBezTo>
                    <a:pt x="29488" y="62365"/>
                    <a:pt x="29616" y="62327"/>
                    <a:pt x="29789" y="62245"/>
                  </a:cubicBezTo>
                  <a:cubicBezTo>
                    <a:pt x="30322" y="62012"/>
                    <a:pt x="30656" y="61478"/>
                    <a:pt x="30656" y="60877"/>
                  </a:cubicBezTo>
                  <a:lnTo>
                    <a:pt x="30522" y="56541"/>
                  </a:lnTo>
                  <a:lnTo>
                    <a:pt x="33424" y="59143"/>
                  </a:lnTo>
                  <a:lnTo>
                    <a:pt x="35259" y="63479"/>
                  </a:lnTo>
                  <a:cubicBezTo>
                    <a:pt x="35520" y="64080"/>
                    <a:pt x="36128" y="64476"/>
                    <a:pt x="36780" y="64476"/>
                  </a:cubicBezTo>
                  <a:cubicBezTo>
                    <a:pt x="36961" y="64476"/>
                    <a:pt x="37146" y="64445"/>
                    <a:pt x="37327" y="64380"/>
                  </a:cubicBezTo>
                  <a:cubicBezTo>
                    <a:pt x="37861" y="64180"/>
                    <a:pt x="38295" y="63713"/>
                    <a:pt x="38428" y="63146"/>
                  </a:cubicBezTo>
                  <a:lnTo>
                    <a:pt x="38495" y="63146"/>
                  </a:lnTo>
                  <a:cubicBezTo>
                    <a:pt x="38528" y="63146"/>
                    <a:pt x="38528" y="63079"/>
                    <a:pt x="38595" y="63079"/>
                  </a:cubicBezTo>
                  <a:lnTo>
                    <a:pt x="38828" y="63379"/>
                  </a:lnTo>
                  <a:cubicBezTo>
                    <a:pt x="39059" y="63661"/>
                    <a:pt x="39389" y="63825"/>
                    <a:pt x="39726" y="63825"/>
                  </a:cubicBezTo>
                  <a:cubicBezTo>
                    <a:pt x="39827" y="63825"/>
                    <a:pt x="39929" y="63810"/>
                    <a:pt x="40029" y="63780"/>
                  </a:cubicBezTo>
                  <a:cubicBezTo>
                    <a:pt x="40763" y="63613"/>
                    <a:pt x="41163" y="62879"/>
                    <a:pt x="40930" y="62178"/>
                  </a:cubicBezTo>
                  <a:lnTo>
                    <a:pt x="40496" y="61078"/>
                  </a:lnTo>
                  <a:lnTo>
                    <a:pt x="40496" y="61078"/>
                  </a:lnTo>
                  <a:cubicBezTo>
                    <a:pt x="41097" y="61511"/>
                    <a:pt x="41764" y="61878"/>
                    <a:pt x="42364" y="62212"/>
                  </a:cubicBezTo>
                  <a:lnTo>
                    <a:pt x="54473" y="68450"/>
                  </a:lnTo>
                  <a:lnTo>
                    <a:pt x="56007" y="70885"/>
                  </a:lnTo>
                  <a:cubicBezTo>
                    <a:pt x="53784" y="48580"/>
                    <a:pt x="46000" y="44375"/>
                    <a:pt x="37701" y="44375"/>
                  </a:cubicBezTo>
                  <a:cubicBezTo>
                    <a:pt x="32676" y="44375"/>
                    <a:pt x="27462" y="45917"/>
                    <a:pt x="23179" y="45917"/>
                  </a:cubicBezTo>
                  <a:cubicBezTo>
                    <a:pt x="21375" y="45917"/>
                    <a:pt x="19737" y="45643"/>
                    <a:pt x="18347" y="44866"/>
                  </a:cubicBezTo>
                  <a:cubicBezTo>
                    <a:pt x="8106" y="39162"/>
                    <a:pt x="14978" y="26386"/>
                    <a:pt x="19048" y="14845"/>
                  </a:cubicBezTo>
                  <a:cubicBezTo>
                    <a:pt x="22483" y="5304"/>
                    <a:pt x="18981" y="1168"/>
                    <a:pt x="17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50"/>
            <p:cNvSpPr/>
            <p:nvPr/>
          </p:nvSpPr>
          <p:spPr>
            <a:xfrm>
              <a:off x="-4301225" y="2467200"/>
              <a:ext cx="897325" cy="1370150"/>
            </a:xfrm>
            <a:custGeom>
              <a:avLst/>
              <a:gdLst/>
              <a:ahLst/>
              <a:cxnLst/>
              <a:rect l="l" t="t" r="r" b="b"/>
              <a:pathLst>
                <a:path w="35893" h="54806" extrusionOk="0">
                  <a:moveTo>
                    <a:pt x="25018" y="1"/>
                  </a:moveTo>
                  <a:lnTo>
                    <a:pt x="16846" y="1268"/>
                  </a:lnTo>
                  <a:cubicBezTo>
                    <a:pt x="16846" y="1268"/>
                    <a:pt x="16178" y="7940"/>
                    <a:pt x="10841" y="14344"/>
                  </a:cubicBezTo>
                  <a:cubicBezTo>
                    <a:pt x="7139" y="18781"/>
                    <a:pt x="12676" y="25019"/>
                    <a:pt x="10508" y="26753"/>
                  </a:cubicBezTo>
                  <a:cubicBezTo>
                    <a:pt x="3669" y="32224"/>
                    <a:pt x="0" y="37428"/>
                    <a:pt x="6138" y="50904"/>
                  </a:cubicBezTo>
                  <a:cubicBezTo>
                    <a:pt x="8740" y="52739"/>
                    <a:pt x="11842" y="53873"/>
                    <a:pt x="15011" y="54440"/>
                  </a:cubicBezTo>
                  <a:cubicBezTo>
                    <a:pt x="16328" y="54672"/>
                    <a:pt x="17685" y="54806"/>
                    <a:pt x="19037" y="54806"/>
                  </a:cubicBezTo>
                  <a:cubicBezTo>
                    <a:pt x="21759" y="54806"/>
                    <a:pt x="24457" y="54265"/>
                    <a:pt x="26753" y="52905"/>
                  </a:cubicBezTo>
                  <a:cubicBezTo>
                    <a:pt x="31756" y="49903"/>
                    <a:pt x="33891" y="43632"/>
                    <a:pt x="34658" y="37795"/>
                  </a:cubicBezTo>
                  <a:cubicBezTo>
                    <a:pt x="35892" y="27621"/>
                    <a:pt x="34091" y="17180"/>
                    <a:pt x="29922" y="7840"/>
                  </a:cubicBezTo>
                  <a:cubicBezTo>
                    <a:pt x="28687" y="5004"/>
                    <a:pt x="27153" y="2202"/>
                    <a:pt x="250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50"/>
            <p:cNvSpPr/>
            <p:nvPr/>
          </p:nvSpPr>
          <p:spPr>
            <a:xfrm>
              <a:off x="-3451450" y="2840550"/>
              <a:ext cx="557075" cy="591550"/>
            </a:xfrm>
            <a:custGeom>
              <a:avLst/>
              <a:gdLst/>
              <a:ahLst/>
              <a:cxnLst/>
              <a:rect l="l" t="t" r="r" b="b"/>
              <a:pathLst>
                <a:path w="22283" h="23662" extrusionOk="0">
                  <a:moveTo>
                    <a:pt x="6219" y="0"/>
                  </a:moveTo>
                  <a:cubicBezTo>
                    <a:pt x="5188" y="0"/>
                    <a:pt x="4146" y="308"/>
                    <a:pt x="3236" y="945"/>
                  </a:cubicBezTo>
                  <a:lnTo>
                    <a:pt x="2869" y="1178"/>
                  </a:lnTo>
                  <a:cubicBezTo>
                    <a:pt x="534" y="2846"/>
                    <a:pt x="0" y="6049"/>
                    <a:pt x="1601" y="8384"/>
                  </a:cubicBezTo>
                  <a:lnTo>
                    <a:pt x="15111" y="23661"/>
                  </a:lnTo>
                  <a:lnTo>
                    <a:pt x="22283" y="16323"/>
                  </a:lnTo>
                  <a:lnTo>
                    <a:pt x="10441" y="2179"/>
                  </a:lnTo>
                  <a:cubicBezTo>
                    <a:pt x="9423" y="754"/>
                    <a:pt x="7834" y="0"/>
                    <a:pt x="6219" y="0"/>
                  </a:cubicBezTo>
                  <a:close/>
                </a:path>
              </a:pathLst>
            </a:custGeom>
            <a:solidFill>
              <a:srgbClr val="E8A2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50"/>
            <p:cNvSpPr/>
            <p:nvPr/>
          </p:nvSpPr>
          <p:spPr>
            <a:xfrm>
              <a:off x="-3151250" y="2876675"/>
              <a:ext cx="484550" cy="555425"/>
            </a:xfrm>
            <a:custGeom>
              <a:avLst/>
              <a:gdLst/>
              <a:ahLst/>
              <a:cxnLst/>
              <a:rect l="l" t="t" r="r" b="b"/>
              <a:pathLst>
                <a:path w="19382" h="22217" extrusionOk="0">
                  <a:moveTo>
                    <a:pt x="16012" y="0"/>
                  </a:moveTo>
                  <a:lnTo>
                    <a:pt x="1" y="12543"/>
                  </a:lnTo>
                  <a:lnTo>
                    <a:pt x="3103" y="22216"/>
                  </a:lnTo>
                  <a:lnTo>
                    <a:pt x="19381" y="5571"/>
                  </a:lnTo>
                  <a:lnTo>
                    <a:pt x="16012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50"/>
            <p:cNvSpPr/>
            <p:nvPr/>
          </p:nvSpPr>
          <p:spPr>
            <a:xfrm>
              <a:off x="-3540700" y="2812150"/>
              <a:ext cx="481200" cy="345575"/>
            </a:xfrm>
            <a:custGeom>
              <a:avLst/>
              <a:gdLst/>
              <a:ahLst/>
              <a:cxnLst/>
              <a:rect l="l" t="t" r="r" b="b"/>
              <a:pathLst>
                <a:path w="19248" h="13823" extrusionOk="0">
                  <a:moveTo>
                    <a:pt x="8611" y="0"/>
                  </a:moveTo>
                  <a:cubicBezTo>
                    <a:pt x="7239" y="0"/>
                    <a:pt x="5880" y="534"/>
                    <a:pt x="4638" y="1881"/>
                  </a:cubicBezTo>
                  <a:cubicBezTo>
                    <a:pt x="4604" y="1881"/>
                    <a:pt x="1" y="7285"/>
                    <a:pt x="9941" y="13823"/>
                  </a:cubicBezTo>
                  <a:lnTo>
                    <a:pt x="19248" y="7718"/>
                  </a:lnTo>
                  <a:cubicBezTo>
                    <a:pt x="19248" y="7718"/>
                    <a:pt x="13831" y="0"/>
                    <a:pt x="86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50"/>
            <p:cNvSpPr/>
            <p:nvPr/>
          </p:nvSpPr>
          <p:spPr>
            <a:xfrm>
              <a:off x="-3756375" y="2665675"/>
              <a:ext cx="406675" cy="384225"/>
            </a:xfrm>
            <a:custGeom>
              <a:avLst/>
              <a:gdLst/>
              <a:ahLst/>
              <a:cxnLst/>
              <a:rect l="l" t="t" r="r" b="b"/>
              <a:pathLst>
                <a:path w="16267" h="15369" extrusionOk="0">
                  <a:moveTo>
                    <a:pt x="10529" y="1"/>
                  </a:moveTo>
                  <a:cubicBezTo>
                    <a:pt x="10529" y="1"/>
                    <a:pt x="10529" y="1"/>
                    <a:pt x="10529" y="1"/>
                  </a:cubicBezTo>
                  <a:lnTo>
                    <a:pt x="10529" y="1"/>
                  </a:lnTo>
                  <a:cubicBezTo>
                    <a:pt x="10529" y="1"/>
                    <a:pt x="10529" y="1"/>
                    <a:pt x="10529" y="1"/>
                  </a:cubicBezTo>
                  <a:close/>
                  <a:moveTo>
                    <a:pt x="3624" y="1"/>
                  </a:moveTo>
                  <a:cubicBezTo>
                    <a:pt x="3624" y="1"/>
                    <a:pt x="2290" y="8173"/>
                    <a:pt x="789" y="11176"/>
                  </a:cubicBezTo>
                  <a:cubicBezTo>
                    <a:pt x="0" y="12808"/>
                    <a:pt x="4537" y="15368"/>
                    <a:pt x="8902" y="15368"/>
                  </a:cubicBezTo>
                  <a:cubicBezTo>
                    <a:pt x="12477" y="15368"/>
                    <a:pt x="15936" y="13652"/>
                    <a:pt x="16267" y="8307"/>
                  </a:cubicBezTo>
                  <a:cubicBezTo>
                    <a:pt x="16267" y="8307"/>
                    <a:pt x="15533" y="7440"/>
                    <a:pt x="14532" y="6872"/>
                  </a:cubicBezTo>
                  <a:cubicBezTo>
                    <a:pt x="13098" y="6139"/>
                    <a:pt x="11230" y="4304"/>
                    <a:pt x="10529" y="1"/>
                  </a:cubicBezTo>
                  <a:lnTo>
                    <a:pt x="10529" y="1"/>
                  </a:lnTo>
                  <a:cubicBezTo>
                    <a:pt x="10508" y="7"/>
                    <a:pt x="8095" y="371"/>
                    <a:pt x="6059" y="371"/>
                  </a:cubicBezTo>
                  <a:cubicBezTo>
                    <a:pt x="5033" y="371"/>
                    <a:pt x="4102" y="279"/>
                    <a:pt x="3624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50"/>
            <p:cNvSpPr/>
            <p:nvPr/>
          </p:nvSpPr>
          <p:spPr>
            <a:xfrm>
              <a:off x="-3672450" y="2664850"/>
              <a:ext cx="271050" cy="167325"/>
            </a:xfrm>
            <a:custGeom>
              <a:avLst/>
              <a:gdLst/>
              <a:ahLst/>
              <a:cxnLst/>
              <a:rect l="l" t="t" r="r" b="b"/>
              <a:pathLst>
                <a:path w="10842" h="6693" extrusionOk="0">
                  <a:moveTo>
                    <a:pt x="367" y="0"/>
                  </a:moveTo>
                  <a:lnTo>
                    <a:pt x="367" y="34"/>
                  </a:lnTo>
                  <a:cubicBezTo>
                    <a:pt x="267" y="101"/>
                    <a:pt x="267" y="134"/>
                    <a:pt x="267" y="134"/>
                  </a:cubicBezTo>
                  <a:lnTo>
                    <a:pt x="267" y="201"/>
                  </a:lnTo>
                  <a:lnTo>
                    <a:pt x="267" y="234"/>
                  </a:lnTo>
                  <a:lnTo>
                    <a:pt x="267" y="334"/>
                  </a:lnTo>
                  <a:cubicBezTo>
                    <a:pt x="234" y="568"/>
                    <a:pt x="167" y="1001"/>
                    <a:pt x="67" y="1502"/>
                  </a:cubicBezTo>
                  <a:lnTo>
                    <a:pt x="67" y="1535"/>
                  </a:lnTo>
                  <a:cubicBezTo>
                    <a:pt x="34" y="1668"/>
                    <a:pt x="34" y="1802"/>
                    <a:pt x="0" y="1902"/>
                  </a:cubicBezTo>
                  <a:cubicBezTo>
                    <a:pt x="1608" y="3911"/>
                    <a:pt x="5677" y="6693"/>
                    <a:pt x="9848" y="6693"/>
                  </a:cubicBezTo>
                  <a:cubicBezTo>
                    <a:pt x="10179" y="6693"/>
                    <a:pt x="10511" y="6675"/>
                    <a:pt x="10842" y="6639"/>
                  </a:cubicBezTo>
                  <a:cubicBezTo>
                    <a:pt x="9507" y="5771"/>
                    <a:pt x="7873" y="3937"/>
                    <a:pt x="7239" y="0"/>
                  </a:cubicBezTo>
                  <a:cubicBezTo>
                    <a:pt x="7239" y="0"/>
                    <a:pt x="4793" y="371"/>
                    <a:pt x="2757" y="371"/>
                  </a:cubicBezTo>
                  <a:cubicBezTo>
                    <a:pt x="1739" y="371"/>
                    <a:pt x="823" y="278"/>
                    <a:pt x="367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50"/>
            <p:cNvSpPr/>
            <p:nvPr/>
          </p:nvSpPr>
          <p:spPr>
            <a:xfrm>
              <a:off x="-3680800" y="2665675"/>
              <a:ext cx="331950" cy="279400"/>
            </a:xfrm>
            <a:custGeom>
              <a:avLst/>
              <a:gdLst/>
              <a:ahLst/>
              <a:cxnLst/>
              <a:rect l="l" t="t" r="r" b="b"/>
              <a:pathLst>
                <a:path w="13278" h="11176" extrusionOk="0">
                  <a:moveTo>
                    <a:pt x="668" y="1"/>
                  </a:moveTo>
                  <a:cubicBezTo>
                    <a:pt x="668" y="1"/>
                    <a:pt x="401" y="1502"/>
                    <a:pt x="1" y="3503"/>
                  </a:cubicBezTo>
                  <a:cubicBezTo>
                    <a:pt x="1369" y="6906"/>
                    <a:pt x="4704" y="10642"/>
                    <a:pt x="12710" y="11176"/>
                  </a:cubicBezTo>
                  <a:cubicBezTo>
                    <a:pt x="13010" y="10408"/>
                    <a:pt x="13210" y="9441"/>
                    <a:pt x="13277" y="8307"/>
                  </a:cubicBezTo>
                  <a:cubicBezTo>
                    <a:pt x="13244" y="8307"/>
                    <a:pt x="12510" y="7440"/>
                    <a:pt x="11542" y="6906"/>
                  </a:cubicBezTo>
                  <a:cubicBezTo>
                    <a:pt x="10108" y="6139"/>
                    <a:pt x="8240" y="4304"/>
                    <a:pt x="7540" y="1"/>
                  </a:cubicBezTo>
                  <a:cubicBezTo>
                    <a:pt x="7540" y="1"/>
                    <a:pt x="5093" y="371"/>
                    <a:pt x="3057" y="371"/>
                  </a:cubicBezTo>
                  <a:cubicBezTo>
                    <a:pt x="2039" y="371"/>
                    <a:pt x="1124" y="279"/>
                    <a:pt x="66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50"/>
            <p:cNvSpPr/>
            <p:nvPr/>
          </p:nvSpPr>
          <p:spPr>
            <a:xfrm>
              <a:off x="-3500650" y="2068600"/>
              <a:ext cx="291050" cy="382700"/>
            </a:xfrm>
            <a:custGeom>
              <a:avLst/>
              <a:gdLst/>
              <a:ahLst/>
              <a:cxnLst/>
              <a:rect l="l" t="t" r="r" b="b"/>
              <a:pathLst>
                <a:path w="11642" h="15308" extrusionOk="0">
                  <a:moveTo>
                    <a:pt x="1034" y="0"/>
                  </a:moveTo>
                  <a:cubicBezTo>
                    <a:pt x="0" y="2102"/>
                    <a:pt x="167" y="4670"/>
                    <a:pt x="967" y="6872"/>
                  </a:cubicBezTo>
                  <a:cubicBezTo>
                    <a:pt x="1801" y="9073"/>
                    <a:pt x="3136" y="11108"/>
                    <a:pt x="4503" y="13009"/>
                  </a:cubicBezTo>
                  <a:cubicBezTo>
                    <a:pt x="5137" y="13877"/>
                    <a:pt x="5804" y="14844"/>
                    <a:pt x="6838" y="15178"/>
                  </a:cubicBezTo>
                  <a:cubicBezTo>
                    <a:pt x="7104" y="15266"/>
                    <a:pt x="7382" y="15308"/>
                    <a:pt x="7662" y="15308"/>
                  </a:cubicBezTo>
                  <a:cubicBezTo>
                    <a:pt x="8434" y="15308"/>
                    <a:pt x="9219" y="14991"/>
                    <a:pt x="9807" y="14477"/>
                  </a:cubicBezTo>
                  <a:cubicBezTo>
                    <a:pt x="11508" y="12976"/>
                    <a:pt x="11642" y="10174"/>
                    <a:pt x="10574" y="8139"/>
                  </a:cubicBezTo>
                  <a:cubicBezTo>
                    <a:pt x="9540" y="6104"/>
                    <a:pt x="7639" y="4670"/>
                    <a:pt x="5671" y="3469"/>
                  </a:cubicBezTo>
                  <a:cubicBezTo>
                    <a:pt x="5304" y="2035"/>
                    <a:pt x="3302" y="634"/>
                    <a:pt x="1034" y="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50"/>
            <p:cNvSpPr/>
            <p:nvPr/>
          </p:nvSpPr>
          <p:spPr>
            <a:xfrm>
              <a:off x="-3887600" y="2096950"/>
              <a:ext cx="541250" cy="615525"/>
            </a:xfrm>
            <a:custGeom>
              <a:avLst/>
              <a:gdLst/>
              <a:ahLst/>
              <a:cxnLst/>
              <a:rect l="l" t="t" r="r" b="b"/>
              <a:pathLst>
                <a:path w="21650" h="24621" extrusionOk="0">
                  <a:moveTo>
                    <a:pt x="19881" y="0"/>
                  </a:moveTo>
                  <a:lnTo>
                    <a:pt x="4971" y="1234"/>
                  </a:lnTo>
                  <a:cubicBezTo>
                    <a:pt x="2135" y="1468"/>
                    <a:pt x="0" y="3970"/>
                    <a:pt x="267" y="6805"/>
                  </a:cubicBezTo>
                  <a:lnTo>
                    <a:pt x="968" y="15411"/>
                  </a:lnTo>
                  <a:cubicBezTo>
                    <a:pt x="1410" y="20690"/>
                    <a:pt x="5807" y="24621"/>
                    <a:pt x="10949" y="24621"/>
                  </a:cubicBezTo>
                  <a:cubicBezTo>
                    <a:pt x="11234" y="24621"/>
                    <a:pt x="11520" y="24609"/>
                    <a:pt x="11809" y="24584"/>
                  </a:cubicBezTo>
                  <a:lnTo>
                    <a:pt x="15144" y="24318"/>
                  </a:lnTo>
                  <a:cubicBezTo>
                    <a:pt x="18880" y="24017"/>
                    <a:pt x="21649" y="20715"/>
                    <a:pt x="21316" y="17012"/>
                  </a:cubicBezTo>
                  <a:lnTo>
                    <a:pt x="19881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50"/>
            <p:cNvSpPr/>
            <p:nvPr/>
          </p:nvSpPr>
          <p:spPr>
            <a:xfrm>
              <a:off x="-3801700" y="2465100"/>
              <a:ext cx="171800" cy="156900"/>
            </a:xfrm>
            <a:custGeom>
              <a:avLst/>
              <a:gdLst/>
              <a:ahLst/>
              <a:cxnLst/>
              <a:rect l="l" t="t" r="r" b="b"/>
              <a:pathLst>
                <a:path w="6872" h="6276" extrusionOk="0">
                  <a:moveTo>
                    <a:pt x="3449" y="1"/>
                  </a:moveTo>
                  <a:cubicBezTo>
                    <a:pt x="2019" y="1"/>
                    <a:pt x="744" y="989"/>
                    <a:pt x="400" y="2420"/>
                  </a:cubicBezTo>
                  <a:cubicBezTo>
                    <a:pt x="0" y="4088"/>
                    <a:pt x="1034" y="5789"/>
                    <a:pt x="2735" y="6189"/>
                  </a:cubicBezTo>
                  <a:cubicBezTo>
                    <a:pt x="2977" y="6247"/>
                    <a:pt x="3220" y="6275"/>
                    <a:pt x="3458" y="6275"/>
                  </a:cubicBezTo>
                  <a:cubicBezTo>
                    <a:pt x="4861" y="6275"/>
                    <a:pt x="6129" y="5308"/>
                    <a:pt x="6471" y="3854"/>
                  </a:cubicBezTo>
                  <a:cubicBezTo>
                    <a:pt x="6872" y="2186"/>
                    <a:pt x="5838" y="485"/>
                    <a:pt x="4170" y="85"/>
                  </a:cubicBezTo>
                  <a:cubicBezTo>
                    <a:pt x="3928" y="28"/>
                    <a:pt x="3686" y="1"/>
                    <a:pt x="3449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50"/>
            <p:cNvSpPr/>
            <p:nvPr/>
          </p:nvSpPr>
          <p:spPr>
            <a:xfrm>
              <a:off x="-3472300" y="2421350"/>
              <a:ext cx="119275" cy="155950"/>
            </a:xfrm>
            <a:custGeom>
              <a:avLst/>
              <a:gdLst/>
              <a:ahLst/>
              <a:cxnLst/>
              <a:rect l="l" t="t" r="r" b="b"/>
              <a:pathLst>
                <a:path w="4771" h="6238" extrusionOk="0">
                  <a:moveTo>
                    <a:pt x="3069" y="0"/>
                  </a:moveTo>
                  <a:cubicBezTo>
                    <a:pt x="1368" y="34"/>
                    <a:pt x="0" y="1401"/>
                    <a:pt x="0" y="3102"/>
                  </a:cubicBezTo>
                  <a:cubicBezTo>
                    <a:pt x="0" y="4837"/>
                    <a:pt x="1368" y="6238"/>
                    <a:pt x="3102" y="6238"/>
                  </a:cubicBezTo>
                  <a:cubicBezTo>
                    <a:pt x="3669" y="6238"/>
                    <a:pt x="4203" y="6105"/>
                    <a:pt x="4603" y="5838"/>
                  </a:cubicBezTo>
                  <a:cubicBezTo>
                    <a:pt x="4737" y="5237"/>
                    <a:pt x="4770" y="4603"/>
                    <a:pt x="4704" y="4003"/>
                  </a:cubicBezTo>
                  <a:lnTo>
                    <a:pt x="4370" y="267"/>
                  </a:lnTo>
                  <a:cubicBezTo>
                    <a:pt x="3936" y="100"/>
                    <a:pt x="3536" y="0"/>
                    <a:pt x="3069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50"/>
            <p:cNvSpPr/>
            <p:nvPr/>
          </p:nvSpPr>
          <p:spPr>
            <a:xfrm>
              <a:off x="-3662450" y="3440400"/>
              <a:ext cx="87600" cy="85350"/>
            </a:xfrm>
            <a:custGeom>
              <a:avLst/>
              <a:gdLst/>
              <a:ahLst/>
              <a:cxnLst/>
              <a:rect l="l" t="t" r="r" b="b"/>
              <a:pathLst>
                <a:path w="3504" h="3414" extrusionOk="0">
                  <a:moveTo>
                    <a:pt x="2102" y="1"/>
                  </a:moveTo>
                  <a:lnTo>
                    <a:pt x="1" y="3403"/>
                  </a:lnTo>
                  <a:cubicBezTo>
                    <a:pt x="1" y="3403"/>
                    <a:pt x="144" y="3413"/>
                    <a:pt x="372" y="3413"/>
                  </a:cubicBezTo>
                  <a:cubicBezTo>
                    <a:pt x="867" y="3413"/>
                    <a:pt x="1762" y="3366"/>
                    <a:pt x="2469" y="3070"/>
                  </a:cubicBezTo>
                  <a:cubicBezTo>
                    <a:pt x="3503" y="2703"/>
                    <a:pt x="2102" y="1"/>
                    <a:pt x="2102" y="1"/>
                  </a:cubicBez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50"/>
            <p:cNvSpPr/>
            <p:nvPr/>
          </p:nvSpPr>
          <p:spPr>
            <a:xfrm>
              <a:off x="-3162250" y="3300300"/>
              <a:ext cx="115275" cy="66175"/>
            </a:xfrm>
            <a:custGeom>
              <a:avLst/>
              <a:gdLst/>
              <a:ahLst/>
              <a:cxnLst/>
              <a:rect l="l" t="t" r="r" b="b"/>
              <a:pathLst>
                <a:path w="4611" h="2647" extrusionOk="0">
                  <a:moveTo>
                    <a:pt x="841" y="1"/>
                  </a:moveTo>
                  <a:cubicBezTo>
                    <a:pt x="841" y="1"/>
                    <a:pt x="1" y="2646"/>
                    <a:pt x="1386" y="2646"/>
                  </a:cubicBezTo>
                  <a:cubicBezTo>
                    <a:pt x="1435" y="2646"/>
                    <a:pt x="1487" y="2643"/>
                    <a:pt x="1541" y="2636"/>
                  </a:cubicBezTo>
                  <a:cubicBezTo>
                    <a:pt x="3143" y="2436"/>
                    <a:pt x="4610" y="801"/>
                    <a:pt x="4610" y="801"/>
                  </a:cubicBezTo>
                  <a:lnTo>
                    <a:pt x="841" y="1"/>
                  </a:lnTo>
                  <a:close/>
                </a:path>
              </a:pathLst>
            </a:custGeom>
            <a:solidFill>
              <a:srgbClr val="00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50"/>
            <p:cNvSpPr/>
            <p:nvPr/>
          </p:nvSpPr>
          <p:spPr>
            <a:xfrm>
              <a:off x="-3636600" y="3299475"/>
              <a:ext cx="562100" cy="273550"/>
            </a:xfrm>
            <a:custGeom>
              <a:avLst/>
              <a:gdLst/>
              <a:ahLst/>
              <a:cxnLst/>
              <a:rect l="l" t="t" r="r" b="b"/>
              <a:pathLst>
                <a:path w="22484" h="10942" extrusionOk="0">
                  <a:moveTo>
                    <a:pt x="20449" y="0"/>
                  </a:moveTo>
                  <a:cubicBezTo>
                    <a:pt x="20415" y="0"/>
                    <a:pt x="5471" y="1435"/>
                    <a:pt x="1" y="6505"/>
                  </a:cubicBezTo>
                  <a:lnTo>
                    <a:pt x="968" y="10941"/>
                  </a:lnTo>
                  <a:lnTo>
                    <a:pt x="22484" y="4103"/>
                  </a:lnTo>
                  <a:lnTo>
                    <a:pt x="20449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50"/>
            <p:cNvSpPr/>
            <p:nvPr/>
          </p:nvSpPr>
          <p:spPr>
            <a:xfrm>
              <a:off x="-3636600" y="3299475"/>
              <a:ext cx="546250" cy="211850"/>
            </a:xfrm>
            <a:custGeom>
              <a:avLst/>
              <a:gdLst/>
              <a:ahLst/>
              <a:cxnLst/>
              <a:rect l="l" t="t" r="r" b="b"/>
              <a:pathLst>
                <a:path w="21850" h="8474" extrusionOk="0">
                  <a:moveTo>
                    <a:pt x="20415" y="0"/>
                  </a:moveTo>
                  <a:cubicBezTo>
                    <a:pt x="20415" y="0"/>
                    <a:pt x="5438" y="1435"/>
                    <a:pt x="1" y="6505"/>
                  </a:cubicBezTo>
                  <a:lnTo>
                    <a:pt x="434" y="8473"/>
                  </a:lnTo>
                  <a:cubicBezTo>
                    <a:pt x="4504" y="7005"/>
                    <a:pt x="12743" y="4337"/>
                    <a:pt x="21850" y="2936"/>
                  </a:cubicBezTo>
                  <a:lnTo>
                    <a:pt x="20415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50"/>
            <p:cNvSpPr/>
            <p:nvPr/>
          </p:nvSpPr>
          <p:spPr>
            <a:xfrm>
              <a:off x="-3757500" y="1944325"/>
              <a:ext cx="145950" cy="187450"/>
            </a:xfrm>
            <a:custGeom>
              <a:avLst/>
              <a:gdLst/>
              <a:ahLst/>
              <a:cxnLst/>
              <a:rect l="l" t="t" r="r" b="b"/>
              <a:pathLst>
                <a:path w="5838" h="7498" extrusionOk="0">
                  <a:moveTo>
                    <a:pt x="4603" y="1"/>
                  </a:moveTo>
                  <a:cubicBezTo>
                    <a:pt x="4003" y="2936"/>
                    <a:pt x="2335" y="5605"/>
                    <a:pt x="0" y="7440"/>
                  </a:cubicBezTo>
                  <a:cubicBezTo>
                    <a:pt x="323" y="7479"/>
                    <a:pt x="632" y="7498"/>
                    <a:pt x="926" y="7498"/>
                  </a:cubicBezTo>
                  <a:cubicBezTo>
                    <a:pt x="3117" y="7498"/>
                    <a:pt x="4490" y="6446"/>
                    <a:pt x="5137" y="5004"/>
                  </a:cubicBezTo>
                  <a:cubicBezTo>
                    <a:pt x="5838" y="3437"/>
                    <a:pt x="5637" y="1435"/>
                    <a:pt x="4603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50"/>
            <p:cNvSpPr/>
            <p:nvPr/>
          </p:nvSpPr>
          <p:spPr>
            <a:xfrm>
              <a:off x="-4026025" y="2060250"/>
              <a:ext cx="365575" cy="438675"/>
            </a:xfrm>
            <a:custGeom>
              <a:avLst/>
              <a:gdLst/>
              <a:ahLst/>
              <a:cxnLst/>
              <a:rect l="l" t="t" r="r" b="b"/>
              <a:pathLst>
                <a:path w="14623" h="17547" extrusionOk="0">
                  <a:moveTo>
                    <a:pt x="14010" y="1"/>
                  </a:moveTo>
                  <a:cubicBezTo>
                    <a:pt x="14010" y="72"/>
                    <a:pt x="14019" y="153"/>
                    <a:pt x="14045" y="217"/>
                  </a:cubicBezTo>
                  <a:lnTo>
                    <a:pt x="14045" y="217"/>
                  </a:lnTo>
                  <a:cubicBezTo>
                    <a:pt x="14034" y="145"/>
                    <a:pt x="14022" y="73"/>
                    <a:pt x="14010" y="1"/>
                  </a:cubicBezTo>
                  <a:close/>
                  <a:moveTo>
                    <a:pt x="14045" y="217"/>
                  </a:moveTo>
                  <a:lnTo>
                    <a:pt x="14045" y="217"/>
                  </a:lnTo>
                  <a:cubicBezTo>
                    <a:pt x="14051" y="258"/>
                    <a:pt x="14058" y="299"/>
                    <a:pt x="14064" y="340"/>
                  </a:cubicBezTo>
                  <a:lnTo>
                    <a:pt x="14064" y="340"/>
                  </a:lnTo>
                  <a:cubicBezTo>
                    <a:pt x="14089" y="335"/>
                    <a:pt x="14114" y="330"/>
                    <a:pt x="14139" y="324"/>
                  </a:cubicBezTo>
                  <a:lnTo>
                    <a:pt x="14139" y="324"/>
                  </a:lnTo>
                  <a:cubicBezTo>
                    <a:pt x="14159" y="333"/>
                    <a:pt x="14181" y="338"/>
                    <a:pt x="14207" y="338"/>
                  </a:cubicBezTo>
                  <a:cubicBezTo>
                    <a:pt x="14260" y="338"/>
                    <a:pt x="14327" y="317"/>
                    <a:pt x="14410" y="267"/>
                  </a:cubicBezTo>
                  <a:lnTo>
                    <a:pt x="14410" y="267"/>
                  </a:lnTo>
                  <a:cubicBezTo>
                    <a:pt x="14320" y="286"/>
                    <a:pt x="14229" y="305"/>
                    <a:pt x="14139" y="324"/>
                  </a:cubicBezTo>
                  <a:lnTo>
                    <a:pt x="14139" y="324"/>
                  </a:lnTo>
                  <a:cubicBezTo>
                    <a:pt x="14095" y="305"/>
                    <a:pt x="14065" y="265"/>
                    <a:pt x="14045" y="217"/>
                  </a:cubicBezTo>
                  <a:close/>
                  <a:moveTo>
                    <a:pt x="14064" y="340"/>
                  </a:moveTo>
                  <a:lnTo>
                    <a:pt x="14064" y="340"/>
                  </a:lnTo>
                  <a:cubicBezTo>
                    <a:pt x="11470" y="887"/>
                    <a:pt x="8802" y="1488"/>
                    <a:pt x="6471" y="2669"/>
                  </a:cubicBezTo>
                  <a:cubicBezTo>
                    <a:pt x="4003" y="3937"/>
                    <a:pt x="1735" y="5971"/>
                    <a:pt x="901" y="8640"/>
                  </a:cubicBezTo>
                  <a:cubicBezTo>
                    <a:pt x="0" y="11509"/>
                    <a:pt x="734" y="14644"/>
                    <a:pt x="1501" y="17546"/>
                  </a:cubicBezTo>
                  <a:cubicBezTo>
                    <a:pt x="5471" y="16946"/>
                    <a:pt x="9073" y="14644"/>
                    <a:pt x="11408" y="11375"/>
                  </a:cubicBezTo>
                  <a:cubicBezTo>
                    <a:pt x="13676" y="8233"/>
                    <a:pt x="14622" y="4177"/>
                    <a:pt x="14064" y="340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50"/>
            <p:cNvSpPr/>
            <p:nvPr/>
          </p:nvSpPr>
          <p:spPr>
            <a:xfrm>
              <a:off x="-3720825" y="2002275"/>
              <a:ext cx="422000" cy="271475"/>
            </a:xfrm>
            <a:custGeom>
              <a:avLst/>
              <a:gdLst/>
              <a:ahLst/>
              <a:cxnLst/>
              <a:rect l="l" t="t" r="r" b="b"/>
              <a:pathLst>
                <a:path w="16880" h="10859" extrusionOk="0">
                  <a:moveTo>
                    <a:pt x="9186" y="1"/>
                  </a:moveTo>
                  <a:cubicBezTo>
                    <a:pt x="8082" y="1"/>
                    <a:pt x="6975" y="183"/>
                    <a:pt x="5938" y="518"/>
                  </a:cubicBezTo>
                  <a:cubicBezTo>
                    <a:pt x="3837" y="1152"/>
                    <a:pt x="2002" y="2420"/>
                    <a:pt x="1" y="4188"/>
                  </a:cubicBezTo>
                  <a:cubicBezTo>
                    <a:pt x="2603" y="8257"/>
                    <a:pt x="7306" y="10826"/>
                    <a:pt x="12143" y="10859"/>
                  </a:cubicBezTo>
                  <a:cubicBezTo>
                    <a:pt x="13177" y="10859"/>
                    <a:pt x="14278" y="10759"/>
                    <a:pt x="15112" y="10192"/>
                  </a:cubicBezTo>
                  <a:cubicBezTo>
                    <a:pt x="16312" y="9425"/>
                    <a:pt x="16879" y="7924"/>
                    <a:pt x="16846" y="6489"/>
                  </a:cubicBezTo>
                  <a:cubicBezTo>
                    <a:pt x="16779" y="4087"/>
                    <a:pt x="15145" y="1853"/>
                    <a:pt x="12977" y="818"/>
                  </a:cubicBezTo>
                  <a:cubicBezTo>
                    <a:pt x="11800" y="257"/>
                    <a:pt x="10495" y="1"/>
                    <a:pt x="9186" y="1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50"/>
            <p:cNvSpPr/>
            <p:nvPr/>
          </p:nvSpPr>
          <p:spPr>
            <a:xfrm>
              <a:off x="-4076075" y="2115300"/>
              <a:ext cx="297750" cy="290225"/>
            </a:xfrm>
            <a:custGeom>
              <a:avLst/>
              <a:gdLst/>
              <a:ahLst/>
              <a:cxnLst/>
              <a:rect l="l" t="t" r="r" b="b"/>
              <a:pathLst>
                <a:path w="11910" h="11609" extrusionOk="0">
                  <a:moveTo>
                    <a:pt x="11909" y="0"/>
                  </a:moveTo>
                  <a:cubicBezTo>
                    <a:pt x="11666" y="210"/>
                    <a:pt x="11454" y="372"/>
                    <a:pt x="11263" y="498"/>
                  </a:cubicBezTo>
                  <a:lnTo>
                    <a:pt x="11263" y="498"/>
                  </a:lnTo>
                  <a:cubicBezTo>
                    <a:pt x="11732" y="472"/>
                    <a:pt x="11684" y="563"/>
                    <a:pt x="11909" y="0"/>
                  </a:cubicBezTo>
                  <a:close/>
                  <a:moveTo>
                    <a:pt x="11263" y="498"/>
                  </a:moveTo>
                  <a:lnTo>
                    <a:pt x="11263" y="498"/>
                  </a:lnTo>
                  <a:cubicBezTo>
                    <a:pt x="11038" y="510"/>
                    <a:pt x="10693" y="549"/>
                    <a:pt x="10141" y="701"/>
                  </a:cubicBezTo>
                  <a:cubicBezTo>
                    <a:pt x="9896" y="771"/>
                    <a:pt x="9647" y="831"/>
                    <a:pt x="9397" y="886"/>
                  </a:cubicBezTo>
                  <a:lnTo>
                    <a:pt x="9397" y="886"/>
                  </a:lnTo>
                  <a:cubicBezTo>
                    <a:pt x="9606" y="896"/>
                    <a:pt x="9790" y="907"/>
                    <a:pt x="9963" y="907"/>
                  </a:cubicBezTo>
                  <a:cubicBezTo>
                    <a:pt x="10388" y="907"/>
                    <a:pt x="10749" y="837"/>
                    <a:pt x="11263" y="498"/>
                  </a:cubicBezTo>
                  <a:close/>
                  <a:moveTo>
                    <a:pt x="8882" y="872"/>
                  </a:moveTo>
                  <a:cubicBezTo>
                    <a:pt x="8597" y="872"/>
                    <a:pt x="8268" y="886"/>
                    <a:pt x="7873" y="934"/>
                  </a:cubicBezTo>
                  <a:cubicBezTo>
                    <a:pt x="6072" y="1134"/>
                    <a:pt x="4170" y="967"/>
                    <a:pt x="2569" y="1835"/>
                  </a:cubicBezTo>
                  <a:cubicBezTo>
                    <a:pt x="868" y="2802"/>
                    <a:pt x="1" y="4837"/>
                    <a:pt x="167" y="6772"/>
                  </a:cubicBezTo>
                  <a:cubicBezTo>
                    <a:pt x="368" y="8673"/>
                    <a:pt x="1535" y="10441"/>
                    <a:pt x="3069" y="11608"/>
                  </a:cubicBezTo>
                  <a:cubicBezTo>
                    <a:pt x="1869" y="10141"/>
                    <a:pt x="1368" y="8106"/>
                    <a:pt x="1802" y="6271"/>
                  </a:cubicBezTo>
                  <a:cubicBezTo>
                    <a:pt x="2202" y="4370"/>
                    <a:pt x="3503" y="2769"/>
                    <a:pt x="5204" y="1968"/>
                  </a:cubicBezTo>
                  <a:cubicBezTo>
                    <a:pt x="6508" y="1316"/>
                    <a:pt x="7981" y="1194"/>
                    <a:pt x="9397" y="886"/>
                  </a:cubicBezTo>
                  <a:lnTo>
                    <a:pt x="9397" y="886"/>
                  </a:lnTo>
                  <a:cubicBezTo>
                    <a:pt x="9241" y="878"/>
                    <a:pt x="9071" y="872"/>
                    <a:pt x="8882" y="872"/>
                  </a:cubicBezTo>
                  <a:close/>
                </a:path>
              </a:pathLst>
            </a:custGeom>
            <a:solidFill>
              <a:srgbClr val="4D4D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50"/>
            <p:cNvSpPr/>
            <p:nvPr/>
          </p:nvSpPr>
          <p:spPr>
            <a:xfrm>
              <a:off x="-3346375" y="2535600"/>
              <a:ext cx="380275" cy="261400"/>
            </a:xfrm>
            <a:custGeom>
              <a:avLst/>
              <a:gdLst/>
              <a:ahLst/>
              <a:cxnLst/>
              <a:rect l="l" t="t" r="r" b="b"/>
              <a:pathLst>
                <a:path w="15211" h="10456" extrusionOk="0">
                  <a:moveTo>
                    <a:pt x="567" y="0"/>
                  </a:moveTo>
                  <a:cubicBezTo>
                    <a:pt x="0" y="1768"/>
                    <a:pt x="734" y="4270"/>
                    <a:pt x="2202" y="6305"/>
                  </a:cubicBezTo>
                  <a:cubicBezTo>
                    <a:pt x="3669" y="8339"/>
                    <a:pt x="5871" y="9941"/>
                    <a:pt x="8373" y="10341"/>
                  </a:cubicBezTo>
                  <a:cubicBezTo>
                    <a:pt x="8810" y="10418"/>
                    <a:pt x="9254" y="10456"/>
                    <a:pt x="9698" y="10456"/>
                  </a:cubicBezTo>
                  <a:cubicBezTo>
                    <a:pt x="11765" y="10456"/>
                    <a:pt x="13838" y="9632"/>
                    <a:pt x="15211" y="8039"/>
                  </a:cubicBezTo>
                  <a:lnTo>
                    <a:pt x="15211" y="8039"/>
                  </a:lnTo>
                  <a:cubicBezTo>
                    <a:pt x="13919" y="8976"/>
                    <a:pt x="12345" y="9412"/>
                    <a:pt x="10751" y="9412"/>
                  </a:cubicBezTo>
                  <a:cubicBezTo>
                    <a:pt x="9053" y="9412"/>
                    <a:pt x="7332" y="8918"/>
                    <a:pt x="5904" y="8006"/>
                  </a:cubicBezTo>
                  <a:cubicBezTo>
                    <a:pt x="3169" y="6271"/>
                    <a:pt x="1368" y="3202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50"/>
            <p:cNvSpPr/>
            <p:nvPr/>
          </p:nvSpPr>
          <p:spPr>
            <a:xfrm>
              <a:off x="-3624925" y="2585625"/>
              <a:ext cx="144300" cy="59225"/>
            </a:xfrm>
            <a:custGeom>
              <a:avLst/>
              <a:gdLst/>
              <a:ahLst/>
              <a:cxnLst/>
              <a:rect l="l" t="t" r="r" b="b"/>
              <a:pathLst>
                <a:path w="5772" h="2369" extrusionOk="0">
                  <a:moveTo>
                    <a:pt x="282" y="1"/>
                  </a:moveTo>
                  <a:cubicBezTo>
                    <a:pt x="242" y="1"/>
                    <a:pt x="201" y="12"/>
                    <a:pt x="168" y="34"/>
                  </a:cubicBezTo>
                  <a:cubicBezTo>
                    <a:pt x="34" y="101"/>
                    <a:pt x="1" y="267"/>
                    <a:pt x="101" y="334"/>
                  </a:cubicBezTo>
                  <a:cubicBezTo>
                    <a:pt x="835" y="1635"/>
                    <a:pt x="2369" y="2369"/>
                    <a:pt x="3870" y="2369"/>
                  </a:cubicBezTo>
                  <a:cubicBezTo>
                    <a:pt x="4471" y="2369"/>
                    <a:pt x="5038" y="2269"/>
                    <a:pt x="5605" y="2035"/>
                  </a:cubicBezTo>
                  <a:cubicBezTo>
                    <a:pt x="5705" y="2002"/>
                    <a:pt x="5772" y="1869"/>
                    <a:pt x="5705" y="1768"/>
                  </a:cubicBezTo>
                  <a:cubicBezTo>
                    <a:pt x="5679" y="1667"/>
                    <a:pt x="5596" y="1623"/>
                    <a:pt x="5513" y="1623"/>
                  </a:cubicBezTo>
                  <a:cubicBezTo>
                    <a:pt x="5487" y="1623"/>
                    <a:pt x="5462" y="1627"/>
                    <a:pt x="5438" y="1635"/>
                  </a:cubicBezTo>
                  <a:cubicBezTo>
                    <a:pt x="4941" y="1865"/>
                    <a:pt x="4402" y="1973"/>
                    <a:pt x="3863" y="1973"/>
                  </a:cubicBezTo>
                  <a:cubicBezTo>
                    <a:pt x="2523" y="1973"/>
                    <a:pt x="1182" y="1300"/>
                    <a:pt x="468" y="134"/>
                  </a:cubicBezTo>
                  <a:cubicBezTo>
                    <a:pt x="446" y="45"/>
                    <a:pt x="364" y="1"/>
                    <a:pt x="282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50"/>
            <p:cNvSpPr/>
            <p:nvPr/>
          </p:nvSpPr>
          <p:spPr>
            <a:xfrm>
              <a:off x="-3757500" y="2831625"/>
              <a:ext cx="710525" cy="693875"/>
            </a:xfrm>
            <a:custGeom>
              <a:avLst/>
              <a:gdLst/>
              <a:ahLst/>
              <a:cxnLst/>
              <a:rect l="l" t="t" r="r" b="b"/>
              <a:pathLst>
                <a:path w="28421" h="27755" extrusionOk="0">
                  <a:moveTo>
                    <a:pt x="14844" y="1"/>
                  </a:moveTo>
                  <a:lnTo>
                    <a:pt x="14510" y="201"/>
                  </a:lnTo>
                  <a:cubicBezTo>
                    <a:pt x="14510" y="201"/>
                    <a:pt x="18480" y="4904"/>
                    <a:pt x="11575" y="6973"/>
                  </a:cubicBezTo>
                  <a:cubicBezTo>
                    <a:pt x="11575" y="6973"/>
                    <a:pt x="10945" y="7266"/>
                    <a:pt x="9858" y="7266"/>
                  </a:cubicBezTo>
                  <a:cubicBezTo>
                    <a:pt x="8060" y="7266"/>
                    <a:pt x="5014" y="6463"/>
                    <a:pt x="1501" y="2203"/>
                  </a:cubicBezTo>
                  <a:lnTo>
                    <a:pt x="0" y="13844"/>
                  </a:lnTo>
                  <a:lnTo>
                    <a:pt x="3803" y="27754"/>
                  </a:lnTo>
                  <a:cubicBezTo>
                    <a:pt x="3803" y="27754"/>
                    <a:pt x="11575" y="21149"/>
                    <a:pt x="28420" y="19548"/>
                  </a:cubicBezTo>
                  <a:cubicBezTo>
                    <a:pt x="26919" y="13444"/>
                    <a:pt x="25118" y="7406"/>
                    <a:pt x="14844" y="1"/>
                  </a:cubicBezTo>
                  <a:close/>
                </a:path>
              </a:pathLst>
            </a:custGeom>
            <a:solidFill>
              <a:srgbClr val="F5F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50"/>
            <p:cNvSpPr/>
            <p:nvPr/>
          </p:nvSpPr>
          <p:spPr>
            <a:xfrm>
              <a:off x="-3757500" y="3143525"/>
              <a:ext cx="710525" cy="383625"/>
            </a:xfrm>
            <a:custGeom>
              <a:avLst/>
              <a:gdLst/>
              <a:ahLst/>
              <a:cxnLst/>
              <a:rect l="l" t="t" r="r" b="b"/>
              <a:pathLst>
                <a:path w="28421" h="15345" extrusionOk="0">
                  <a:moveTo>
                    <a:pt x="167" y="1"/>
                  </a:moveTo>
                  <a:lnTo>
                    <a:pt x="0" y="1368"/>
                  </a:lnTo>
                  <a:lnTo>
                    <a:pt x="3803" y="15345"/>
                  </a:lnTo>
                  <a:cubicBezTo>
                    <a:pt x="3803" y="15278"/>
                    <a:pt x="11575" y="8673"/>
                    <a:pt x="28420" y="7072"/>
                  </a:cubicBezTo>
                  <a:cubicBezTo>
                    <a:pt x="27820" y="4804"/>
                    <a:pt x="27253" y="2502"/>
                    <a:pt x="26152" y="167"/>
                  </a:cubicBezTo>
                  <a:cubicBezTo>
                    <a:pt x="21525" y="2558"/>
                    <a:pt x="17192" y="3359"/>
                    <a:pt x="13464" y="3359"/>
                  </a:cubicBezTo>
                  <a:cubicBezTo>
                    <a:pt x="5906" y="3359"/>
                    <a:pt x="834" y="67"/>
                    <a:pt x="834" y="67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50"/>
            <p:cNvSpPr/>
            <p:nvPr/>
          </p:nvSpPr>
          <p:spPr>
            <a:xfrm>
              <a:off x="-3757500" y="2886675"/>
              <a:ext cx="161800" cy="471200"/>
            </a:xfrm>
            <a:custGeom>
              <a:avLst/>
              <a:gdLst/>
              <a:ahLst/>
              <a:cxnLst/>
              <a:rect l="l" t="t" r="r" b="b"/>
              <a:pathLst>
                <a:path w="6472" h="18848" extrusionOk="0">
                  <a:moveTo>
                    <a:pt x="1501" y="1"/>
                  </a:moveTo>
                  <a:lnTo>
                    <a:pt x="0" y="11642"/>
                  </a:lnTo>
                  <a:lnTo>
                    <a:pt x="1968" y="18847"/>
                  </a:lnTo>
                  <a:cubicBezTo>
                    <a:pt x="6171" y="15945"/>
                    <a:pt x="6471" y="8340"/>
                    <a:pt x="6271" y="4103"/>
                  </a:cubicBezTo>
                  <a:cubicBezTo>
                    <a:pt x="4837" y="3336"/>
                    <a:pt x="3236" y="2102"/>
                    <a:pt x="1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50"/>
            <p:cNvSpPr/>
            <p:nvPr/>
          </p:nvSpPr>
          <p:spPr>
            <a:xfrm>
              <a:off x="-3282175" y="3366175"/>
              <a:ext cx="1180025" cy="870650"/>
            </a:xfrm>
            <a:custGeom>
              <a:avLst/>
              <a:gdLst/>
              <a:ahLst/>
              <a:cxnLst/>
              <a:rect l="l" t="t" r="r" b="b"/>
              <a:pathLst>
                <a:path w="47201" h="34826" extrusionOk="0">
                  <a:moveTo>
                    <a:pt x="8907" y="1"/>
                  </a:moveTo>
                  <a:lnTo>
                    <a:pt x="1" y="2870"/>
                  </a:lnTo>
                  <a:lnTo>
                    <a:pt x="7639" y="18881"/>
                  </a:lnTo>
                  <a:lnTo>
                    <a:pt x="25686" y="18881"/>
                  </a:lnTo>
                  <a:lnTo>
                    <a:pt x="36160" y="34826"/>
                  </a:lnTo>
                  <a:lnTo>
                    <a:pt x="47201" y="30623"/>
                  </a:lnTo>
                  <a:lnTo>
                    <a:pt x="39295" y="12176"/>
                  </a:lnTo>
                  <a:cubicBezTo>
                    <a:pt x="38928" y="11176"/>
                    <a:pt x="38295" y="10108"/>
                    <a:pt x="37527" y="9007"/>
                  </a:cubicBezTo>
                  <a:cubicBezTo>
                    <a:pt x="34445" y="4599"/>
                    <a:pt x="29320" y="2002"/>
                    <a:pt x="23888" y="2002"/>
                  </a:cubicBezTo>
                  <a:cubicBezTo>
                    <a:pt x="23854" y="2002"/>
                    <a:pt x="23819" y="2002"/>
                    <a:pt x="23784" y="2002"/>
                  </a:cubicBezTo>
                  <a:lnTo>
                    <a:pt x="9974" y="2136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50"/>
            <p:cNvSpPr/>
            <p:nvPr/>
          </p:nvSpPr>
          <p:spPr>
            <a:xfrm>
              <a:off x="-3192950" y="3623025"/>
              <a:ext cx="902350" cy="614650"/>
            </a:xfrm>
            <a:custGeom>
              <a:avLst/>
              <a:gdLst/>
              <a:ahLst/>
              <a:cxnLst/>
              <a:rect l="l" t="t" r="r" b="b"/>
              <a:pathLst>
                <a:path w="36094" h="24586" extrusionOk="0">
                  <a:moveTo>
                    <a:pt x="3103" y="1"/>
                  </a:moveTo>
                  <a:lnTo>
                    <a:pt x="1" y="201"/>
                  </a:lnTo>
                  <a:lnTo>
                    <a:pt x="4037" y="8674"/>
                  </a:lnTo>
                  <a:lnTo>
                    <a:pt x="22083" y="8674"/>
                  </a:lnTo>
                  <a:lnTo>
                    <a:pt x="32557" y="24585"/>
                  </a:lnTo>
                  <a:lnTo>
                    <a:pt x="36093" y="23184"/>
                  </a:lnTo>
                  <a:lnTo>
                    <a:pt x="27520" y="7740"/>
                  </a:lnTo>
                  <a:cubicBezTo>
                    <a:pt x="25452" y="4137"/>
                    <a:pt x="21783" y="1702"/>
                    <a:pt x="17613" y="1335"/>
                  </a:cubicBezTo>
                  <a:lnTo>
                    <a:pt x="31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50"/>
            <p:cNvSpPr/>
            <p:nvPr/>
          </p:nvSpPr>
          <p:spPr>
            <a:xfrm>
              <a:off x="-3543200" y="2480825"/>
              <a:ext cx="58400" cy="97325"/>
            </a:xfrm>
            <a:custGeom>
              <a:avLst/>
              <a:gdLst/>
              <a:ahLst/>
              <a:cxnLst/>
              <a:rect l="l" t="t" r="r" b="b"/>
              <a:pathLst>
                <a:path w="2336" h="3893" extrusionOk="0">
                  <a:moveTo>
                    <a:pt x="1125" y="1"/>
                  </a:moveTo>
                  <a:cubicBezTo>
                    <a:pt x="1063" y="1"/>
                    <a:pt x="993" y="17"/>
                    <a:pt x="935" y="56"/>
                  </a:cubicBezTo>
                  <a:cubicBezTo>
                    <a:pt x="901" y="156"/>
                    <a:pt x="901" y="290"/>
                    <a:pt x="1002" y="356"/>
                  </a:cubicBezTo>
                  <a:cubicBezTo>
                    <a:pt x="1569" y="857"/>
                    <a:pt x="1869" y="1391"/>
                    <a:pt x="1869" y="1858"/>
                  </a:cubicBezTo>
                  <a:cubicBezTo>
                    <a:pt x="1769" y="3192"/>
                    <a:pt x="234" y="3492"/>
                    <a:pt x="168" y="3492"/>
                  </a:cubicBezTo>
                  <a:cubicBezTo>
                    <a:pt x="34" y="3492"/>
                    <a:pt x="1" y="3625"/>
                    <a:pt x="1" y="3726"/>
                  </a:cubicBezTo>
                  <a:cubicBezTo>
                    <a:pt x="1" y="3826"/>
                    <a:pt x="68" y="3892"/>
                    <a:pt x="201" y="3892"/>
                  </a:cubicBezTo>
                  <a:cubicBezTo>
                    <a:pt x="901" y="3792"/>
                    <a:pt x="2236" y="3192"/>
                    <a:pt x="2269" y="1891"/>
                  </a:cubicBezTo>
                  <a:cubicBezTo>
                    <a:pt x="2336" y="1290"/>
                    <a:pt x="1936" y="657"/>
                    <a:pt x="1235" y="23"/>
                  </a:cubicBezTo>
                  <a:cubicBezTo>
                    <a:pt x="1207" y="9"/>
                    <a:pt x="1168" y="1"/>
                    <a:pt x="1125" y="1"/>
                  </a:cubicBezTo>
                  <a:close/>
                </a:path>
              </a:pathLst>
            </a:custGeom>
            <a:solidFill>
              <a:srgbClr val="D693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50"/>
            <p:cNvSpPr/>
            <p:nvPr/>
          </p:nvSpPr>
          <p:spPr>
            <a:xfrm>
              <a:off x="-2710925" y="4657950"/>
              <a:ext cx="373625" cy="318775"/>
            </a:xfrm>
            <a:custGeom>
              <a:avLst/>
              <a:gdLst/>
              <a:ahLst/>
              <a:cxnLst/>
              <a:rect l="l" t="t" r="r" b="b"/>
              <a:pathLst>
                <a:path w="14945" h="12751" extrusionOk="0">
                  <a:moveTo>
                    <a:pt x="9640" y="0"/>
                  </a:moveTo>
                  <a:lnTo>
                    <a:pt x="0" y="4804"/>
                  </a:lnTo>
                  <a:lnTo>
                    <a:pt x="5904" y="12709"/>
                  </a:lnTo>
                  <a:cubicBezTo>
                    <a:pt x="5904" y="12709"/>
                    <a:pt x="6250" y="12751"/>
                    <a:pt x="6811" y="12751"/>
                  </a:cubicBezTo>
                  <a:cubicBezTo>
                    <a:pt x="8772" y="12751"/>
                    <a:pt x="13362" y="12246"/>
                    <a:pt x="14944" y="7706"/>
                  </a:cubicBezTo>
                  <a:lnTo>
                    <a:pt x="9640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50"/>
            <p:cNvSpPr/>
            <p:nvPr/>
          </p:nvSpPr>
          <p:spPr>
            <a:xfrm>
              <a:off x="-2592525" y="4836400"/>
              <a:ext cx="658850" cy="337775"/>
            </a:xfrm>
            <a:custGeom>
              <a:avLst/>
              <a:gdLst/>
              <a:ahLst/>
              <a:cxnLst/>
              <a:rect l="l" t="t" r="r" b="b"/>
              <a:pathLst>
                <a:path w="26354" h="13511" extrusionOk="0">
                  <a:moveTo>
                    <a:pt x="9775" y="1"/>
                  </a:moveTo>
                  <a:lnTo>
                    <a:pt x="1" y="4037"/>
                  </a:lnTo>
                  <a:lnTo>
                    <a:pt x="234" y="9908"/>
                  </a:lnTo>
                  <a:cubicBezTo>
                    <a:pt x="368" y="11909"/>
                    <a:pt x="2036" y="13510"/>
                    <a:pt x="4037" y="13510"/>
                  </a:cubicBezTo>
                  <a:lnTo>
                    <a:pt x="26353" y="13510"/>
                  </a:lnTo>
                  <a:lnTo>
                    <a:pt x="26353" y="12810"/>
                  </a:lnTo>
                  <a:cubicBezTo>
                    <a:pt x="26353" y="11075"/>
                    <a:pt x="25252" y="9574"/>
                    <a:pt x="23685" y="9007"/>
                  </a:cubicBezTo>
                  <a:lnTo>
                    <a:pt x="20749" y="7973"/>
                  </a:lnTo>
                  <a:lnTo>
                    <a:pt x="9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50"/>
            <p:cNvSpPr/>
            <p:nvPr/>
          </p:nvSpPr>
          <p:spPr>
            <a:xfrm>
              <a:off x="-2232250" y="4975675"/>
              <a:ext cx="135950" cy="123450"/>
            </a:xfrm>
            <a:custGeom>
              <a:avLst/>
              <a:gdLst/>
              <a:ahLst/>
              <a:cxnLst/>
              <a:rect l="l" t="t" r="r" b="b"/>
              <a:pathLst>
                <a:path w="5438" h="4938" extrusionOk="0">
                  <a:moveTo>
                    <a:pt x="3102" y="0"/>
                  </a:moveTo>
                  <a:lnTo>
                    <a:pt x="0" y="2836"/>
                  </a:lnTo>
                  <a:lnTo>
                    <a:pt x="1968" y="4937"/>
                  </a:lnTo>
                  <a:lnTo>
                    <a:pt x="5437" y="1668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50"/>
            <p:cNvSpPr/>
            <p:nvPr/>
          </p:nvSpPr>
          <p:spPr>
            <a:xfrm>
              <a:off x="-2324825" y="4912300"/>
              <a:ext cx="140950" cy="128450"/>
            </a:xfrm>
            <a:custGeom>
              <a:avLst/>
              <a:gdLst/>
              <a:ahLst/>
              <a:cxnLst/>
              <a:rect l="l" t="t" r="r" b="b"/>
              <a:pathLst>
                <a:path w="5638" h="5138" extrusionOk="0">
                  <a:moveTo>
                    <a:pt x="3303" y="0"/>
                  </a:moveTo>
                  <a:lnTo>
                    <a:pt x="1" y="3036"/>
                  </a:lnTo>
                  <a:lnTo>
                    <a:pt x="1969" y="5137"/>
                  </a:lnTo>
                  <a:lnTo>
                    <a:pt x="5638" y="1668"/>
                  </a:lnTo>
                  <a:lnTo>
                    <a:pt x="33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50"/>
            <p:cNvSpPr/>
            <p:nvPr/>
          </p:nvSpPr>
          <p:spPr>
            <a:xfrm>
              <a:off x="-2710925" y="4658775"/>
              <a:ext cx="281050" cy="258550"/>
            </a:xfrm>
            <a:custGeom>
              <a:avLst/>
              <a:gdLst/>
              <a:ahLst/>
              <a:cxnLst/>
              <a:rect l="l" t="t" r="r" b="b"/>
              <a:pathLst>
                <a:path w="11242" h="10342" extrusionOk="0">
                  <a:moveTo>
                    <a:pt x="9674" y="1"/>
                  </a:moveTo>
                  <a:lnTo>
                    <a:pt x="0" y="4771"/>
                  </a:lnTo>
                  <a:lnTo>
                    <a:pt x="4170" y="10341"/>
                  </a:lnTo>
                  <a:lnTo>
                    <a:pt x="11242" y="2269"/>
                  </a:lnTo>
                  <a:lnTo>
                    <a:pt x="9674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50"/>
            <p:cNvSpPr/>
            <p:nvPr/>
          </p:nvSpPr>
          <p:spPr>
            <a:xfrm>
              <a:off x="-3970175" y="2397525"/>
              <a:ext cx="162650" cy="192650"/>
            </a:xfrm>
            <a:custGeom>
              <a:avLst/>
              <a:gdLst/>
              <a:ahLst/>
              <a:cxnLst/>
              <a:rect l="l" t="t" r="r" b="b"/>
              <a:pathLst>
                <a:path w="6506" h="7706" extrusionOk="0">
                  <a:moveTo>
                    <a:pt x="3973" y="1"/>
                  </a:moveTo>
                  <a:cubicBezTo>
                    <a:pt x="2619" y="1"/>
                    <a:pt x="1220" y="878"/>
                    <a:pt x="668" y="2121"/>
                  </a:cubicBezTo>
                  <a:cubicBezTo>
                    <a:pt x="1" y="3655"/>
                    <a:pt x="535" y="5556"/>
                    <a:pt x="1802" y="6657"/>
                  </a:cubicBezTo>
                  <a:cubicBezTo>
                    <a:pt x="2625" y="7350"/>
                    <a:pt x="3701" y="7706"/>
                    <a:pt x="4783" y="7706"/>
                  </a:cubicBezTo>
                  <a:cubicBezTo>
                    <a:pt x="5368" y="7706"/>
                    <a:pt x="5955" y="7602"/>
                    <a:pt x="6506" y="7391"/>
                  </a:cubicBezTo>
                  <a:cubicBezTo>
                    <a:pt x="5972" y="5056"/>
                    <a:pt x="5405" y="2721"/>
                    <a:pt x="4804" y="119"/>
                  </a:cubicBezTo>
                  <a:cubicBezTo>
                    <a:pt x="4535" y="39"/>
                    <a:pt x="4255" y="1"/>
                    <a:pt x="3973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50"/>
            <p:cNvSpPr/>
            <p:nvPr/>
          </p:nvSpPr>
          <p:spPr>
            <a:xfrm>
              <a:off x="-3936800" y="2428275"/>
              <a:ext cx="101750" cy="130700"/>
            </a:xfrm>
            <a:custGeom>
              <a:avLst/>
              <a:gdLst/>
              <a:ahLst/>
              <a:cxnLst/>
              <a:rect l="l" t="t" r="r" b="b"/>
              <a:pathLst>
                <a:path w="4070" h="5228" extrusionOk="0">
                  <a:moveTo>
                    <a:pt x="1201" y="0"/>
                  </a:moveTo>
                  <a:cubicBezTo>
                    <a:pt x="1119" y="0"/>
                    <a:pt x="1030" y="53"/>
                    <a:pt x="968" y="157"/>
                  </a:cubicBezTo>
                  <a:cubicBezTo>
                    <a:pt x="934" y="257"/>
                    <a:pt x="0" y="2258"/>
                    <a:pt x="901" y="3759"/>
                  </a:cubicBezTo>
                  <a:cubicBezTo>
                    <a:pt x="1335" y="4593"/>
                    <a:pt x="2302" y="5094"/>
                    <a:pt x="3736" y="5227"/>
                  </a:cubicBezTo>
                  <a:cubicBezTo>
                    <a:pt x="3903" y="5227"/>
                    <a:pt x="4003" y="5094"/>
                    <a:pt x="4003" y="4960"/>
                  </a:cubicBezTo>
                  <a:cubicBezTo>
                    <a:pt x="4070" y="4793"/>
                    <a:pt x="3936" y="4627"/>
                    <a:pt x="3770" y="4627"/>
                  </a:cubicBezTo>
                  <a:cubicBezTo>
                    <a:pt x="2602" y="4560"/>
                    <a:pt x="1768" y="4126"/>
                    <a:pt x="1401" y="3459"/>
                  </a:cubicBezTo>
                  <a:cubicBezTo>
                    <a:pt x="667" y="2258"/>
                    <a:pt x="1468" y="424"/>
                    <a:pt x="1468" y="424"/>
                  </a:cubicBezTo>
                  <a:cubicBezTo>
                    <a:pt x="1568" y="290"/>
                    <a:pt x="1501" y="123"/>
                    <a:pt x="1335" y="57"/>
                  </a:cubicBezTo>
                  <a:cubicBezTo>
                    <a:pt x="1297" y="19"/>
                    <a:pt x="1250" y="0"/>
                    <a:pt x="1201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50"/>
            <p:cNvSpPr/>
            <p:nvPr/>
          </p:nvSpPr>
          <p:spPr>
            <a:xfrm>
              <a:off x="-3632425" y="3392875"/>
              <a:ext cx="1144175" cy="1370175"/>
            </a:xfrm>
            <a:custGeom>
              <a:avLst/>
              <a:gdLst/>
              <a:ahLst/>
              <a:cxnLst/>
              <a:rect l="l" t="t" r="r" b="b"/>
              <a:pathLst>
                <a:path w="45767" h="54807" extrusionOk="0">
                  <a:moveTo>
                    <a:pt x="19915" y="0"/>
                  </a:moveTo>
                  <a:lnTo>
                    <a:pt x="601" y="6205"/>
                  </a:lnTo>
                  <a:lnTo>
                    <a:pt x="301" y="10274"/>
                  </a:lnTo>
                  <a:cubicBezTo>
                    <a:pt x="1" y="12209"/>
                    <a:pt x="1" y="14110"/>
                    <a:pt x="301" y="16045"/>
                  </a:cubicBezTo>
                  <a:cubicBezTo>
                    <a:pt x="1235" y="21949"/>
                    <a:pt x="4937" y="27053"/>
                    <a:pt x="10241" y="29788"/>
                  </a:cubicBezTo>
                  <a:lnTo>
                    <a:pt x="22317" y="36059"/>
                  </a:lnTo>
                  <a:lnTo>
                    <a:pt x="34158" y="54806"/>
                  </a:lnTo>
                  <a:lnTo>
                    <a:pt x="45767" y="48135"/>
                  </a:lnTo>
                  <a:lnTo>
                    <a:pt x="33591" y="26386"/>
                  </a:lnTo>
                  <a:cubicBezTo>
                    <a:pt x="32591" y="24585"/>
                    <a:pt x="31356" y="22917"/>
                    <a:pt x="29989" y="21416"/>
                  </a:cubicBezTo>
                  <a:lnTo>
                    <a:pt x="26753" y="17913"/>
                  </a:lnTo>
                  <a:lnTo>
                    <a:pt x="20815" y="9240"/>
                  </a:lnTo>
                  <a:lnTo>
                    <a:pt x="199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50"/>
            <p:cNvSpPr/>
            <p:nvPr/>
          </p:nvSpPr>
          <p:spPr>
            <a:xfrm>
              <a:off x="-3631600" y="3519625"/>
              <a:ext cx="1029950" cy="1356000"/>
            </a:xfrm>
            <a:custGeom>
              <a:avLst/>
              <a:gdLst/>
              <a:ahLst/>
              <a:cxnLst/>
              <a:rect l="l" t="t" r="r" b="b"/>
              <a:pathLst>
                <a:path w="41198" h="54240" extrusionOk="0">
                  <a:moveTo>
                    <a:pt x="4071" y="1"/>
                  </a:moveTo>
                  <a:lnTo>
                    <a:pt x="568" y="1168"/>
                  </a:lnTo>
                  <a:lnTo>
                    <a:pt x="268" y="5271"/>
                  </a:lnTo>
                  <a:cubicBezTo>
                    <a:pt x="1" y="7172"/>
                    <a:pt x="1" y="9107"/>
                    <a:pt x="268" y="11009"/>
                  </a:cubicBezTo>
                  <a:cubicBezTo>
                    <a:pt x="1202" y="16946"/>
                    <a:pt x="4904" y="22016"/>
                    <a:pt x="10208" y="24785"/>
                  </a:cubicBezTo>
                  <a:lnTo>
                    <a:pt x="22284" y="31023"/>
                  </a:lnTo>
                  <a:lnTo>
                    <a:pt x="32524" y="47234"/>
                  </a:lnTo>
                  <a:lnTo>
                    <a:pt x="30356" y="48502"/>
                  </a:lnTo>
                  <a:lnTo>
                    <a:pt x="33692" y="54239"/>
                  </a:lnTo>
                  <a:lnTo>
                    <a:pt x="41197" y="49903"/>
                  </a:lnTo>
                  <a:lnTo>
                    <a:pt x="31790" y="32357"/>
                  </a:lnTo>
                  <a:cubicBezTo>
                    <a:pt x="29889" y="28821"/>
                    <a:pt x="27220" y="25852"/>
                    <a:pt x="23918" y="23684"/>
                  </a:cubicBezTo>
                  <a:lnTo>
                    <a:pt x="12977" y="16379"/>
                  </a:lnTo>
                  <a:cubicBezTo>
                    <a:pt x="7773" y="14344"/>
                    <a:pt x="5238" y="6005"/>
                    <a:pt x="40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50"/>
            <p:cNvSpPr/>
            <p:nvPr/>
          </p:nvSpPr>
          <p:spPr>
            <a:xfrm>
              <a:off x="-3601575" y="3553025"/>
              <a:ext cx="242700" cy="341075"/>
            </a:xfrm>
            <a:custGeom>
              <a:avLst/>
              <a:gdLst/>
              <a:ahLst/>
              <a:cxnLst/>
              <a:rect l="l" t="t" r="r" b="b"/>
              <a:pathLst>
                <a:path w="9708" h="13643" extrusionOk="0">
                  <a:moveTo>
                    <a:pt x="7672" y="0"/>
                  </a:moveTo>
                  <a:cubicBezTo>
                    <a:pt x="7627" y="0"/>
                    <a:pt x="7582" y="11"/>
                    <a:pt x="7540" y="32"/>
                  </a:cubicBezTo>
                  <a:cubicBezTo>
                    <a:pt x="7373" y="132"/>
                    <a:pt x="7339" y="299"/>
                    <a:pt x="7406" y="399"/>
                  </a:cubicBezTo>
                  <a:cubicBezTo>
                    <a:pt x="7473" y="466"/>
                    <a:pt x="9708" y="5470"/>
                    <a:pt x="7540" y="9172"/>
                  </a:cubicBezTo>
                  <a:cubicBezTo>
                    <a:pt x="6239" y="11307"/>
                    <a:pt x="3703" y="12641"/>
                    <a:pt x="1" y="13042"/>
                  </a:cubicBezTo>
                  <a:cubicBezTo>
                    <a:pt x="68" y="13242"/>
                    <a:pt x="101" y="13409"/>
                    <a:pt x="201" y="13642"/>
                  </a:cubicBezTo>
                  <a:cubicBezTo>
                    <a:pt x="4037" y="13142"/>
                    <a:pt x="6706" y="11741"/>
                    <a:pt x="8040" y="9472"/>
                  </a:cubicBezTo>
                  <a:cubicBezTo>
                    <a:pt x="9007" y="7805"/>
                    <a:pt x="9274" y="5670"/>
                    <a:pt x="8874" y="3301"/>
                  </a:cubicBezTo>
                  <a:cubicBezTo>
                    <a:pt x="8540" y="1500"/>
                    <a:pt x="7940" y="199"/>
                    <a:pt x="7906" y="166"/>
                  </a:cubicBezTo>
                  <a:cubicBezTo>
                    <a:pt x="7861" y="52"/>
                    <a:pt x="7769" y="0"/>
                    <a:pt x="7672" y="0"/>
                  </a:cubicBez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50"/>
            <p:cNvSpPr/>
            <p:nvPr/>
          </p:nvSpPr>
          <p:spPr>
            <a:xfrm>
              <a:off x="-4041050" y="2892775"/>
              <a:ext cx="458675" cy="1036350"/>
            </a:xfrm>
            <a:custGeom>
              <a:avLst/>
              <a:gdLst/>
              <a:ahLst/>
              <a:cxnLst/>
              <a:rect l="l" t="t" r="r" b="b"/>
              <a:pathLst>
                <a:path w="18347" h="41454" extrusionOk="0">
                  <a:moveTo>
                    <a:pt x="9267" y="1"/>
                  </a:moveTo>
                  <a:cubicBezTo>
                    <a:pt x="6997" y="1"/>
                    <a:pt x="4882" y="1520"/>
                    <a:pt x="4270" y="3826"/>
                  </a:cubicBezTo>
                  <a:lnTo>
                    <a:pt x="601" y="20104"/>
                  </a:lnTo>
                  <a:cubicBezTo>
                    <a:pt x="1" y="22673"/>
                    <a:pt x="568" y="25375"/>
                    <a:pt x="2069" y="27543"/>
                  </a:cubicBezTo>
                  <a:lnTo>
                    <a:pt x="11742" y="41453"/>
                  </a:lnTo>
                  <a:lnTo>
                    <a:pt x="18347" y="37884"/>
                  </a:lnTo>
                  <a:lnTo>
                    <a:pt x="10341" y="22606"/>
                  </a:lnTo>
                  <a:lnTo>
                    <a:pt x="14744" y="6728"/>
                  </a:lnTo>
                  <a:cubicBezTo>
                    <a:pt x="15512" y="3926"/>
                    <a:pt x="13911" y="1057"/>
                    <a:pt x="11109" y="324"/>
                  </a:cubicBezTo>
                  <a:lnTo>
                    <a:pt x="10642" y="190"/>
                  </a:lnTo>
                  <a:cubicBezTo>
                    <a:pt x="10184" y="62"/>
                    <a:pt x="9723" y="1"/>
                    <a:pt x="9267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50"/>
            <p:cNvSpPr/>
            <p:nvPr/>
          </p:nvSpPr>
          <p:spPr>
            <a:xfrm>
              <a:off x="-4013525" y="3131025"/>
              <a:ext cx="321925" cy="212675"/>
            </a:xfrm>
            <a:custGeom>
              <a:avLst/>
              <a:gdLst/>
              <a:ahLst/>
              <a:cxnLst/>
              <a:rect l="l" t="t" r="r" b="b"/>
              <a:pathLst>
                <a:path w="12877" h="8507" extrusionOk="0">
                  <a:moveTo>
                    <a:pt x="12876" y="0"/>
                  </a:moveTo>
                  <a:lnTo>
                    <a:pt x="1868" y="334"/>
                  </a:lnTo>
                  <a:lnTo>
                    <a:pt x="0" y="8506"/>
                  </a:lnTo>
                  <a:lnTo>
                    <a:pt x="0" y="8506"/>
                  </a:lnTo>
                  <a:lnTo>
                    <a:pt x="10641" y="8206"/>
                  </a:lnTo>
                  <a:lnTo>
                    <a:pt x="12876" y="0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50"/>
            <p:cNvSpPr/>
            <p:nvPr/>
          </p:nvSpPr>
          <p:spPr>
            <a:xfrm>
              <a:off x="-3511500" y="3897400"/>
              <a:ext cx="166800" cy="135500"/>
            </a:xfrm>
            <a:custGeom>
              <a:avLst/>
              <a:gdLst/>
              <a:ahLst/>
              <a:cxnLst/>
              <a:rect l="l" t="t" r="r" b="b"/>
              <a:pathLst>
                <a:path w="6672" h="5420" extrusionOk="0">
                  <a:moveTo>
                    <a:pt x="0" y="0"/>
                  </a:moveTo>
                  <a:lnTo>
                    <a:pt x="4604" y="5037"/>
                  </a:lnTo>
                  <a:cubicBezTo>
                    <a:pt x="4812" y="5287"/>
                    <a:pt x="5097" y="5420"/>
                    <a:pt x="5396" y="5420"/>
                  </a:cubicBezTo>
                  <a:cubicBezTo>
                    <a:pt x="5577" y="5420"/>
                    <a:pt x="5762" y="5371"/>
                    <a:pt x="5938" y="5271"/>
                  </a:cubicBezTo>
                  <a:cubicBezTo>
                    <a:pt x="6572" y="4937"/>
                    <a:pt x="6672" y="4170"/>
                    <a:pt x="6272" y="3603"/>
                  </a:cubicBezTo>
                  <a:lnTo>
                    <a:pt x="5271" y="2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A5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50"/>
            <p:cNvSpPr/>
            <p:nvPr/>
          </p:nvSpPr>
          <p:spPr>
            <a:xfrm>
              <a:off x="-3755850" y="3823175"/>
              <a:ext cx="412825" cy="372350"/>
            </a:xfrm>
            <a:custGeom>
              <a:avLst/>
              <a:gdLst/>
              <a:ahLst/>
              <a:cxnLst/>
              <a:rect l="l" t="t" r="r" b="b"/>
              <a:pathLst>
                <a:path w="16513" h="14894" extrusionOk="0">
                  <a:moveTo>
                    <a:pt x="5872" y="1"/>
                  </a:moveTo>
                  <a:lnTo>
                    <a:pt x="101" y="3370"/>
                  </a:lnTo>
                  <a:lnTo>
                    <a:pt x="1" y="9307"/>
                  </a:lnTo>
                  <a:lnTo>
                    <a:pt x="1502" y="11909"/>
                  </a:lnTo>
                  <a:cubicBezTo>
                    <a:pt x="1782" y="12418"/>
                    <a:pt x="1829" y="12791"/>
                    <a:pt x="2146" y="12791"/>
                  </a:cubicBezTo>
                  <a:cubicBezTo>
                    <a:pt x="2245" y="12791"/>
                    <a:pt x="2370" y="12755"/>
                    <a:pt x="2536" y="12676"/>
                  </a:cubicBezTo>
                  <a:cubicBezTo>
                    <a:pt x="3070" y="12410"/>
                    <a:pt x="3403" y="11876"/>
                    <a:pt x="3403" y="11309"/>
                  </a:cubicBezTo>
                  <a:lnTo>
                    <a:pt x="3270" y="6972"/>
                  </a:lnTo>
                  <a:lnTo>
                    <a:pt x="6172" y="9541"/>
                  </a:lnTo>
                  <a:lnTo>
                    <a:pt x="8006" y="13877"/>
                  </a:lnTo>
                  <a:cubicBezTo>
                    <a:pt x="8270" y="14511"/>
                    <a:pt x="8889" y="14894"/>
                    <a:pt x="9549" y="14894"/>
                  </a:cubicBezTo>
                  <a:cubicBezTo>
                    <a:pt x="9724" y="14894"/>
                    <a:pt x="9901" y="14867"/>
                    <a:pt x="10075" y="14811"/>
                  </a:cubicBezTo>
                  <a:cubicBezTo>
                    <a:pt x="10708" y="14578"/>
                    <a:pt x="11109" y="14011"/>
                    <a:pt x="11175" y="13344"/>
                  </a:cubicBezTo>
                  <a:lnTo>
                    <a:pt x="11542" y="13811"/>
                  </a:lnTo>
                  <a:cubicBezTo>
                    <a:pt x="11773" y="14093"/>
                    <a:pt x="12083" y="14256"/>
                    <a:pt x="12426" y="14256"/>
                  </a:cubicBezTo>
                  <a:cubicBezTo>
                    <a:pt x="12529" y="14256"/>
                    <a:pt x="12635" y="14242"/>
                    <a:pt x="12743" y="14211"/>
                  </a:cubicBezTo>
                  <a:cubicBezTo>
                    <a:pt x="13444" y="14044"/>
                    <a:pt x="13877" y="13310"/>
                    <a:pt x="13610" y="12576"/>
                  </a:cubicBezTo>
                  <a:lnTo>
                    <a:pt x="11576" y="7072"/>
                  </a:lnTo>
                  <a:lnTo>
                    <a:pt x="14778" y="11642"/>
                  </a:lnTo>
                  <a:cubicBezTo>
                    <a:pt x="14949" y="11877"/>
                    <a:pt x="15228" y="12016"/>
                    <a:pt x="15504" y="12016"/>
                  </a:cubicBezTo>
                  <a:cubicBezTo>
                    <a:pt x="15659" y="12016"/>
                    <a:pt x="15813" y="11972"/>
                    <a:pt x="15945" y="11876"/>
                  </a:cubicBezTo>
                  <a:cubicBezTo>
                    <a:pt x="16379" y="11642"/>
                    <a:pt x="16513" y="11142"/>
                    <a:pt x="16246" y="10708"/>
                  </a:cubicBezTo>
                  <a:lnTo>
                    <a:pt x="13244" y="5171"/>
                  </a:lnTo>
                  <a:lnTo>
                    <a:pt x="5872" y="1"/>
                  </a:ln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50"/>
            <p:cNvSpPr/>
            <p:nvPr/>
          </p:nvSpPr>
          <p:spPr>
            <a:xfrm>
              <a:off x="-3602400" y="3948675"/>
              <a:ext cx="129825" cy="213100"/>
            </a:xfrm>
            <a:custGeom>
              <a:avLst/>
              <a:gdLst/>
              <a:ahLst/>
              <a:cxnLst/>
              <a:rect l="l" t="t" r="r" b="b"/>
              <a:pathLst>
                <a:path w="5193" h="8524" extrusionOk="0">
                  <a:moveTo>
                    <a:pt x="205" y="1"/>
                  </a:moveTo>
                  <a:cubicBezTo>
                    <a:pt x="151" y="1"/>
                    <a:pt x="101" y="18"/>
                    <a:pt x="67" y="51"/>
                  </a:cubicBezTo>
                  <a:cubicBezTo>
                    <a:pt x="0" y="151"/>
                    <a:pt x="0" y="284"/>
                    <a:pt x="67" y="351"/>
                  </a:cubicBezTo>
                  <a:lnTo>
                    <a:pt x="3370" y="3854"/>
                  </a:lnTo>
                  <a:lnTo>
                    <a:pt x="4804" y="8324"/>
                  </a:lnTo>
                  <a:cubicBezTo>
                    <a:pt x="4871" y="8390"/>
                    <a:pt x="4937" y="8490"/>
                    <a:pt x="5037" y="8490"/>
                  </a:cubicBezTo>
                  <a:cubicBezTo>
                    <a:pt x="5056" y="8490"/>
                    <a:pt x="5075" y="8490"/>
                    <a:pt x="5076" y="8496"/>
                  </a:cubicBezTo>
                  <a:lnTo>
                    <a:pt x="5076" y="8496"/>
                  </a:lnTo>
                  <a:cubicBezTo>
                    <a:pt x="5135" y="8442"/>
                    <a:pt x="5192" y="8333"/>
                    <a:pt x="5137" y="8223"/>
                  </a:cubicBezTo>
                  <a:lnTo>
                    <a:pt x="3703" y="3687"/>
                  </a:lnTo>
                  <a:cubicBezTo>
                    <a:pt x="3703" y="3654"/>
                    <a:pt x="3703" y="3654"/>
                    <a:pt x="3636" y="3620"/>
                  </a:cubicBezTo>
                  <a:lnTo>
                    <a:pt x="367" y="51"/>
                  </a:lnTo>
                  <a:cubicBezTo>
                    <a:pt x="317" y="18"/>
                    <a:pt x="259" y="1"/>
                    <a:pt x="205" y="1"/>
                  </a:cubicBezTo>
                  <a:close/>
                  <a:moveTo>
                    <a:pt x="5076" y="8496"/>
                  </a:moveTo>
                  <a:lnTo>
                    <a:pt x="5076" y="8496"/>
                  </a:lnTo>
                  <a:cubicBezTo>
                    <a:pt x="5063" y="8508"/>
                    <a:pt x="5049" y="8518"/>
                    <a:pt x="5037" y="8524"/>
                  </a:cubicBezTo>
                  <a:cubicBezTo>
                    <a:pt x="5067" y="8509"/>
                    <a:pt x="5077" y="8501"/>
                    <a:pt x="5076" y="8496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50"/>
            <p:cNvSpPr/>
            <p:nvPr/>
          </p:nvSpPr>
          <p:spPr>
            <a:xfrm>
              <a:off x="-3549025" y="3915325"/>
              <a:ext cx="90075" cy="88850"/>
            </a:xfrm>
            <a:custGeom>
              <a:avLst/>
              <a:gdLst/>
              <a:ahLst/>
              <a:cxnLst/>
              <a:rect l="l" t="t" r="r" b="b"/>
              <a:pathLst>
                <a:path w="3603" h="3554" extrusionOk="0">
                  <a:moveTo>
                    <a:pt x="238" y="1"/>
                  </a:moveTo>
                  <a:cubicBezTo>
                    <a:pt x="184" y="1"/>
                    <a:pt x="134" y="17"/>
                    <a:pt x="100" y="51"/>
                  </a:cubicBezTo>
                  <a:cubicBezTo>
                    <a:pt x="0" y="151"/>
                    <a:pt x="0" y="284"/>
                    <a:pt x="100" y="351"/>
                  </a:cubicBezTo>
                  <a:lnTo>
                    <a:pt x="3236" y="3486"/>
                  </a:lnTo>
                  <a:cubicBezTo>
                    <a:pt x="3269" y="3520"/>
                    <a:pt x="3303" y="3553"/>
                    <a:pt x="3336" y="3553"/>
                  </a:cubicBezTo>
                  <a:cubicBezTo>
                    <a:pt x="3403" y="3553"/>
                    <a:pt x="3469" y="3553"/>
                    <a:pt x="3503" y="3486"/>
                  </a:cubicBezTo>
                  <a:cubicBezTo>
                    <a:pt x="3603" y="3386"/>
                    <a:pt x="3603" y="3286"/>
                    <a:pt x="3503" y="3186"/>
                  </a:cubicBezTo>
                  <a:lnTo>
                    <a:pt x="401" y="51"/>
                  </a:lnTo>
                  <a:cubicBezTo>
                    <a:pt x="351" y="17"/>
                    <a:pt x="292" y="1"/>
                    <a:pt x="238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50"/>
            <p:cNvSpPr/>
            <p:nvPr/>
          </p:nvSpPr>
          <p:spPr>
            <a:xfrm>
              <a:off x="-4006025" y="2867500"/>
              <a:ext cx="397800" cy="396125"/>
            </a:xfrm>
            <a:custGeom>
              <a:avLst/>
              <a:gdLst/>
              <a:ahLst/>
              <a:cxnLst/>
              <a:rect l="l" t="t" r="r" b="b"/>
              <a:pathLst>
                <a:path w="15912" h="15845" extrusionOk="0">
                  <a:moveTo>
                    <a:pt x="8681" y="0"/>
                  </a:moveTo>
                  <a:cubicBezTo>
                    <a:pt x="7516" y="0"/>
                    <a:pt x="6331" y="347"/>
                    <a:pt x="5271" y="1101"/>
                  </a:cubicBezTo>
                  <a:cubicBezTo>
                    <a:pt x="3170" y="2669"/>
                    <a:pt x="1035" y="5838"/>
                    <a:pt x="1" y="12142"/>
                  </a:cubicBezTo>
                  <a:lnTo>
                    <a:pt x="13410" y="15845"/>
                  </a:lnTo>
                  <a:cubicBezTo>
                    <a:pt x="13410" y="15845"/>
                    <a:pt x="15912" y="9574"/>
                    <a:pt x="14611" y="4637"/>
                  </a:cubicBezTo>
                  <a:cubicBezTo>
                    <a:pt x="13870" y="1788"/>
                    <a:pt x="11327" y="0"/>
                    <a:pt x="86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50"/>
            <p:cNvSpPr/>
            <p:nvPr/>
          </p:nvSpPr>
          <p:spPr>
            <a:xfrm>
              <a:off x="-4038550" y="2893050"/>
              <a:ext cx="411150" cy="1249925"/>
            </a:xfrm>
            <a:custGeom>
              <a:avLst/>
              <a:gdLst/>
              <a:ahLst/>
              <a:cxnLst/>
              <a:rect l="l" t="t" r="r" b="b"/>
              <a:pathLst>
                <a:path w="16446" h="49997" extrusionOk="0">
                  <a:moveTo>
                    <a:pt x="9218" y="0"/>
                  </a:moveTo>
                  <a:cubicBezTo>
                    <a:pt x="6955" y="0"/>
                    <a:pt x="4903" y="1501"/>
                    <a:pt x="4237" y="3815"/>
                  </a:cubicBezTo>
                  <a:lnTo>
                    <a:pt x="568" y="20093"/>
                  </a:lnTo>
                  <a:cubicBezTo>
                    <a:pt x="1" y="22662"/>
                    <a:pt x="534" y="25364"/>
                    <a:pt x="2035" y="27532"/>
                  </a:cubicBezTo>
                  <a:lnTo>
                    <a:pt x="11476" y="41108"/>
                  </a:lnTo>
                  <a:lnTo>
                    <a:pt x="11375" y="46512"/>
                  </a:lnTo>
                  <a:lnTo>
                    <a:pt x="12877" y="49114"/>
                  </a:lnTo>
                  <a:cubicBezTo>
                    <a:pt x="13182" y="49623"/>
                    <a:pt x="13215" y="49996"/>
                    <a:pt x="13540" y="49996"/>
                  </a:cubicBezTo>
                  <a:cubicBezTo>
                    <a:pt x="13641" y="49996"/>
                    <a:pt x="13770" y="49960"/>
                    <a:pt x="13944" y="49881"/>
                  </a:cubicBezTo>
                  <a:cubicBezTo>
                    <a:pt x="14478" y="49615"/>
                    <a:pt x="14811" y="49081"/>
                    <a:pt x="14811" y="48514"/>
                  </a:cubicBezTo>
                  <a:lnTo>
                    <a:pt x="14678" y="44177"/>
                  </a:lnTo>
                  <a:lnTo>
                    <a:pt x="16446" y="45745"/>
                  </a:lnTo>
                  <a:lnTo>
                    <a:pt x="16446" y="45745"/>
                  </a:lnTo>
                  <a:lnTo>
                    <a:pt x="14911" y="40174"/>
                  </a:lnTo>
                  <a:lnTo>
                    <a:pt x="6205" y="23162"/>
                  </a:lnTo>
                  <a:lnTo>
                    <a:pt x="7473" y="13756"/>
                  </a:lnTo>
                  <a:lnTo>
                    <a:pt x="9574" y="12"/>
                  </a:lnTo>
                  <a:cubicBezTo>
                    <a:pt x="9455" y="4"/>
                    <a:pt x="9336" y="0"/>
                    <a:pt x="9218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50"/>
            <p:cNvSpPr/>
            <p:nvPr/>
          </p:nvSpPr>
          <p:spPr>
            <a:xfrm>
              <a:off x="-2846850" y="4531175"/>
              <a:ext cx="444500" cy="334450"/>
            </a:xfrm>
            <a:custGeom>
              <a:avLst/>
              <a:gdLst/>
              <a:ahLst/>
              <a:cxnLst/>
              <a:rect l="l" t="t" r="r" b="b"/>
              <a:pathLst>
                <a:path w="17780" h="13378" extrusionOk="0">
                  <a:moveTo>
                    <a:pt x="15077" y="1"/>
                  </a:moveTo>
                  <a:lnTo>
                    <a:pt x="0" y="8707"/>
                  </a:lnTo>
                  <a:lnTo>
                    <a:pt x="2702" y="13377"/>
                  </a:lnTo>
                  <a:lnTo>
                    <a:pt x="17779" y="4704"/>
                  </a:lnTo>
                  <a:lnTo>
                    <a:pt x="15077" y="1"/>
                  </a:ln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50"/>
            <p:cNvSpPr/>
            <p:nvPr/>
          </p:nvSpPr>
          <p:spPr>
            <a:xfrm>
              <a:off x="-3123725" y="3615525"/>
              <a:ext cx="165150" cy="231875"/>
            </a:xfrm>
            <a:custGeom>
              <a:avLst/>
              <a:gdLst/>
              <a:ahLst/>
              <a:cxnLst/>
              <a:rect l="l" t="t" r="r" b="b"/>
              <a:pathLst>
                <a:path w="6606" h="9275" extrusionOk="0">
                  <a:moveTo>
                    <a:pt x="317" y="1"/>
                  </a:moveTo>
                  <a:cubicBezTo>
                    <a:pt x="264" y="1"/>
                    <a:pt x="212" y="12"/>
                    <a:pt x="167" y="34"/>
                  </a:cubicBezTo>
                  <a:cubicBezTo>
                    <a:pt x="67" y="134"/>
                    <a:pt x="0" y="334"/>
                    <a:pt x="101" y="468"/>
                  </a:cubicBezTo>
                  <a:lnTo>
                    <a:pt x="6005" y="9141"/>
                  </a:lnTo>
                  <a:cubicBezTo>
                    <a:pt x="6105" y="9207"/>
                    <a:pt x="6172" y="9274"/>
                    <a:pt x="6272" y="9274"/>
                  </a:cubicBezTo>
                  <a:cubicBezTo>
                    <a:pt x="6338" y="9274"/>
                    <a:pt x="6405" y="9207"/>
                    <a:pt x="6438" y="9207"/>
                  </a:cubicBezTo>
                  <a:cubicBezTo>
                    <a:pt x="6572" y="9141"/>
                    <a:pt x="6605" y="8940"/>
                    <a:pt x="6505" y="8807"/>
                  </a:cubicBezTo>
                  <a:lnTo>
                    <a:pt x="601" y="134"/>
                  </a:lnTo>
                  <a:cubicBezTo>
                    <a:pt x="534" y="45"/>
                    <a:pt x="423" y="1"/>
                    <a:pt x="317" y="1"/>
                  </a:cubicBez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50"/>
            <p:cNvSpPr/>
            <p:nvPr/>
          </p:nvSpPr>
          <p:spPr>
            <a:xfrm>
              <a:off x="-3620750" y="3382875"/>
              <a:ext cx="575450" cy="205150"/>
            </a:xfrm>
            <a:custGeom>
              <a:avLst/>
              <a:gdLst/>
              <a:ahLst/>
              <a:cxnLst/>
              <a:rect l="l" t="t" r="r" b="b"/>
              <a:pathLst>
                <a:path w="23018" h="8206" extrusionOk="0">
                  <a:moveTo>
                    <a:pt x="22717" y="0"/>
                  </a:moveTo>
                  <a:lnTo>
                    <a:pt x="34" y="7605"/>
                  </a:lnTo>
                  <a:lnTo>
                    <a:pt x="1" y="8206"/>
                  </a:lnTo>
                  <a:lnTo>
                    <a:pt x="23017" y="567"/>
                  </a:lnTo>
                  <a:lnTo>
                    <a:pt x="22717" y="0"/>
                  </a:ln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50"/>
            <p:cNvSpPr/>
            <p:nvPr/>
          </p:nvSpPr>
          <p:spPr>
            <a:xfrm>
              <a:off x="-3624075" y="3418725"/>
              <a:ext cx="633800" cy="212675"/>
            </a:xfrm>
            <a:custGeom>
              <a:avLst/>
              <a:gdLst/>
              <a:ahLst/>
              <a:cxnLst/>
              <a:rect l="l" t="t" r="r" b="b"/>
              <a:pathLst>
                <a:path w="25352" h="8507" extrusionOk="0">
                  <a:moveTo>
                    <a:pt x="23617" y="0"/>
                  </a:moveTo>
                  <a:lnTo>
                    <a:pt x="67" y="7873"/>
                  </a:lnTo>
                  <a:lnTo>
                    <a:pt x="0" y="8506"/>
                  </a:lnTo>
                  <a:lnTo>
                    <a:pt x="0" y="8506"/>
                  </a:lnTo>
                  <a:lnTo>
                    <a:pt x="25352" y="34"/>
                  </a:lnTo>
                  <a:lnTo>
                    <a:pt x="23617" y="34"/>
                  </a:lnTo>
                  <a:lnTo>
                    <a:pt x="23617" y="0"/>
                  </a:lnTo>
                  <a:close/>
                </a:path>
              </a:pathLst>
            </a:custGeom>
            <a:solidFill>
              <a:srgbClr val="007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50"/>
            <p:cNvSpPr/>
            <p:nvPr/>
          </p:nvSpPr>
          <p:spPr>
            <a:xfrm>
              <a:off x="-3940975" y="2323425"/>
              <a:ext cx="260200" cy="136175"/>
            </a:xfrm>
            <a:custGeom>
              <a:avLst/>
              <a:gdLst/>
              <a:ahLst/>
              <a:cxnLst/>
              <a:rect l="l" t="t" r="r" b="b"/>
              <a:pathLst>
                <a:path w="10408" h="5447" extrusionOk="0">
                  <a:moveTo>
                    <a:pt x="8045" y="0"/>
                  </a:moveTo>
                  <a:cubicBezTo>
                    <a:pt x="6942" y="0"/>
                    <a:pt x="5002" y="702"/>
                    <a:pt x="4337" y="948"/>
                  </a:cubicBezTo>
                  <a:lnTo>
                    <a:pt x="1335" y="2149"/>
                  </a:lnTo>
                  <a:cubicBezTo>
                    <a:pt x="434" y="2516"/>
                    <a:pt x="0" y="3584"/>
                    <a:pt x="434" y="4484"/>
                  </a:cubicBezTo>
                  <a:cubicBezTo>
                    <a:pt x="731" y="5103"/>
                    <a:pt x="1340" y="5446"/>
                    <a:pt x="1975" y="5446"/>
                  </a:cubicBezTo>
                  <a:cubicBezTo>
                    <a:pt x="2196" y="5446"/>
                    <a:pt x="2420" y="5404"/>
                    <a:pt x="2636" y="5318"/>
                  </a:cubicBezTo>
                  <a:lnTo>
                    <a:pt x="5638" y="4117"/>
                  </a:lnTo>
                  <a:cubicBezTo>
                    <a:pt x="6505" y="3750"/>
                    <a:pt x="10408" y="2016"/>
                    <a:pt x="10008" y="1149"/>
                  </a:cubicBezTo>
                  <a:lnTo>
                    <a:pt x="8807" y="315"/>
                  </a:lnTo>
                  <a:cubicBezTo>
                    <a:pt x="8720" y="88"/>
                    <a:pt x="8434" y="0"/>
                    <a:pt x="8045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50"/>
            <p:cNvSpPr/>
            <p:nvPr/>
          </p:nvSpPr>
          <p:spPr>
            <a:xfrm>
              <a:off x="-3818400" y="2283550"/>
              <a:ext cx="489550" cy="260675"/>
            </a:xfrm>
            <a:custGeom>
              <a:avLst/>
              <a:gdLst/>
              <a:ahLst/>
              <a:cxnLst/>
              <a:rect l="l" t="t" r="r" b="b"/>
              <a:pathLst>
                <a:path w="19582" h="10427" extrusionOk="0">
                  <a:moveTo>
                    <a:pt x="11324" y="0"/>
                  </a:moveTo>
                  <a:cubicBezTo>
                    <a:pt x="7409" y="0"/>
                    <a:pt x="3494" y="890"/>
                    <a:pt x="1" y="2510"/>
                  </a:cubicBezTo>
                  <a:cubicBezTo>
                    <a:pt x="435" y="4578"/>
                    <a:pt x="1068" y="6680"/>
                    <a:pt x="2403" y="8281"/>
                  </a:cubicBezTo>
                  <a:cubicBezTo>
                    <a:pt x="3433" y="9543"/>
                    <a:pt x="5059" y="10427"/>
                    <a:pt x="6668" y="10427"/>
                  </a:cubicBezTo>
                  <a:cubicBezTo>
                    <a:pt x="7143" y="10427"/>
                    <a:pt x="7617" y="10350"/>
                    <a:pt x="8073" y="10182"/>
                  </a:cubicBezTo>
                  <a:cubicBezTo>
                    <a:pt x="9174" y="9749"/>
                    <a:pt x="10108" y="8848"/>
                    <a:pt x="11276" y="8781"/>
                  </a:cubicBezTo>
                  <a:cubicBezTo>
                    <a:pt x="11293" y="8781"/>
                    <a:pt x="11309" y="8781"/>
                    <a:pt x="11326" y="8781"/>
                  </a:cubicBezTo>
                  <a:cubicBezTo>
                    <a:pt x="12870" y="8781"/>
                    <a:pt x="14094" y="10283"/>
                    <a:pt x="15612" y="10316"/>
                  </a:cubicBezTo>
                  <a:cubicBezTo>
                    <a:pt x="16546" y="10316"/>
                    <a:pt x="17413" y="9782"/>
                    <a:pt x="18014" y="9048"/>
                  </a:cubicBezTo>
                  <a:cubicBezTo>
                    <a:pt x="18581" y="8281"/>
                    <a:pt x="18881" y="7380"/>
                    <a:pt x="19081" y="6513"/>
                  </a:cubicBezTo>
                  <a:cubicBezTo>
                    <a:pt x="19448" y="4945"/>
                    <a:pt x="19582" y="3110"/>
                    <a:pt x="18548" y="1876"/>
                  </a:cubicBezTo>
                  <a:cubicBezTo>
                    <a:pt x="17714" y="876"/>
                    <a:pt x="16346" y="475"/>
                    <a:pt x="15045" y="275"/>
                  </a:cubicBezTo>
                  <a:cubicBezTo>
                    <a:pt x="13814" y="90"/>
                    <a:pt x="12569" y="0"/>
                    <a:pt x="11324" y="0"/>
                  </a:cubicBezTo>
                  <a:close/>
                </a:path>
              </a:pathLst>
            </a:custGeom>
            <a:solidFill>
              <a:srgbClr val="090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50"/>
            <p:cNvSpPr/>
            <p:nvPr/>
          </p:nvSpPr>
          <p:spPr>
            <a:xfrm>
              <a:off x="-3786700" y="2268900"/>
              <a:ext cx="490375" cy="260775"/>
            </a:xfrm>
            <a:custGeom>
              <a:avLst/>
              <a:gdLst/>
              <a:ahLst/>
              <a:cxnLst/>
              <a:rect l="l" t="t" r="r" b="b"/>
              <a:pathLst>
                <a:path w="19615" h="10431" extrusionOk="0">
                  <a:moveTo>
                    <a:pt x="11262" y="0"/>
                  </a:moveTo>
                  <a:cubicBezTo>
                    <a:pt x="7377" y="0"/>
                    <a:pt x="3490" y="889"/>
                    <a:pt x="1" y="2496"/>
                  </a:cubicBezTo>
                  <a:cubicBezTo>
                    <a:pt x="468" y="4597"/>
                    <a:pt x="1101" y="6665"/>
                    <a:pt x="2436" y="8300"/>
                  </a:cubicBezTo>
                  <a:cubicBezTo>
                    <a:pt x="3482" y="9551"/>
                    <a:pt x="5076" y="10430"/>
                    <a:pt x="6664" y="10430"/>
                  </a:cubicBezTo>
                  <a:cubicBezTo>
                    <a:pt x="7151" y="10430"/>
                    <a:pt x="7637" y="10348"/>
                    <a:pt x="8106" y="10168"/>
                  </a:cubicBezTo>
                  <a:cubicBezTo>
                    <a:pt x="9207" y="9767"/>
                    <a:pt x="10141" y="8833"/>
                    <a:pt x="11309" y="8800"/>
                  </a:cubicBezTo>
                  <a:cubicBezTo>
                    <a:pt x="11325" y="8800"/>
                    <a:pt x="11342" y="8800"/>
                    <a:pt x="11358" y="8800"/>
                  </a:cubicBezTo>
                  <a:cubicBezTo>
                    <a:pt x="12870" y="8800"/>
                    <a:pt x="14127" y="10302"/>
                    <a:pt x="15645" y="10335"/>
                  </a:cubicBezTo>
                  <a:cubicBezTo>
                    <a:pt x="16579" y="10335"/>
                    <a:pt x="17446" y="9801"/>
                    <a:pt x="18013" y="9034"/>
                  </a:cubicBezTo>
                  <a:cubicBezTo>
                    <a:pt x="18614" y="8300"/>
                    <a:pt x="18914" y="7366"/>
                    <a:pt x="19114" y="6498"/>
                  </a:cubicBezTo>
                  <a:cubicBezTo>
                    <a:pt x="19481" y="4964"/>
                    <a:pt x="19615" y="3129"/>
                    <a:pt x="18580" y="1862"/>
                  </a:cubicBezTo>
                  <a:cubicBezTo>
                    <a:pt x="17747" y="861"/>
                    <a:pt x="16346" y="494"/>
                    <a:pt x="15078" y="294"/>
                  </a:cubicBezTo>
                  <a:cubicBezTo>
                    <a:pt x="13816" y="96"/>
                    <a:pt x="12539" y="0"/>
                    <a:pt x="11262" y="0"/>
                  </a:cubicBez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50"/>
            <p:cNvSpPr/>
            <p:nvPr/>
          </p:nvSpPr>
          <p:spPr>
            <a:xfrm>
              <a:off x="-3644100" y="2269250"/>
              <a:ext cx="242700" cy="260000"/>
            </a:xfrm>
            <a:custGeom>
              <a:avLst/>
              <a:gdLst/>
              <a:ahLst/>
              <a:cxnLst/>
              <a:rect l="l" t="t" r="r" b="b"/>
              <a:pathLst>
                <a:path w="9708" h="10400" extrusionOk="0">
                  <a:moveTo>
                    <a:pt x="5633" y="1"/>
                  </a:moveTo>
                  <a:cubicBezTo>
                    <a:pt x="4428" y="1"/>
                    <a:pt x="3224" y="84"/>
                    <a:pt x="2035" y="247"/>
                  </a:cubicBezTo>
                  <a:lnTo>
                    <a:pt x="1" y="10287"/>
                  </a:lnTo>
                  <a:cubicBezTo>
                    <a:pt x="328" y="10358"/>
                    <a:pt x="668" y="10399"/>
                    <a:pt x="1012" y="10399"/>
                  </a:cubicBezTo>
                  <a:cubicBezTo>
                    <a:pt x="1474" y="10399"/>
                    <a:pt x="1944" y="10326"/>
                    <a:pt x="2402" y="10154"/>
                  </a:cubicBezTo>
                  <a:cubicBezTo>
                    <a:pt x="3503" y="9753"/>
                    <a:pt x="4437" y="8819"/>
                    <a:pt x="5605" y="8786"/>
                  </a:cubicBezTo>
                  <a:cubicBezTo>
                    <a:pt x="6072" y="8786"/>
                    <a:pt x="6505" y="8920"/>
                    <a:pt x="6906" y="9053"/>
                  </a:cubicBezTo>
                  <a:lnTo>
                    <a:pt x="9708" y="313"/>
                  </a:lnTo>
                  <a:cubicBezTo>
                    <a:pt x="9607" y="313"/>
                    <a:pt x="9474" y="280"/>
                    <a:pt x="9407" y="280"/>
                  </a:cubicBezTo>
                  <a:cubicBezTo>
                    <a:pt x="8161" y="92"/>
                    <a:pt x="6897" y="1"/>
                    <a:pt x="5633" y="1"/>
                  </a:cubicBezTo>
                  <a:close/>
                </a:path>
              </a:pathLst>
            </a:custGeom>
            <a:solidFill>
              <a:srgbClr val="88C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50"/>
            <p:cNvSpPr/>
            <p:nvPr/>
          </p:nvSpPr>
          <p:spPr>
            <a:xfrm>
              <a:off x="-2830175" y="2628600"/>
              <a:ext cx="334425" cy="426550"/>
            </a:xfrm>
            <a:custGeom>
              <a:avLst/>
              <a:gdLst/>
              <a:ahLst/>
              <a:cxnLst/>
              <a:rect l="l" t="t" r="r" b="b"/>
              <a:pathLst>
                <a:path w="13377" h="17062" extrusionOk="0">
                  <a:moveTo>
                    <a:pt x="11492" y="1"/>
                  </a:moveTo>
                  <a:cubicBezTo>
                    <a:pt x="11314" y="1"/>
                    <a:pt x="11144" y="52"/>
                    <a:pt x="11008" y="150"/>
                  </a:cubicBezTo>
                  <a:lnTo>
                    <a:pt x="3870" y="5320"/>
                  </a:lnTo>
                  <a:lnTo>
                    <a:pt x="0" y="12392"/>
                  </a:lnTo>
                  <a:lnTo>
                    <a:pt x="4737" y="17062"/>
                  </a:lnTo>
                  <a:cubicBezTo>
                    <a:pt x="8073" y="16795"/>
                    <a:pt x="9607" y="13893"/>
                    <a:pt x="9607" y="13893"/>
                  </a:cubicBezTo>
                  <a:lnTo>
                    <a:pt x="9974" y="13959"/>
                  </a:lnTo>
                  <a:cubicBezTo>
                    <a:pt x="10098" y="13990"/>
                    <a:pt x="10223" y="14005"/>
                    <a:pt x="10348" y="14005"/>
                  </a:cubicBezTo>
                  <a:cubicBezTo>
                    <a:pt x="10891" y="14005"/>
                    <a:pt x="11416" y="13721"/>
                    <a:pt x="11742" y="13259"/>
                  </a:cubicBezTo>
                  <a:lnTo>
                    <a:pt x="13043" y="11324"/>
                  </a:lnTo>
                  <a:cubicBezTo>
                    <a:pt x="13243" y="10991"/>
                    <a:pt x="13376" y="10624"/>
                    <a:pt x="13376" y="10223"/>
                  </a:cubicBezTo>
                  <a:cubicBezTo>
                    <a:pt x="13376" y="9156"/>
                    <a:pt x="12909" y="8222"/>
                    <a:pt x="12142" y="7555"/>
                  </a:cubicBezTo>
                  <a:lnTo>
                    <a:pt x="9574" y="5453"/>
                  </a:lnTo>
                  <a:lnTo>
                    <a:pt x="12242" y="1384"/>
                  </a:lnTo>
                  <a:cubicBezTo>
                    <a:pt x="12542" y="917"/>
                    <a:pt x="12376" y="283"/>
                    <a:pt x="11875" y="83"/>
                  </a:cubicBezTo>
                  <a:cubicBezTo>
                    <a:pt x="11750" y="27"/>
                    <a:pt x="11619" y="1"/>
                    <a:pt x="11492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50"/>
            <p:cNvSpPr/>
            <p:nvPr/>
          </p:nvSpPr>
          <p:spPr>
            <a:xfrm>
              <a:off x="-2594175" y="2868325"/>
              <a:ext cx="98425" cy="111775"/>
            </a:xfrm>
            <a:custGeom>
              <a:avLst/>
              <a:gdLst/>
              <a:ahLst/>
              <a:cxnLst/>
              <a:rect l="l" t="t" r="r" b="b"/>
              <a:pathLst>
                <a:path w="3937" h="4471" extrusionOk="0">
                  <a:moveTo>
                    <a:pt x="3836" y="1"/>
                  </a:moveTo>
                  <a:lnTo>
                    <a:pt x="0" y="4471"/>
                  </a:lnTo>
                  <a:lnTo>
                    <a:pt x="167" y="4304"/>
                  </a:lnTo>
                  <a:lnTo>
                    <a:pt x="501" y="4370"/>
                  </a:lnTo>
                  <a:cubicBezTo>
                    <a:pt x="637" y="4401"/>
                    <a:pt x="772" y="4416"/>
                    <a:pt x="905" y="4416"/>
                  </a:cubicBezTo>
                  <a:cubicBezTo>
                    <a:pt x="1483" y="4416"/>
                    <a:pt x="2003" y="4132"/>
                    <a:pt x="2302" y="3670"/>
                  </a:cubicBezTo>
                  <a:lnTo>
                    <a:pt x="3603" y="1735"/>
                  </a:lnTo>
                  <a:cubicBezTo>
                    <a:pt x="3803" y="1402"/>
                    <a:pt x="3936" y="1001"/>
                    <a:pt x="3936" y="634"/>
                  </a:cubicBezTo>
                  <a:cubicBezTo>
                    <a:pt x="3936" y="401"/>
                    <a:pt x="3903" y="201"/>
                    <a:pt x="3836" y="1"/>
                  </a:cubicBezTo>
                  <a:close/>
                </a:path>
              </a:pathLst>
            </a:custGeom>
            <a:solidFill>
              <a:srgbClr val="EF87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50"/>
            <p:cNvSpPr/>
            <p:nvPr/>
          </p:nvSpPr>
          <p:spPr>
            <a:xfrm>
              <a:off x="-2655050" y="2795525"/>
              <a:ext cx="104250" cy="82000"/>
            </a:xfrm>
            <a:custGeom>
              <a:avLst/>
              <a:gdLst/>
              <a:ahLst/>
              <a:cxnLst/>
              <a:rect l="l" t="t" r="r" b="b"/>
              <a:pathLst>
                <a:path w="4170" h="3280" extrusionOk="0">
                  <a:moveTo>
                    <a:pt x="3968" y="0"/>
                  </a:moveTo>
                  <a:cubicBezTo>
                    <a:pt x="3925" y="0"/>
                    <a:pt x="3878" y="16"/>
                    <a:pt x="3836" y="44"/>
                  </a:cubicBezTo>
                  <a:lnTo>
                    <a:pt x="1201" y="1578"/>
                  </a:lnTo>
                  <a:cubicBezTo>
                    <a:pt x="1201" y="1578"/>
                    <a:pt x="1168" y="1578"/>
                    <a:pt x="1168" y="1612"/>
                  </a:cubicBezTo>
                  <a:lnTo>
                    <a:pt x="67" y="2946"/>
                  </a:lnTo>
                  <a:cubicBezTo>
                    <a:pt x="0" y="3046"/>
                    <a:pt x="34" y="3146"/>
                    <a:pt x="100" y="3246"/>
                  </a:cubicBezTo>
                  <a:cubicBezTo>
                    <a:pt x="167" y="3280"/>
                    <a:pt x="200" y="3280"/>
                    <a:pt x="234" y="3280"/>
                  </a:cubicBezTo>
                  <a:cubicBezTo>
                    <a:pt x="334" y="3280"/>
                    <a:pt x="400" y="3246"/>
                    <a:pt x="400" y="3213"/>
                  </a:cubicBezTo>
                  <a:lnTo>
                    <a:pt x="1435" y="1912"/>
                  </a:lnTo>
                  <a:lnTo>
                    <a:pt x="4036" y="411"/>
                  </a:lnTo>
                  <a:cubicBezTo>
                    <a:pt x="4170" y="377"/>
                    <a:pt x="4170" y="244"/>
                    <a:pt x="4103" y="111"/>
                  </a:cubicBezTo>
                  <a:cubicBezTo>
                    <a:pt x="4084" y="32"/>
                    <a:pt x="4030" y="0"/>
                    <a:pt x="3968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50"/>
            <p:cNvSpPr/>
            <p:nvPr/>
          </p:nvSpPr>
          <p:spPr>
            <a:xfrm>
              <a:off x="-2616700" y="2827000"/>
              <a:ext cx="104275" cy="82225"/>
            </a:xfrm>
            <a:custGeom>
              <a:avLst/>
              <a:gdLst/>
              <a:ahLst/>
              <a:cxnLst/>
              <a:rect l="l" t="t" r="r" b="b"/>
              <a:pathLst>
                <a:path w="4171" h="3289" extrusionOk="0">
                  <a:moveTo>
                    <a:pt x="3959" y="1"/>
                  </a:moveTo>
                  <a:cubicBezTo>
                    <a:pt x="3922" y="1"/>
                    <a:pt x="3881" y="8"/>
                    <a:pt x="3837" y="19"/>
                  </a:cubicBezTo>
                  <a:lnTo>
                    <a:pt x="1201" y="1554"/>
                  </a:lnTo>
                  <a:cubicBezTo>
                    <a:pt x="1201" y="1554"/>
                    <a:pt x="1168" y="1554"/>
                    <a:pt x="1168" y="1620"/>
                  </a:cubicBezTo>
                  <a:lnTo>
                    <a:pt x="67" y="2921"/>
                  </a:lnTo>
                  <a:cubicBezTo>
                    <a:pt x="1" y="3021"/>
                    <a:pt x="34" y="3155"/>
                    <a:pt x="134" y="3221"/>
                  </a:cubicBezTo>
                  <a:cubicBezTo>
                    <a:pt x="167" y="3288"/>
                    <a:pt x="201" y="3288"/>
                    <a:pt x="234" y="3288"/>
                  </a:cubicBezTo>
                  <a:cubicBezTo>
                    <a:pt x="301" y="3288"/>
                    <a:pt x="368" y="3221"/>
                    <a:pt x="401" y="3188"/>
                  </a:cubicBezTo>
                  <a:lnTo>
                    <a:pt x="1468" y="1887"/>
                  </a:lnTo>
                  <a:lnTo>
                    <a:pt x="4037" y="386"/>
                  </a:lnTo>
                  <a:cubicBezTo>
                    <a:pt x="4170" y="353"/>
                    <a:pt x="4170" y="219"/>
                    <a:pt x="4137" y="119"/>
                  </a:cubicBezTo>
                  <a:cubicBezTo>
                    <a:pt x="4092" y="30"/>
                    <a:pt x="4033" y="1"/>
                    <a:pt x="3959" y="1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50"/>
            <p:cNvSpPr/>
            <p:nvPr/>
          </p:nvSpPr>
          <p:spPr>
            <a:xfrm>
              <a:off x="-2690075" y="2759800"/>
              <a:ext cx="103425" cy="81875"/>
            </a:xfrm>
            <a:custGeom>
              <a:avLst/>
              <a:gdLst/>
              <a:ahLst/>
              <a:cxnLst/>
              <a:rect l="l" t="t" r="r" b="b"/>
              <a:pathLst>
                <a:path w="4137" h="3275" extrusionOk="0">
                  <a:moveTo>
                    <a:pt x="3950" y="0"/>
                  </a:moveTo>
                  <a:cubicBezTo>
                    <a:pt x="3915" y="0"/>
                    <a:pt x="3879" y="10"/>
                    <a:pt x="3836" y="39"/>
                  </a:cubicBezTo>
                  <a:lnTo>
                    <a:pt x="1234" y="1573"/>
                  </a:lnTo>
                  <a:cubicBezTo>
                    <a:pt x="1168" y="1573"/>
                    <a:pt x="1168" y="1606"/>
                    <a:pt x="1168" y="1606"/>
                  </a:cubicBezTo>
                  <a:lnTo>
                    <a:pt x="100" y="2941"/>
                  </a:lnTo>
                  <a:cubicBezTo>
                    <a:pt x="0" y="3041"/>
                    <a:pt x="67" y="3208"/>
                    <a:pt x="134" y="3241"/>
                  </a:cubicBezTo>
                  <a:cubicBezTo>
                    <a:pt x="167" y="3274"/>
                    <a:pt x="234" y="3274"/>
                    <a:pt x="267" y="3274"/>
                  </a:cubicBezTo>
                  <a:cubicBezTo>
                    <a:pt x="334" y="3274"/>
                    <a:pt x="400" y="3241"/>
                    <a:pt x="434" y="3208"/>
                  </a:cubicBezTo>
                  <a:lnTo>
                    <a:pt x="1468" y="1907"/>
                  </a:lnTo>
                  <a:lnTo>
                    <a:pt x="4070" y="405"/>
                  </a:lnTo>
                  <a:cubicBezTo>
                    <a:pt x="4136" y="372"/>
                    <a:pt x="4136" y="339"/>
                    <a:pt x="4136" y="339"/>
                  </a:cubicBezTo>
                  <a:lnTo>
                    <a:pt x="3970" y="205"/>
                  </a:lnTo>
                  <a:lnTo>
                    <a:pt x="4103" y="39"/>
                  </a:lnTo>
                  <a:cubicBezTo>
                    <a:pt x="4045" y="19"/>
                    <a:pt x="3999" y="0"/>
                    <a:pt x="3950" y="0"/>
                  </a:cubicBezTo>
                  <a:close/>
                </a:path>
              </a:pathLst>
            </a:custGeom>
            <a:solidFill>
              <a:srgbClr val="FCC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50"/>
            <p:cNvSpPr/>
            <p:nvPr/>
          </p:nvSpPr>
          <p:spPr>
            <a:xfrm>
              <a:off x="-2592525" y="4898950"/>
              <a:ext cx="521250" cy="274375"/>
            </a:xfrm>
            <a:custGeom>
              <a:avLst/>
              <a:gdLst/>
              <a:ahLst/>
              <a:cxnLst/>
              <a:rect l="l" t="t" r="r" b="b"/>
              <a:pathLst>
                <a:path w="20850" h="10975" extrusionOk="0">
                  <a:moveTo>
                    <a:pt x="3704" y="0"/>
                  </a:moveTo>
                  <a:lnTo>
                    <a:pt x="1" y="1535"/>
                  </a:lnTo>
                  <a:lnTo>
                    <a:pt x="268" y="7372"/>
                  </a:lnTo>
                  <a:cubicBezTo>
                    <a:pt x="368" y="9374"/>
                    <a:pt x="2036" y="10975"/>
                    <a:pt x="4071" y="10975"/>
                  </a:cubicBezTo>
                  <a:lnTo>
                    <a:pt x="20849" y="10975"/>
                  </a:lnTo>
                  <a:cubicBezTo>
                    <a:pt x="11442" y="9541"/>
                    <a:pt x="5472" y="2369"/>
                    <a:pt x="3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50"/>
            <p:cNvSpPr/>
            <p:nvPr/>
          </p:nvSpPr>
          <p:spPr>
            <a:xfrm>
              <a:off x="-3255477" y="2625830"/>
              <a:ext cx="1234250" cy="1581550"/>
            </a:xfrm>
            <a:custGeom>
              <a:avLst/>
              <a:gdLst/>
              <a:ahLst/>
              <a:cxnLst/>
              <a:rect l="l" t="t" r="r" b="b"/>
              <a:pathLst>
                <a:path w="49370" h="63262" extrusionOk="0">
                  <a:moveTo>
                    <a:pt x="27828" y="1"/>
                  </a:moveTo>
                  <a:cubicBezTo>
                    <a:pt x="27654" y="1"/>
                    <a:pt x="27476" y="53"/>
                    <a:pt x="27320" y="150"/>
                  </a:cubicBezTo>
                  <a:lnTo>
                    <a:pt x="20182" y="5320"/>
                  </a:lnTo>
                  <a:lnTo>
                    <a:pt x="16313" y="12392"/>
                  </a:lnTo>
                  <a:cubicBezTo>
                    <a:pt x="15679" y="10758"/>
                    <a:pt x="14445" y="9390"/>
                    <a:pt x="12843" y="8756"/>
                  </a:cubicBezTo>
                  <a:cubicBezTo>
                    <a:pt x="10642" y="7889"/>
                    <a:pt x="8140" y="8389"/>
                    <a:pt x="5805" y="7889"/>
                  </a:cubicBezTo>
                  <a:cubicBezTo>
                    <a:pt x="4171" y="7555"/>
                    <a:pt x="2736" y="6788"/>
                    <a:pt x="1469" y="5721"/>
                  </a:cubicBezTo>
                  <a:lnTo>
                    <a:pt x="1469" y="5721"/>
                  </a:lnTo>
                  <a:cubicBezTo>
                    <a:pt x="2269" y="6121"/>
                    <a:pt x="3136" y="6454"/>
                    <a:pt x="4070" y="6588"/>
                  </a:cubicBezTo>
                  <a:cubicBezTo>
                    <a:pt x="4499" y="6656"/>
                    <a:pt x="4934" y="6691"/>
                    <a:pt x="5368" y="6691"/>
                  </a:cubicBezTo>
                  <a:cubicBezTo>
                    <a:pt x="7466" y="6691"/>
                    <a:pt x="9549" y="5889"/>
                    <a:pt x="10875" y="4286"/>
                  </a:cubicBezTo>
                  <a:lnTo>
                    <a:pt x="10875" y="4286"/>
                  </a:lnTo>
                  <a:cubicBezTo>
                    <a:pt x="9605" y="5219"/>
                    <a:pt x="8049" y="5647"/>
                    <a:pt x="6467" y="5647"/>
                  </a:cubicBezTo>
                  <a:cubicBezTo>
                    <a:pt x="4767" y="5647"/>
                    <a:pt x="3037" y="5152"/>
                    <a:pt x="1602" y="4253"/>
                  </a:cubicBezTo>
                  <a:cubicBezTo>
                    <a:pt x="1268" y="4053"/>
                    <a:pt x="935" y="3786"/>
                    <a:pt x="635" y="3552"/>
                  </a:cubicBezTo>
                  <a:lnTo>
                    <a:pt x="635" y="3552"/>
                  </a:lnTo>
                  <a:cubicBezTo>
                    <a:pt x="1602" y="10557"/>
                    <a:pt x="1502" y="18563"/>
                    <a:pt x="801" y="25601"/>
                  </a:cubicBezTo>
                  <a:cubicBezTo>
                    <a:pt x="1" y="33507"/>
                    <a:pt x="6205" y="42280"/>
                    <a:pt x="11776" y="48384"/>
                  </a:cubicBezTo>
                  <a:lnTo>
                    <a:pt x="23951" y="48384"/>
                  </a:lnTo>
                  <a:lnTo>
                    <a:pt x="30790" y="58792"/>
                  </a:lnTo>
                  <a:lnTo>
                    <a:pt x="49369" y="63262"/>
                  </a:lnTo>
                  <a:lnTo>
                    <a:pt x="47001" y="57424"/>
                  </a:lnTo>
                  <a:lnTo>
                    <a:pt x="44666" y="58292"/>
                  </a:lnTo>
                  <a:lnTo>
                    <a:pt x="37494" y="41646"/>
                  </a:lnTo>
                  <a:cubicBezTo>
                    <a:pt x="37127" y="40646"/>
                    <a:pt x="36494" y="39578"/>
                    <a:pt x="35726" y="38477"/>
                  </a:cubicBezTo>
                  <a:cubicBezTo>
                    <a:pt x="32644" y="34069"/>
                    <a:pt x="27519" y="31472"/>
                    <a:pt x="22087" y="31472"/>
                  </a:cubicBezTo>
                  <a:cubicBezTo>
                    <a:pt x="22053" y="31472"/>
                    <a:pt x="22018" y="31472"/>
                    <a:pt x="21983" y="31472"/>
                  </a:cubicBezTo>
                  <a:lnTo>
                    <a:pt x="21049" y="31472"/>
                  </a:lnTo>
                  <a:cubicBezTo>
                    <a:pt x="21183" y="30105"/>
                    <a:pt x="20849" y="28737"/>
                    <a:pt x="19982" y="27603"/>
                  </a:cubicBezTo>
                  <a:cubicBezTo>
                    <a:pt x="18648" y="25902"/>
                    <a:pt x="16313" y="24901"/>
                    <a:pt x="15212" y="23166"/>
                  </a:cubicBezTo>
                  <a:lnTo>
                    <a:pt x="21316" y="16929"/>
                  </a:lnTo>
                  <a:cubicBezTo>
                    <a:pt x="24385" y="16495"/>
                    <a:pt x="25853" y="13793"/>
                    <a:pt x="25853" y="13793"/>
                  </a:cubicBezTo>
                  <a:lnTo>
                    <a:pt x="26186" y="13893"/>
                  </a:lnTo>
                  <a:cubicBezTo>
                    <a:pt x="26316" y="13924"/>
                    <a:pt x="26446" y="13939"/>
                    <a:pt x="26575" y="13939"/>
                  </a:cubicBezTo>
                  <a:cubicBezTo>
                    <a:pt x="27145" y="13939"/>
                    <a:pt x="27688" y="13649"/>
                    <a:pt x="27988" y="13159"/>
                  </a:cubicBezTo>
                  <a:lnTo>
                    <a:pt x="29288" y="11258"/>
                  </a:lnTo>
                  <a:cubicBezTo>
                    <a:pt x="29322" y="11158"/>
                    <a:pt x="29422" y="11091"/>
                    <a:pt x="29455" y="10991"/>
                  </a:cubicBezTo>
                  <a:cubicBezTo>
                    <a:pt x="29489" y="10924"/>
                    <a:pt x="29522" y="10824"/>
                    <a:pt x="29589" y="10724"/>
                  </a:cubicBezTo>
                  <a:cubicBezTo>
                    <a:pt x="29622" y="10491"/>
                    <a:pt x="29655" y="10324"/>
                    <a:pt x="29655" y="10124"/>
                  </a:cubicBezTo>
                  <a:lnTo>
                    <a:pt x="29655" y="9790"/>
                  </a:lnTo>
                  <a:cubicBezTo>
                    <a:pt x="29655" y="9723"/>
                    <a:pt x="29622" y="9590"/>
                    <a:pt x="29622" y="9490"/>
                  </a:cubicBezTo>
                  <a:cubicBezTo>
                    <a:pt x="29522" y="8956"/>
                    <a:pt x="29288" y="8456"/>
                    <a:pt x="28955" y="8056"/>
                  </a:cubicBezTo>
                  <a:lnTo>
                    <a:pt x="28955" y="7989"/>
                  </a:lnTo>
                  <a:cubicBezTo>
                    <a:pt x="28888" y="7956"/>
                    <a:pt x="28888" y="7922"/>
                    <a:pt x="28855" y="7922"/>
                  </a:cubicBezTo>
                  <a:cubicBezTo>
                    <a:pt x="28721" y="7755"/>
                    <a:pt x="28621" y="7622"/>
                    <a:pt x="28455" y="7489"/>
                  </a:cubicBezTo>
                  <a:lnTo>
                    <a:pt x="26053" y="5587"/>
                  </a:lnTo>
                  <a:lnTo>
                    <a:pt x="25886" y="5454"/>
                  </a:lnTo>
                  <a:lnTo>
                    <a:pt x="26019" y="5287"/>
                  </a:lnTo>
                  <a:lnTo>
                    <a:pt x="28588" y="1384"/>
                  </a:lnTo>
                  <a:cubicBezTo>
                    <a:pt x="28855" y="917"/>
                    <a:pt x="28688" y="283"/>
                    <a:pt x="28188" y="83"/>
                  </a:cubicBezTo>
                  <a:cubicBezTo>
                    <a:pt x="28076" y="28"/>
                    <a:pt x="27953" y="1"/>
                    <a:pt x="27828" y="1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50"/>
            <p:cNvSpPr/>
            <p:nvPr/>
          </p:nvSpPr>
          <p:spPr>
            <a:xfrm>
              <a:off x="-4055225" y="1944325"/>
              <a:ext cx="846475" cy="506225"/>
            </a:xfrm>
            <a:custGeom>
              <a:avLst/>
              <a:gdLst/>
              <a:ahLst/>
              <a:cxnLst/>
              <a:rect l="l" t="t" r="r" b="b"/>
              <a:pathLst>
                <a:path w="33859" h="20249" extrusionOk="0">
                  <a:moveTo>
                    <a:pt x="16546" y="1"/>
                  </a:moveTo>
                  <a:cubicBezTo>
                    <a:pt x="16179" y="1902"/>
                    <a:pt x="15345" y="3670"/>
                    <a:pt x="14177" y="5238"/>
                  </a:cubicBezTo>
                  <a:cubicBezTo>
                    <a:pt x="11942" y="5738"/>
                    <a:pt x="9707" y="6305"/>
                    <a:pt x="7673" y="7339"/>
                  </a:cubicBezTo>
                  <a:lnTo>
                    <a:pt x="6805" y="7840"/>
                  </a:lnTo>
                  <a:cubicBezTo>
                    <a:pt x="5071" y="8007"/>
                    <a:pt x="3336" y="7940"/>
                    <a:pt x="1835" y="8740"/>
                  </a:cubicBezTo>
                  <a:cubicBezTo>
                    <a:pt x="1035" y="9174"/>
                    <a:pt x="434" y="9841"/>
                    <a:pt x="1" y="10675"/>
                  </a:cubicBezTo>
                  <a:cubicBezTo>
                    <a:pt x="601" y="10909"/>
                    <a:pt x="1201" y="11109"/>
                    <a:pt x="1835" y="11276"/>
                  </a:cubicBezTo>
                  <a:cubicBezTo>
                    <a:pt x="2469" y="10242"/>
                    <a:pt x="3370" y="9341"/>
                    <a:pt x="4504" y="8841"/>
                  </a:cubicBezTo>
                  <a:cubicBezTo>
                    <a:pt x="5004" y="8607"/>
                    <a:pt x="5538" y="8440"/>
                    <a:pt x="6138" y="8307"/>
                  </a:cubicBezTo>
                  <a:lnTo>
                    <a:pt x="6138" y="8307"/>
                  </a:lnTo>
                  <a:cubicBezTo>
                    <a:pt x="4871" y="9174"/>
                    <a:pt x="3737" y="10275"/>
                    <a:pt x="2969" y="11542"/>
                  </a:cubicBezTo>
                  <a:cubicBezTo>
                    <a:pt x="12676" y="13877"/>
                    <a:pt x="23317" y="11776"/>
                    <a:pt x="27053" y="15145"/>
                  </a:cubicBezTo>
                  <a:cubicBezTo>
                    <a:pt x="28387" y="16346"/>
                    <a:pt x="29555" y="18114"/>
                    <a:pt x="30489" y="20249"/>
                  </a:cubicBezTo>
                  <a:cubicBezTo>
                    <a:pt x="31023" y="20115"/>
                    <a:pt x="31556" y="19848"/>
                    <a:pt x="31990" y="19481"/>
                  </a:cubicBezTo>
                  <a:cubicBezTo>
                    <a:pt x="33725" y="17980"/>
                    <a:pt x="33858" y="15178"/>
                    <a:pt x="32757" y="13144"/>
                  </a:cubicBezTo>
                  <a:cubicBezTo>
                    <a:pt x="32157" y="11909"/>
                    <a:pt x="31189" y="10909"/>
                    <a:pt x="30089" y="10008"/>
                  </a:cubicBezTo>
                  <a:cubicBezTo>
                    <a:pt x="30189" y="9608"/>
                    <a:pt x="30222" y="9174"/>
                    <a:pt x="30222" y="8774"/>
                  </a:cubicBezTo>
                  <a:cubicBezTo>
                    <a:pt x="30155" y="6339"/>
                    <a:pt x="28521" y="4137"/>
                    <a:pt x="26353" y="3103"/>
                  </a:cubicBezTo>
                  <a:cubicBezTo>
                    <a:pt x="25176" y="2542"/>
                    <a:pt x="23871" y="2285"/>
                    <a:pt x="22562" y="2285"/>
                  </a:cubicBezTo>
                  <a:cubicBezTo>
                    <a:pt x="21458" y="2285"/>
                    <a:pt x="20351" y="2467"/>
                    <a:pt x="19314" y="2803"/>
                  </a:cubicBezTo>
                  <a:cubicBezTo>
                    <a:pt x="18681" y="3003"/>
                    <a:pt x="18047" y="3270"/>
                    <a:pt x="17480" y="3603"/>
                  </a:cubicBezTo>
                  <a:cubicBezTo>
                    <a:pt x="17646" y="2336"/>
                    <a:pt x="17313" y="1068"/>
                    <a:pt x="165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50"/>
            <p:cNvSpPr/>
            <p:nvPr/>
          </p:nvSpPr>
          <p:spPr>
            <a:xfrm>
              <a:off x="-2444075" y="4082525"/>
              <a:ext cx="442850" cy="291900"/>
            </a:xfrm>
            <a:custGeom>
              <a:avLst/>
              <a:gdLst/>
              <a:ahLst/>
              <a:cxnLst/>
              <a:rect l="l" t="t" r="r" b="b"/>
              <a:pathLst>
                <a:path w="17714" h="11676" extrusionOk="0">
                  <a:moveTo>
                    <a:pt x="15545" y="1"/>
                  </a:moveTo>
                  <a:lnTo>
                    <a:pt x="1" y="6272"/>
                  </a:lnTo>
                  <a:lnTo>
                    <a:pt x="2169" y="11676"/>
                  </a:lnTo>
                  <a:lnTo>
                    <a:pt x="17713" y="5405"/>
                  </a:lnTo>
                  <a:lnTo>
                    <a:pt x="15545" y="1"/>
                  </a:lnTo>
                  <a:close/>
                </a:path>
              </a:pathLst>
            </a:custGeom>
            <a:solidFill>
              <a:srgbClr val="92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50"/>
            <p:cNvSpPr/>
            <p:nvPr/>
          </p:nvSpPr>
          <p:spPr>
            <a:xfrm>
              <a:off x="-4517225" y="1346400"/>
              <a:ext cx="215175" cy="214350"/>
            </a:xfrm>
            <a:custGeom>
              <a:avLst/>
              <a:gdLst/>
              <a:ahLst/>
              <a:cxnLst/>
              <a:rect l="l" t="t" r="r" b="b"/>
              <a:pathLst>
                <a:path w="8607" h="8574" extrusionOk="0">
                  <a:moveTo>
                    <a:pt x="4304" y="1569"/>
                  </a:moveTo>
                  <a:cubicBezTo>
                    <a:pt x="5805" y="1569"/>
                    <a:pt x="7006" y="2803"/>
                    <a:pt x="7006" y="4304"/>
                  </a:cubicBezTo>
                  <a:cubicBezTo>
                    <a:pt x="7006" y="5772"/>
                    <a:pt x="5805" y="7006"/>
                    <a:pt x="4304" y="7006"/>
                  </a:cubicBezTo>
                  <a:cubicBezTo>
                    <a:pt x="2803" y="7006"/>
                    <a:pt x="1602" y="5772"/>
                    <a:pt x="1602" y="4304"/>
                  </a:cubicBezTo>
                  <a:cubicBezTo>
                    <a:pt x="1602" y="2803"/>
                    <a:pt x="2803" y="1569"/>
                    <a:pt x="4304" y="1569"/>
                  </a:cubicBezTo>
                  <a:close/>
                  <a:moveTo>
                    <a:pt x="4304" y="1"/>
                  </a:moveTo>
                  <a:cubicBezTo>
                    <a:pt x="1935" y="1"/>
                    <a:pt x="1" y="1902"/>
                    <a:pt x="1" y="4304"/>
                  </a:cubicBezTo>
                  <a:cubicBezTo>
                    <a:pt x="1" y="6672"/>
                    <a:pt x="1935" y="8574"/>
                    <a:pt x="4304" y="8574"/>
                  </a:cubicBezTo>
                  <a:cubicBezTo>
                    <a:pt x="6639" y="8574"/>
                    <a:pt x="8607" y="6639"/>
                    <a:pt x="8607" y="4304"/>
                  </a:cubicBezTo>
                  <a:cubicBezTo>
                    <a:pt x="8607" y="1902"/>
                    <a:pt x="6672" y="1"/>
                    <a:pt x="4304" y="1"/>
                  </a:cubicBezTo>
                  <a:close/>
                </a:path>
              </a:pathLst>
            </a:custGeom>
            <a:solidFill>
              <a:srgbClr val="EDD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50"/>
            <p:cNvSpPr/>
            <p:nvPr/>
          </p:nvSpPr>
          <p:spPr>
            <a:xfrm>
              <a:off x="-3886775" y="1538200"/>
              <a:ext cx="215175" cy="214350"/>
            </a:xfrm>
            <a:custGeom>
              <a:avLst/>
              <a:gdLst/>
              <a:ahLst/>
              <a:cxnLst/>
              <a:rect l="l" t="t" r="r" b="b"/>
              <a:pathLst>
                <a:path w="8607" h="8574" extrusionOk="0">
                  <a:moveTo>
                    <a:pt x="4304" y="1"/>
                  </a:moveTo>
                  <a:cubicBezTo>
                    <a:pt x="1935" y="1"/>
                    <a:pt x="1" y="1902"/>
                    <a:pt x="1" y="4304"/>
                  </a:cubicBezTo>
                  <a:cubicBezTo>
                    <a:pt x="1" y="6672"/>
                    <a:pt x="1935" y="8574"/>
                    <a:pt x="4304" y="8574"/>
                  </a:cubicBezTo>
                  <a:cubicBezTo>
                    <a:pt x="6672" y="8574"/>
                    <a:pt x="8607" y="6672"/>
                    <a:pt x="8607" y="4304"/>
                  </a:cubicBezTo>
                  <a:cubicBezTo>
                    <a:pt x="8573" y="1902"/>
                    <a:pt x="6639" y="1"/>
                    <a:pt x="4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50"/>
            <p:cNvSpPr/>
            <p:nvPr/>
          </p:nvSpPr>
          <p:spPr>
            <a:xfrm>
              <a:off x="-4195325" y="663875"/>
              <a:ext cx="440350" cy="482775"/>
            </a:xfrm>
            <a:custGeom>
              <a:avLst/>
              <a:gdLst/>
              <a:ahLst/>
              <a:cxnLst/>
              <a:rect l="l" t="t" r="r" b="b"/>
              <a:pathLst>
                <a:path w="17614" h="19311" extrusionOk="0">
                  <a:moveTo>
                    <a:pt x="2076" y="1"/>
                  </a:moveTo>
                  <a:cubicBezTo>
                    <a:pt x="998" y="1"/>
                    <a:pt x="1" y="870"/>
                    <a:pt x="1" y="2084"/>
                  </a:cubicBezTo>
                  <a:lnTo>
                    <a:pt x="1" y="17228"/>
                  </a:lnTo>
                  <a:cubicBezTo>
                    <a:pt x="1" y="18442"/>
                    <a:pt x="998" y="19311"/>
                    <a:pt x="2076" y="19311"/>
                  </a:cubicBezTo>
                  <a:cubicBezTo>
                    <a:pt x="2420" y="19311"/>
                    <a:pt x="2772" y="19223"/>
                    <a:pt x="3103" y="19029"/>
                  </a:cubicBezTo>
                  <a:lnTo>
                    <a:pt x="16245" y="11457"/>
                  </a:lnTo>
                  <a:cubicBezTo>
                    <a:pt x="17613" y="10623"/>
                    <a:pt x="17613" y="8655"/>
                    <a:pt x="16245" y="7854"/>
                  </a:cubicBezTo>
                  <a:lnTo>
                    <a:pt x="3103" y="282"/>
                  </a:lnTo>
                  <a:cubicBezTo>
                    <a:pt x="2772" y="89"/>
                    <a:pt x="2420" y="1"/>
                    <a:pt x="2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9" name="Google Shape;2239;p50"/>
          <p:cNvGrpSpPr/>
          <p:nvPr/>
        </p:nvGrpSpPr>
        <p:grpSpPr>
          <a:xfrm>
            <a:off x="4466463" y="3305947"/>
            <a:ext cx="2958303" cy="1593589"/>
            <a:chOff x="4466463" y="3305947"/>
            <a:chExt cx="2958303" cy="1593589"/>
          </a:xfrm>
        </p:grpSpPr>
        <p:grpSp>
          <p:nvGrpSpPr>
            <p:cNvPr id="2240" name="Google Shape;2240;p50"/>
            <p:cNvGrpSpPr/>
            <p:nvPr/>
          </p:nvGrpSpPr>
          <p:grpSpPr>
            <a:xfrm flipH="1">
              <a:off x="6574013" y="4048812"/>
              <a:ext cx="850753" cy="850724"/>
              <a:chOff x="780950" y="891300"/>
              <a:chExt cx="727575" cy="727550"/>
            </a:xfrm>
          </p:grpSpPr>
          <p:sp>
            <p:nvSpPr>
              <p:cNvPr id="2241" name="Google Shape;2241;p50"/>
              <p:cNvSpPr/>
              <p:nvPr/>
            </p:nvSpPr>
            <p:spPr>
              <a:xfrm>
                <a:off x="1354900" y="976875"/>
                <a:ext cx="153625" cy="278200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11128" extrusionOk="0">
                    <a:moveTo>
                      <a:pt x="952" y="1"/>
                    </a:moveTo>
                    <a:lnTo>
                      <a:pt x="1" y="1123"/>
                    </a:lnTo>
                    <a:cubicBezTo>
                      <a:pt x="2968" y="3615"/>
                      <a:pt x="4661" y="7286"/>
                      <a:pt x="4661" y="11128"/>
                    </a:cubicBezTo>
                    <a:lnTo>
                      <a:pt x="6144" y="11128"/>
                    </a:lnTo>
                    <a:cubicBezTo>
                      <a:pt x="6144" y="6829"/>
                      <a:pt x="4261" y="2759"/>
                      <a:pt x="9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50"/>
              <p:cNvSpPr/>
              <p:nvPr/>
            </p:nvSpPr>
            <p:spPr>
              <a:xfrm>
                <a:off x="1410075" y="1329250"/>
                <a:ext cx="88925" cy="13792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5517" extrusionOk="0">
                    <a:moveTo>
                      <a:pt x="2130" y="0"/>
                    </a:moveTo>
                    <a:cubicBezTo>
                      <a:pt x="1750" y="1693"/>
                      <a:pt x="1027" y="3272"/>
                      <a:pt x="0" y="4660"/>
                    </a:cubicBezTo>
                    <a:lnTo>
                      <a:pt x="1198" y="5516"/>
                    </a:lnTo>
                    <a:cubicBezTo>
                      <a:pt x="2321" y="3957"/>
                      <a:pt x="3120" y="2226"/>
                      <a:pt x="3557" y="343"/>
                    </a:cubicBezTo>
                    <a:lnTo>
                      <a:pt x="21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50"/>
              <p:cNvSpPr/>
              <p:nvPr/>
            </p:nvSpPr>
            <p:spPr>
              <a:xfrm>
                <a:off x="888900" y="1488075"/>
                <a:ext cx="437975" cy="130775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5231" extrusionOk="0">
                    <a:moveTo>
                      <a:pt x="1027" y="0"/>
                    </a:moveTo>
                    <a:lnTo>
                      <a:pt x="0" y="1046"/>
                    </a:lnTo>
                    <a:cubicBezTo>
                      <a:pt x="2739" y="3766"/>
                      <a:pt x="6372" y="5231"/>
                      <a:pt x="10233" y="5231"/>
                    </a:cubicBezTo>
                    <a:cubicBezTo>
                      <a:pt x="12801" y="5231"/>
                      <a:pt x="15312" y="4565"/>
                      <a:pt x="17518" y="3291"/>
                    </a:cubicBezTo>
                    <a:lnTo>
                      <a:pt x="16796" y="2016"/>
                    </a:lnTo>
                    <a:cubicBezTo>
                      <a:pt x="14818" y="3158"/>
                      <a:pt x="12535" y="3785"/>
                      <a:pt x="10233" y="3785"/>
                    </a:cubicBezTo>
                    <a:cubicBezTo>
                      <a:pt x="6753" y="3785"/>
                      <a:pt x="3500" y="2454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50"/>
              <p:cNvSpPr/>
              <p:nvPr/>
            </p:nvSpPr>
            <p:spPr>
              <a:xfrm>
                <a:off x="780950" y="999700"/>
                <a:ext cx="131750" cy="397575"/>
              </a:xfrm>
              <a:custGeom>
                <a:avLst/>
                <a:gdLst/>
                <a:ahLst/>
                <a:cxnLst/>
                <a:rect l="l" t="t" r="r" b="b"/>
                <a:pathLst>
                  <a:path w="5270" h="15903" extrusionOk="0">
                    <a:moveTo>
                      <a:pt x="4223" y="1"/>
                    </a:moveTo>
                    <a:cubicBezTo>
                      <a:pt x="1484" y="2721"/>
                      <a:pt x="1" y="6392"/>
                      <a:pt x="1" y="10272"/>
                    </a:cubicBezTo>
                    <a:cubicBezTo>
                      <a:pt x="1" y="12193"/>
                      <a:pt x="381" y="14095"/>
                      <a:pt x="1142" y="15902"/>
                    </a:cubicBezTo>
                    <a:lnTo>
                      <a:pt x="2492" y="15332"/>
                    </a:lnTo>
                    <a:cubicBezTo>
                      <a:pt x="1808" y="13715"/>
                      <a:pt x="1465" y="12003"/>
                      <a:pt x="1465" y="10234"/>
                    </a:cubicBezTo>
                    <a:cubicBezTo>
                      <a:pt x="1465" y="6772"/>
                      <a:pt x="2816" y="3482"/>
                      <a:pt x="5269" y="1009"/>
                    </a:cubicBezTo>
                    <a:lnTo>
                      <a:pt x="422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50"/>
              <p:cNvSpPr/>
              <p:nvPr/>
            </p:nvSpPr>
            <p:spPr>
              <a:xfrm>
                <a:off x="976875" y="891300"/>
                <a:ext cx="16692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6677" h="2930" extrusionOk="0">
                    <a:moveTo>
                      <a:pt x="6676" y="0"/>
                    </a:moveTo>
                    <a:cubicBezTo>
                      <a:pt x="4356" y="0"/>
                      <a:pt x="2054" y="571"/>
                      <a:pt x="0" y="1617"/>
                    </a:cubicBezTo>
                    <a:lnTo>
                      <a:pt x="685" y="2929"/>
                    </a:lnTo>
                    <a:cubicBezTo>
                      <a:pt x="2549" y="1959"/>
                      <a:pt x="4565" y="1484"/>
                      <a:pt x="6676" y="1484"/>
                    </a:cubicBezTo>
                    <a:lnTo>
                      <a:pt x="66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50"/>
              <p:cNvSpPr/>
              <p:nvPr/>
            </p:nvSpPr>
            <p:spPr>
              <a:xfrm>
                <a:off x="922175" y="1033000"/>
                <a:ext cx="444650" cy="444625"/>
              </a:xfrm>
              <a:custGeom>
                <a:avLst/>
                <a:gdLst/>
                <a:ahLst/>
                <a:cxnLst/>
                <a:rect l="l" t="t" r="r" b="b"/>
                <a:pathLst>
                  <a:path w="17786" h="17785" extrusionOk="0">
                    <a:moveTo>
                      <a:pt x="8902" y="0"/>
                    </a:moveTo>
                    <a:cubicBezTo>
                      <a:pt x="3976" y="0"/>
                      <a:pt x="1" y="3976"/>
                      <a:pt x="1" y="8883"/>
                    </a:cubicBezTo>
                    <a:cubicBezTo>
                      <a:pt x="1" y="13790"/>
                      <a:pt x="3976" y="17785"/>
                      <a:pt x="8902" y="17785"/>
                    </a:cubicBezTo>
                    <a:cubicBezTo>
                      <a:pt x="13810" y="17785"/>
                      <a:pt x="17785" y="13790"/>
                      <a:pt x="17785" y="8883"/>
                    </a:cubicBezTo>
                    <a:cubicBezTo>
                      <a:pt x="17785" y="3976"/>
                      <a:pt x="13810" y="0"/>
                      <a:pt x="89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50"/>
              <p:cNvSpPr/>
              <p:nvPr/>
            </p:nvSpPr>
            <p:spPr>
              <a:xfrm flipH="1">
                <a:off x="1028700" y="1107650"/>
                <a:ext cx="233500" cy="287725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11509" extrusionOk="0">
                    <a:moveTo>
                      <a:pt x="4109" y="3082"/>
                    </a:moveTo>
                    <a:lnTo>
                      <a:pt x="4109" y="4927"/>
                    </a:lnTo>
                    <a:cubicBezTo>
                      <a:pt x="3976" y="4927"/>
                      <a:pt x="3843" y="4927"/>
                      <a:pt x="3728" y="4946"/>
                    </a:cubicBezTo>
                    <a:cubicBezTo>
                      <a:pt x="3614" y="4965"/>
                      <a:pt x="3500" y="4965"/>
                      <a:pt x="3405" y="4965"/>
                    </a:cubicBezTo>
                    <a:cubicBezTo>
                      <a:pt x="2949" y="4965"/>
                      <a:pt x="2606" y="4870"/>
                      <a:pt x="2397" y="4737"/>
                    </a:cubicBezTo>
                    <a:cubicBezTo>
                      <a:pt x="2188" y="4585"/>
                      <a:pt x="2074" y="4375"/>
                      <a:pt x="2074" y="4147"/>
                    </a:cubicBezTo>
                    <a:cubicBezTo>
                      <a:pt x="2074" y="4014"/>
                      <a:pt x="2112" y="3900"/>
                      <a:pt x="2188" y="3805"/>
                    </a:cubicBezTo>
                    <a:cubicBezTo>
                      <a:pt x="2264" y="3691"/>
                      <a:pt x="2359" y="3557"/>
                      <a:pt x="2511" y="3481"/>
                    </a:cubicBezTo>
                    <a:cubicBezTo>
                      <a:pt x="2663" y="3348"/>
                      <a:pt x="2873" y="3291"/>
                      <a:pt x="3139" y="3215"/>
                    </a:cubicBezTo>
                    <a:cubicBezTo>
                      <a:pt x="3405" y="3139"/>
                      <a:pt x="3728" y="3120"/>
                      <a:pt x="4109" y="3082"/>
                    </a:cubicBezTo>
                    <a:close/>
                    <a:moveTo>
                      <a:pt x="6030" y="6277"/>
                    </a:moveTo>
                    <a:cubicBezTo>
                      <a:pt x="6563" y="6277"/>
                      <a:pt x="6943" y="6373"/>
                      <a:pt x="7171" y="6544"/>
                    </a:cubicBezTo>
                    <a:cubicBezTo>
                      <a:pt x="7438" y="6715"/>
                      <a:pt x="7552" y="6943"/>
                      <a:pt x="7552" y="7228"/>
                    </a:cubicBezTo>
                    <a:cubicBezTo>
                      <a:pt x="7552" y="7400"/>
                      <a:pt x="7514" y="7571"/>
                      <a:pt x="7438" y="7704"/>
                    </a:cubicBezTo>
                    <a:cubicBezTo>
                      <a:pt x="7361" y="7875"/>
                      <a:pt x="7247" y="7989"/>
                      <a:pt x="7057" y="8103"/>
                    </a:cubicBezTo>
                    <a:cubicBezTo>
                      <a:pt x="6867" y="8237"/>
                      <a:pt x="6658" y="8332"/>
                      <a:pt x="6372" y="8389"/>
                    </a:cubicBezTo>
                    <a:cubicBezTo>
                      <a:pt x="6087" y="8465"/>
                      <a:pt x="5745" y="8522"/>
                      <a:pt x="5345" y="8541"/>
                    </a:cubicBezTo>
                    <a:lnTo>
                      <a:pt x="5326" y="8541"/>
                    </a:lnTo>
                    <a:lnTo>
                      <a:pt x="5326" y="6334"/>
                    </a:lnTo>
                    <a:cubicBezTo>
                      <a:pt x="5440" y="6334"/>
                      <a:pt x="5554" y="6334"/>
                      <a:pt x="5688" y="6296"/>
                    </a:cubicBezTo>
                    <a:cubicBezTo>
                      <a:pt x="5802" y="6277"/>
                      <a:pt x="5916" y="6277"/>
                      <a:pt x="6030" y="6277"/>
                    </a:cubicBezTo>
                    <a:close/>
                    <a:moveTo>
                      <a:pt x="4109" y="1"/>
                    </a:moveTo>
                    <a:lnTo>
                      <a:pt x="4109" y="1560"/>
                    </a:lnTo>
                    <a:cubicBezTo>
                      <a:pt x="3424" y="1598"/>
                      <a:pt x="2835" y="1693"/>
                      <a:pt x="2359" y="1846"/>
                    </a:cubicBezTo>
                    <a:cubicBezTo>
                      <a:pt x="1883" y="2017"/>
                      <a:pt x="1503" y="2226"/>
                      <a:pt x="1180" y="2473"/>
                    </a:cubicBezTo>
                    <a:cubicBezTo>
                      <a:pt x="894" y="2701"/>
                      <a:pt x="685" y="2987"/>
                      <a:pt x="552" y="3310"/>
                    </a:cubicBezTo>
                    <a:cubicBezTo>
                      <a:pt x="419" y="3614"/>
                      <a:pt x="362" y="3938"/>
                      <a:pt x="362" y="4261"/>
                    </a:cubicBezTo>
                    <a:cubicBezTo>
                      <a:pt x="362" y="4604"/>
                      <a:pt x="457" y="4946"/>
                      <a:pt x="590" y="5231"/>
                    </a:cubicBezTo>
                    <a:cubicBezTo>
                      <a:pt x="742" y="5517"/>
                      <a:pt x="951" y="5745"/>
                      <a:pt x="1218" y="5935"/>
                    </a:cubicBezTo>
                    <a:cubicBezTo>
                      <a:pt x="1446" y="6144"/>
                      <a:pt x="1750" y="6277"/>
                      <a:pt x="2093" y="6373"/>
                    </a:cubicBezTo>
                    <a:cubicBezTo>
                      <a:pt x="2416" y="6468"/>
                      <a:pt x="2777" y="6525"/>
                      <a:pt x="3139" y="6525"/>
                    </a:cubicBezTo>
                    <a:cubicBezTo>
                      <a:pt x="3310" y="6525"/>
                      <a:pt x="3443" y="6525"/>
                      <a:pt x="3614" y="6487"/>
                    </a:cubicBezTo>
                    <a:cubicBezTo>
                      <a:pt x="3748" y="6487"/>
                      <a:pt x="3938" y="6468"/>
                      <a:pt x="4109" y="6449"/>
                    </a:cubicBezTo>
                    <a:lnTo>
                      <a:pt x="4109" y="8484"/>
                    </a:lnTo>
                    <a:cubicBezTo>
                      <a:pt x="3805" y="8465"/>
                      <a:pt x="3500" y="8446"/>
                      <a:pt x="3215" y="8370"/>
                    </a:cubicBezTo>
                    <a:cubicBezTo>
                      <a:pt x="2930" y="8332"/>
                      <a:pt x="2644" y="8256"/>
                      <a:pt x="2378" y="8160"/>
                    </a:cubicBezTo>
                    <a:cubicBezTo>
                      <a:pt x="2112" y="8065"/>
                      <a:pt x="1845" y="7970"/>
                      <a:pt x="1598" y="7856"/>
                    </a:cubicBezTo>
                    <a:cubicBezTo>
                      <a:pt x="1332" y="7723"/>
                      <a:pt x="1085" y="7609"/>
                      <a:pt x="837" y="7476"/>
                    </a:cubicBezTo>
                    <a:lnTo>
                      <a:pt x="0" y="8769"/>
                    </a:lnTo>
                    <a:cubicBezTo>
                      <a:pt x="571" y="9073"/>
                      <a:pt x="1180" y="9340"/>
                      <a:pt x="1902" y="9549"/>
                    </a:cubicBezTo>
                    <a:cubicBezTo>
                      <a:pt x="2587" y="9777"/>
                      <a:pt x="3348" y="9891"/>
                      <a:pt x="4166" y="9929"/>
                    </a:cubicBezTo>
                    <a:lnTo>
                      <a:pt x="4166" y="11508"/>
                    </a:lnTo>
                    <a:lnTo>
                      <a:pt x="5402" y="11508"/>
                    </a:lnTo>
                    <a:lnTo>
                      <a:pt x="5402" y="9910"/>
                    </a:lnTo>
                    <a:cubicBezTo>
                      <a:pt x="6011" y="9891"/>
                      <a:pt x="6563" y="9777"/>
                      <a:pt x="7038" y="9625"/>
                    </a:cubicBezTo>
                    <a:cubicBezTo>
                      <a:pt x="7514" y="9454"/>
                      <a:pt x="7932" y="9264"/>
                      <a:pt x="8274" y="9016"/>
                    </a:cubicBezTo>
                    <a:cubicBezTo>
                      <a:pt x="8598" y="8750"/>
                      <a:pt x="8864" y="8465"/>
                      <a:pt x="9054" y="8103"/>
                    </a:cubicBezTo>
                    <a:cubicBezTo>
                      <a:pt x="9245" y="7780"/>
                      <a:pt x="9340" y="7362"/>
                      <a:pt x="9340" y="6943"/>
                    </a:cubicBezTo>
                    <a:cubicBezTo>
                      <a:pt x="9340" y="6582"/>
                      <a:pt x="9264" y="6277"/>
                      <a:pt x="9149" y="5992"/>
                    </a:cubicBezTo>
                    <a:cubicBezTo>
                      <a:pt x="9016" y="5726"/>
                      <a:pt x="8845" y="5460"/>
                      <a:pt x="8579" y="5269"/>
                    </a:cubicBezTo>
                    <a:cubicBezTo>
                      <a:pt x="8351" y="5079"/>
                      <a:pt x="8027" y="4946"/>
                      <a:pt x="7647" y="4832"/>
                    </a:cubicBezTo>
                    <a:cubicBezTo>
                      <a:pt x="7266" y="4699"/>
                      <a:pt x="6848" y="4661"/>
                      <a:pt x="6372" y="4661"/>
                    </a:cubicBezTo>
                    <a:cubicBezTo>
                      <a:pt x="6201" y="4661"/>
                      <a:pt x="6030" y="4661"/>
                      <a:pt x="5878" y="4680"/>
                    </a:cubicBezTo>
                    <a:cubicBezTo>
                      <a:pt x="5707" y="4699"/>
                      <a:pt x="5535" y="4699"/>
                      <a:pt x="5364" y="4737"/>
                    </a:cubicBezTo>
                    <a:lnTo>
                      <a:pt x="5364" y="3063"/>
                    </a:lnTo>
                    <a:cubicBezTo>
                      <a:pt x="5821" y="3139"/>
                      <a:pt x="6258" y="3215"/>
                      <a:pt x="6658" y="3329"/>
                    </a:cubicBezTo>
                    <a:cubicBezTo>
                      <a:pt x="7057" y="3443"/>
                      <a:pt x="7419" y="3595"/>
                      <a:pt x="7780" y="3729"/>
                    </a:cubicBezTo>
                    <a:lnTo>
                      <a:pt x="8484" y="2397"/>
                    </a:lnTo>
                    <a:cubicBezTo>
                      <a:pt x="8027" y="2207"/>
                      <a:pt x="7533" y="2036"/>
                      <a:pt x="7019" y="1903"/>
                    </a:cubicBezTo>
                    <a:cubicBezTo>
                      <a:pt x="6487" y="1750"/>
                      <a:pt x="5916" y="1655"/>
                      <a:pt x="5345" y="1617"/>
                    </a:cubicBezTo>
                    <a:lnTo>
                      <a:pt x="534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8" name="Google Shape;2248;p50"/>
            <p:cNvGrpSpPr/>
            <p:nvPr/>
          </p:nvGrpSpPr>
          <p:grpSpPr>
            <a:xfrm>
              <a:off x="4466463" y="3863531"/>
              <a:ext cx="1021756" cy="332094"/>
              <a:chOff x="7289663" y="3996131"/>
              <a:chExt cx="1021756" cy="332094"/>
            </a:xfrm>
          </p:grpSpPr>
          <p:sp>
            <p:nvSpPr>
              <p:cNvPr id="2249" name="Google Shape;2249;p50"/>
              <p:cNvSpPr/>
              <p:nvPr/>
            </p:nvSpPr>
            <p:spPr>
              <a:xfrm>
                <a:off x="7289663" y="4044216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6" y="0"/>
                      <a:pt x="0" y="2836"/>
                      <a:pt x="0" y="6305"/>
                    </a:cubicBezTo>
                    <a:cubicBezTo>
                      <a:pt x="0" y="9774"/>
                      <a:pt x="2836" y="12609"/>
                      <a:pt x="6305" y="12609"/>
                    </a:cubicBezTo>
                    <a:lnTo>
                      <a:pt x="38227" y="12609"/>
                    </a:lnTo>
                    <a:cubicBezTo>
                      <a:pt x="41697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50"/>
              <p:cNvSpPr/>
              <p:nvPr/>
            </p:nvSpPr>
            <p:spPr>
              <a:xfrm>
                <a:off x="7308447" y="3996131"/>
                <a:ext cx="1002972" cy="284009"/>
              </a:xfrm>
              <a:custGeom>
                <a:avLst/>
                <a:gdLst/>
                <a:ahLst/>
                <a:cxnLst/>
                <a:rect l="l" t="t" r="r" b="b"/>
                <a:pathLst>
                  <a:path w="44532" h="12610" extrusionOk="0">
                    <a:moveTo>
                      <a:pt x="6305" y="0"/>
                    </a:moveTo>
                    <a:cubicBezTo>
                      <a:pt x="2835" y="0"/>
                      <a:pt x="0" y="2836"/>
                      <a:pt x="0" y="6305"/>
                    </a:cubicBezTo>
                    <a:cubicBezTo>
                      <a:pt x="0" y="9774"/>
                      <a:pt x="2835" y="12609"/>
                      <a:pt x="6305" y="12609"/>
                    </a:cubicBezTo>
                    <a:lnTo>
                      <a:pt x="38227" y="12609"/>
                    </a:lnTo>
                    <a:cubicBezTo>
                      <a:pt x="41730" y="12609"/>
                      <a:pt x="44532" y="9774"/>
                      <a:pt x="44532" y="6305"/>
                    </a:cubicBezTo>
                    <a:cubicBezTo>
                      <a:pt x="44532" y="2836"/>
                      <a:pt x="41697" y="0"/>
                      <a:pt x="38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50"/>
              <p:cNvSpPr/>
              <p:nvPr/>
            </p:nvSpPr>
            <p:spPr>
              <a:xfrm>
                <a:off x="7433897" y="4044036"/>
                <a:ext cx="209639" cy="188175"/>
              </a:xfrm>
              <a:custGeom>
                <a:avLst/>
                <a:gdLst/>
                <a:ahLst/>
                <a:cxnLst/>
                <a:rect l="l" t="t" r="r" b="b"/>
                <a:pathLst>
                  <a:path w="9308" h="8355" extrusionOk="0">
                    <a:moveTo>
                      <a:pt x="4646" y="1"/>
                    </a:moveTo>
                    <a:cubicBezTo>
                      <a:pt x="3684" y="1"/>
                      <a:pt x="2718" y="332"/>
                      <a:pt x="1935" y="1009"/>
                    </a:cubicBezTo>
                    <a:cubicBezTo>
                      <a:pt x="168" y="2543"/>
                      <a:pt x="1" y="5179"/>
                      <a:pt x="1502" y="6913"/>
                    </a:cubicBezTo>
                    <a:cubicBezTo>
                      <a:pt x="2326" y="7865"/>
                      <a:pt x="3491" y="8355"/>
                      <a:pt x="4662" y="8355"/>
                    </a:cubicBezTo>
                    <a:cubicBezTo>
                      <a:pt x="5624" y="8355"/>
                      <a:pt x="6590" y="8024"/>
                      <a:pt x="7373" y="7347"/>
                    </a:cubicBezTo>
                    <a:cubicBezTo>
                      <a:pt x="9107" y="5846"/>
                      <a:pt x="9307" y="3210"/>
                      <a:pt x="7806" y="1443"/>
                    </a:cubicBezTo>
                    <a:cubicBezTo>
                      <a:pt x="6982" y="491"/>
                      <a:pt x="5817" y="1"/>
                      <a:pt x="46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50"/>
              <p:cNvSpPr/>
              <p:nvPr/>
            </p:nvSpPr>
            <p:spPr>
              <a:xfrm>
                <a:off x="7705879" y="4044689"/>
                <a:ext cx="208108" cy="187612"/>
              </a:xfrm>
              <a:custGeom>
                <a:avLst/>
                <a:gdLst/>
                <a:ahLst/>
                <a:cxnLst/>
                <a:rect l="l" t="t" r="r" b="b"/>
                <a:pathLst>
                  <a:path w="9240" h="8330" extrusionOk="0">
                    <a:moveTo>
                      <a:pt x="4637" y="1"/>
                    </a:moveTo>
                    <a:cubicBezTo>
                      <a:pt x="3626" y="1"/>
                      <a:pt x="2609" y="369"/>
                      <a:pt x="1801" y="1113"/>
                    </a:cubicBezTo>
                    <a:cubicBezTo>
                      <a:pt x="100" y="2681"/>
                      <a:pt x="0" y="5316"/>
                      <a:pt x="1568" y="6984"/>
                    </a:cubicBezTo>
                    <a:cubicBezTo>
                      <a:pt x="2392" y="7878"/>
                      <a:pt x="3510" y="8330"/>
                      <a:pt x="4633" y="8330"/>
                    </a:cubicBezTo>
                    <a:cubicBezTo>
                      <a:pt x="5647" y="8330"/>
                      <a:pt x="6665" y="7962"/>
                      <a:pt x="7472" y="7218"/>
                    </a:cubicBezTo>
                    <a:cubicBezTo>
                      <a:pt x="9140" y="5650"/>
                      <a:pt x="9240" y="3015"/>
                      <a:pt x="7672" y="1347"/>
                    </a:cubicBezTo>
                    <a:cubicBezTo>
                      <a:pt x="6866" y="453"/>
                      <a:pt x="5756" y="1"/>
                      <a:pt x="46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50"/>
              <p:cNvSpPr/>
              <p:nvPr/>
            </p:nvSpPr>
            <p:spPr>
              <a:xfrm>
                <a:off x="7979347" y="4043856"/>
                <a:ext cx="206621" cy="187793"/>
              </a:xfrm>
              <a:custGeom>
                <a:avLst/>
                <a:gdLst/>
                <a:ahLst/>
                <a:cxnLst/>
                <a:rect l="l" t="t" r="r" b="b"/>
                <a:pathLst>
                  <a:path w="9174" h="8338" extrusionOk="0">
                    <a:moveTo>
                      <a:pt x="4594" y="1"/>
                    </a:moveTo>
                    <a:cubicBezTo>
                      <a:pt x="2710" y="1"/>
                      <a:pt x="989" y="1277"/>
                      <a:pt x="534" y="3185"/>
                    </a:cubicBezTo>
                    <a:cubicBezTo>
                      <a:pt x="0" y="5420"/>
                      <a:pt x="1368" y="7688"/>
                      <a:pt x="3603" y="8222"/>
                    </a:cubicBezTo>
                    <a:cubicBezTo>
                      <a:pt x="3929" y="8300"/>
                      <a:pt x="4256" y="8337"/>
                      <a:pt x="4577" y="8337"/>
                    </a:cubicBezTo>
                    <a:cubicBezTo>
                      <a:pt x="6455" y="8337"/>
                      <a:pt x="8155" y="7061"/>
                      <a:pt x="8640" y="5153"/>
                    </a:cubicBezTo>
                    <a:cubicBezTo>
                      <a:pt x="9173" y="2918"/>
                      <a:pt x="7806" y="683"/>
                      <a:pt x="5571" y="116"/>
                    </a:cubicBezTo>
                    <a:cubicBezTo>
                      <a:pt x="5244" y="38"/>
                      <a:pt x="4917" y="1"/>
                      <a:pt x="45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54" name="Google Shape;2254;p50"/>
            <p:cNvGrpSpPr/>
            <p:nvPr/>
          </p:nvGrpSpPr>
          <p:grpSpPr>
            <a:xfrm>
              <a:off x="5297661" y="3305947"/>
              <a:ext cx="749797" cy="717499"/>
              <a:chOff x="7847861" y="3178722"/>
              <a:chExt cx="749797" cy="717499"/>
            </a:xfrm>
          </p:grpSpPr>
          <p:sp>
            <p:nvSpPr>
              <p:cNvPr id="2255" name="Google Shape;2255;p50"/>
              <p:cNvSpPr/>
              <p:nvPr/>
            </p:nvSpPr>
            <p:spPr>
              <a:xfrm>
                <a:off x="7847861" y="3214037"/>
                <a:ext cx="710743" cy="682184"/>
              </a:xfrm>
              <a:custGeom>
                <a:avLst/>
                <a:gdLst/>
                <a:ahLst/>
                <a:cxnLst/>
                <a:rect l="l" t="t" r="r" b="b"/>
                <a:pathLst>
                  <a:path w="31557" h="30289" extrusionOk="0">
                    <a:moveTo>
                      <a:pt x="3503" y="0"/>
                    </a:moveTo>
                    <a:cubicBezTo>
                      <a:pt x="1568" y="0"/>
                      <a:pt x="1" y="1602"/>
                      <a:pt x="1" y="3503"/>
                    </a:cubicBezTo>
                    <a:lnTo>
                      <a:pt x="1" y="26786"/>
                    </a:lnTo>
                    <a:cubicBezTo>
                      <a:pt x="1" y="28688"/>
                      <a:pt x="1568" y="30289"/>
                      <a:pt x="3503" y="30289"/>
                    </a:cubicBezTo>
                    <a:lnTo>
                      <a:pt x="28054" y="30289"/>
                    </a:lnTo>
                    <a:cubicBezTo>
                      <a:pt x="29955" y="30289"/>
                      <a:pt x="31556" y="28754"/>
                      <a:pt x="31556" y="26820"/>
                    </a:cubicBezTo>
                    <a:lnTo>
                      <a:pt x="31556" y="3503"/>
                    </a:lnTo>
                    <a:cubicBezTo>
                      <a:pt x="31556" y="1602"/>
                      <a:pt x="29955" y="0"/>
                      <a:pt x="280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50"/>
              <p:cNvSpPr/>
              <p:nvPr/>
            </p:nvSpPr>
            <p:spPr>
              <a:xfrm>
                <a:off x="7886937" y="3178722"/>
                <a:ext cx="710720" cy="681441"/>
              </a:xfrm>
              <a:custGeom>
                <a:avLst/>
                <a:gdLst/>
                <a:ahLst/>
                <a:cxnLst/>
                <a:rect l="l" t="t" r="r" b="b"/>
                <a:pathLst>
                  <a:path w="31556" h="30256" extrusionOk="0">
                    <a:moveTo>
                      <a:pt x="3503" y="1"/>
                    </a:moveTo>
                    <a:cubicBezTo>
                      <a:pt x="1601" y="1"/>
                      <a:pt x="0" y="1568"/>
                      <a:pt x="0" y="3503"/>
                    </a:cubicBezTo>
                    <a:lnTo>
                      <a:pt x="0" y="26753"/>
                    </a:lnTo>
                    <a:cubicBezTo>
                      <a:pt x="0" y="28688"/>
                      <a:pt x="1601" y="30256"/>
                      <a:pt x="3503" y="30256"/>
                    </a:cubicBezTo>
                    <a:lnTo>
                      <a:pt x="28053" y="30256"/>
                    </a:lnTo>
                    <a:cubicBezTo>
                      <a:pt x="29988" y="30256"/>
                      <a:pt x="31556" y="28688"/>
                      <a:pt x="31556" y="26753"/>
                    </a:cubicBezTo>
                    <a:lnTo>
                      <a:pt x="31556" y="3503"/>
                    </a:lnTo>
                    <a:cubicBezTo>
                      <a:pt x="31556" y="1568"/>
                      <a:pt x="29988" y="1"/>
                      <a:pt x="280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50"/>
              <p:cNvSpPr/>
              <p:nvPr/>
            </p:nvSpPr>
            <p:spPr>
              <a:xfrm>
                <a:off x="7944032" y="3221560"/>
                <a:ext cx="596531" cy="595788"/>
              </a:xfrm>
              <a:custGeom>
                <a:avLst/>
                <a:gdLst/>
                <a:ahLst/>
                <a:cxnLst/>
                <a:rect l="l" t="t" r="r" b="b"/>
                <a:pathLst>
                  <a:path w="26486" h="26453" extrusionOk="0">
                    <a:moveTo>
                      <a:pt x="13243" y="3803"/>
                    </a:moveTo>
                    <a:cubicBezTo>
                      <a:pt x="18413" y="3803"/>
                      <a:pt x="22616" y="8006"/>
                      <a:pt x="22616" y="13176"/>
                    </a:cubicBezTo>
                    <a:cubicBezTo>
                      <a:pt x="22616" y="18413"/>
                      <a:pt x="18413" y="22583"/>
                      <a:pt x="13243" y="22583"/>
                    </a:cubicBezTo>
                    <a:cubicBezTo>
                      <a:pt x="8073" y="22583"/>
                      <a:pt x="3836" y="18346"/>
                      <a:pt x="3836" y="13176"/>
                    </a:cubicBezTo>
                    <a:cubicBezTo>
                      <a:pt x="3836" y="8006"/>
                      <a:pt x="8073" y="3803"/>
                      <a:pt x="13243" y="3803"/>
                    </a:cubicBezTo>
                    <a:close/>
                    <a:moveTo>
                      <a:pt x="13243" y="0"/>
                    </a:moveTo>
                    <a:cubicBezTo>
                      <a:pt x="5938" y="0"/>
                      <a:pt x="0" y="5938"/>
                      <a:pt x="0" y="13243"/>
                    </a:cubicBezTo>
                    <a:cubicBezTo>
                      <a:pt x="0" y="20515"/>
                      <a:pt x="5938" y="26452"/>
                      <a:pt x="13243" y="26452"/>
                    </a:cubicBezTo>
                    <a:cubicBezTo>
                      <a:pt x="20515" y="26452"/>
                      <a:pt x="26452" y="20515"/>
                      <a:pt x="26452" y="13243"/>
                    </a:cubicBezTo>
                    <a:cubicBezTo>
                      <a:pt x="26486" y="5938"/>
                      <a:pt x="20582" y="0"/>
                      <a:pt x="132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50"/>
              <p:cNvSpPr/>
              <p:nvPr/>
            </p:nvSpPr>
            <p:spPr>
              <a:xfrm>
                <a:off x="8146126" y="3430411"/>
                <a:ext cx="394437" cy="387680"/>
              </a:xfrm>
              <a:custGeom>
                <a:avLst/>
                <a:gdLst/>
                <a:ahLst/>
                <a:cxnLst/>
                <a:rect l="l" t="t" r="r" b="b"/>
                <a:pathLst>
                  <a:path w="17513" h="17213" extrusionOk="0">
                    <a:moveTo>
                      <a:pt x="16879" y="0"/>
                    </a:moveTo>
                    <a:cubicBezTo>
                      <a:pt x="17146" y="801"/>
                      <a:pt x="17313" y="1568"/>
                      <a:pt x="17379" y="2402"/>
                    </a:cubicBezTo>
                    <a:lnTo>
                      <a:pt x="13610" y="3703"/>
                    </a:lnTo>
                    <a:lnTo>
                      <a:pt x="13610" y="3970"/>
                    </a:lnTo>
                    <a:cubicBezTo>
                      <a:pt x="13610" y="9140"/>
                      <a:pt x="9374" y="13343"/>
                      <a:pt x="4203" y="13343"/>
                    </a:cubicBezTo>
                    <a:cubicBezTo>
                      <a:pt x="2869" y="13343"/>
                      <a:pt x="1635" y="13043"/>
                      <a:pt x="467" y="12543"/>
                    </a:cubicBezTo>
                    <a:lnTo>
                      <a:pt x="0" y="16512"/>
                    </a:lnTo>
                    <a:cubicBezTo>
                      <a:pt x="1335" y="16979"/>
                      <a:pt x="2769" y="17213"/>
                      <a:pt x="4203" y="17213"/>
                    </a:cubicBezTo>
                    <a:cubicBezTo>
                      <a:pt x="11509" y="17213"/>
                      <a:pt x="17413" y="11308"/>
                      <a:pt x="17413" y="4003"/>
                    </a:cubicBezTo>
                    <a:cubicBezTo>
                      <a:pt x="17513" y="2569"/>
                      <a:pt x="17313" y="1235"/>
                      <a:pt x="168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50"/>
              <p:cNvSpPr/>
              <p:nvPr/>
            </p:nvSpPr>
            <p:spPr>
              <a:xfrm>
                <a:off x="8067230" y="3344758"/>
                <a:ext cx="349369" cy="349369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512" extrusionOk="0">
                    <a:moveTo>
                      <a:pt x="7540" y="768"/>
                    </a:moveTo>
                    <a:lnTo>
                      <a:pt x="7540" y="2969"/>
                    </a:lnTo>
                    <a:cubicBezTo>
                      <a:pt x="6972" y="2969"/>
                      <a:pt x="6372" y="2969"/>
                      <a:pt x="5872" y="3003"/>
                    </a:cubicBezTo>
                    <a:cubicBezTo>
                      <a:pt x="6505" y="1969"/>
                      <a:pt x="7173" y="1168"/>
                      <a:pt x="7540" y="768"/>
                    </a:cubicBezTo>
                    <a:close/>
                    <a:moveTo>
                      <a:pt x="8007" y="634"/>
                    </a:moveTo>
                    <a:cubicBezTo>
                      <a:pt x="8373" y="1001"/>
                      <a:pt x="9174" y="1935"/>
                      <a:pt x="9875" y="3136"/>
                    </a:cubicBezTo>
                    <a:cubicBezTo>
                      <a:pt x="9207" y="3036"/>
                      <a:pt x="8607" y="3003"/>
                      <a:pt x="8007" y="2969"/>
                    </a:cubicBezTo>
                    <a:lnTo>
                      <a:pt x="8007" y="634"/>
                    </a:lnTo>
                    <a:close/>
                    <a:moveTo>
                      <a:pt x="7106" y="601"/>
                    </a:moveTo>
                    <a:lnTo>
                      <a:pt x="7106" y="601"/>
                    </a:lnTo>
                    <a:cubicBezTo>
                      <a:pt x="6639" y="1135"/>
                      <a:pt x="5938" y="1969"/>
                      <a:pt x="5338" y="3036"/>
                    </a:cubicBezTo>
                    <a:cubicBezTo>
                      <a:pt x="4504" y="3136"/>
                      <a:pt x="3804" y="3270"/>
                      <a:pt x="3170" y="3370"/>
                    </a:cubicBezTo>
                    <a:cubicBezTo>
                      <a:pt x="4137" y="2035"/>
                      <a:pt x="5471" y="1035"/>
                      <a:pt x="7106" y="601"/>
                    </a:cubicBezTo>
                    <a:close/>
                    <a:moveTo>
                      <a:pt x="8640" y="634"/>
                    </a:moveTo>
                    <a:lnTo>
                      <a:pt x="8640" y="634"/>
                    </a:lnTo>
                    <a:cubicBezTo>
                      <a:pt x="10342" y="1135"/>
                      <a:pt x="11776" y="2202"/>
                      <a:pt x="12710" y="3670"/>
                    </a:cubicBezTo>
                    <a:cubicBezTo>
                      <a:pt x="11876" y="3470"/>
                      <a:pt x="11142" y="3303"/>
                      <a:pt x="10442" y="3203"/>
                    </a:cubicBezTo>
                    <a:cubicBezTo>
                      <a:pt x="9808" y="2035"/>
                      <a:pt x="9107" y="1168"/>
                      <a:pt x="8640" y="634"/>
                    </a:cubicBezTo>
                    <a:close/>
                    <a:moveTo>
                      <a:pt x="5338" y="835"/>
                    </a:moveTo>
                    <a:cubicBezTo>
                      <a:pt x="4170" y="1468"/>
                      <a:pt x="3203" y="2436"/>
                      <a:pt x="2503" y="3503"/>
                    </a:cubicBezTo>
                    <a:cubicBezTo>
                      <a:pt x="2169" y="3603"/>
                      <a:pt x="1869" y="3670"/>
                      <a:pt x="1569" y="3770"/>
                    </a:cubicBezTo>
                    <a:cubicBezTo>
                      <a:pt x="2503" y="2469"/>
                      <a:pt x="3804" y="1435"/>
                      <a:pt x="5338" y="835"/>
                    </a:cubicBezTo>
                    <a:close/>
                    <a:moveTo>
                      <a:pt x="10608" y="1001"/>
                    </a:moveTo>
                    <a:cubicBezTo>
                      <a:pt x="12043" y="1635"/>
                      <a:pt x="13277" y="2669"/>
                      <a:pt x="14044" y="4003"/>
                    </a:cubicBezTo>
                    <a:cubicBezTo>
                      <a:pt x="13811" y="3937"/>
                      <a:pt x="13544" y="3870"/>
                      <a:pt x="13310" y="3803"/>
                    </a:cubicBezTo>
                    <a:cubicBezTo>
                      <a:pt x="12643" y="2669"/>
                      <a:pt x="11709" y="1702"/>
                      <a:pt x="10608" y="1001"/>
                    </a:cubicBezTo>
                    <a:close/>
                    <a:moveTo>
                      <a:pt x="2269" y="4104"/>
                    </a:moveTo>
                    <a:lnTo>
                      <a:pt x="2269" y="4104"/>
                    </a:lnTo>
                    <a:cubicBezTo>
                      <a:pt x="1669" y="5104"/>
                      <a:pt x="1368" y="6272"/>
                      <a:pt x="1335" y="7473"/>
                    </a:cubicBezTo>
                    <a:lnTo>
                      <a:pt x="468" y="7473"/>
                    </a:lnTo>
                    <a:cubicBezTo>
                      <a:pt x="501" y="6338"/>
                      <a:pt x="801" y="5304"/>
                      <a:pt x="1302" y="4370"/>
                    </a:cubicBezTo>
                    <a:cubicBezTo>
                      <a:pt x="1535" y="4304"/>
                      <a:pt x="1869" y="4170"/>
                      <a:pt x="2269" y="4104"/>
                    </a:cubicBezTo>
                    <a:close/>
                    <a:moveTo>
                      <a:pt x="5138" y="3503"/>
                    </a:moveTo>
                    <a:lnTo>
                      <a:pt x="5138" y="3503"/>
                    </a:lnTo>
                    <a:cubicBezTo>
                      <a:pt x="4637" y="4604"/>
                      <a:pt x="4204" y="5871"/>
                      <a:pt x="4137" y="7306"/>
                    </a:cubicBezTo>
                    <a:lnTo>
                      <a:pt x="4137" y="7473"/>
                    </a:lnTo>
                    <a:lnTo>
                      <a:pt x="1802" y="7473"/>
                    </a:lnTo>
                    <a:cubicBezTo>
                      <a:pt x="1835" y="6172"/>
                      <a:pt x="2202" y="4971"/>
                      <a:pt x="2836" y="3870"/>
                    </a:cubicBezTo>
                    <a:cubicBezTo>
                      <a:pt x="3203" y="3803"/>
                      <a:pt x="3670" y="3703"/>
                      <a:pt x="4204" y="3637"/>
                    </a:cubicBezTo>
                    <a:cubicBezTo>
                      <a:pt x="4504" y="3603"/>
                      <a:pt x="4804" y="3536"/>
                      <a:pt x="5138" y="3503"/>
                    </a:cubicBezTo>
                    <a:close/>
                    <a:moveTo>
                      <a:pt x="7540" y="3370"/>
                    </a:moveTo>
                    <a:lnTo>
                      <a:pt x="7540" y="7473"/>
                    </a:lnTo>
                    <a:lnTo>
                      <a:pt x="4537" y="7473"/>
                    </a:lnTo>
                    <a:lnTo>
                      <a:pt x="4537" y="7339"/>
                    </a:lnTo>
                    <a:cubicBezTo>
                      <a:pt x="4637" y="5838"/>
                      <a:pt x="5104" y="4537"/>
                      <a:pt x="5638" y="3470"/>
                    </a:cubicBezTo>
                    <a:cubicBezTo>
                      <a:pt x="6205" y="3436"/>
                      <a:pt x="6872" y="3370"/>
                      <a:pt x="7540" y="3370"/>
                    </a:cubicBezTo>
                    <a:close/>
                    <a:moveTo>
                      <a:pt x="8007" y="3436"/>
                    </a:moveTo>
                    <a:cubicBezTo>
                      <a:pt x="8674" y="3470"/>
                      <a:pt x="9374" y="3503"/>
                      <a:pt x="10141" y="3603"/>
                    </a:cubicBezTo>
                    <a:cubicBezTo>
                      <a:pt x="10675" y="4637"/>
                      <a:pt x="11109" y="5938"/>
                      <a:pt x="11142" y="7339"/>
                    </a:cubicBezTo>
                    <a:lnTo>
                      <a:pt x="11142" y="7473"/>
                    </a:lnTo>
                    <a:lnTo>
                      <a:pt x="8007" y="7473"/>
                    </a:lnTo>
                    <a:lnTo>
                      <a:pt x="8007" y="3436"/>
                    </a:lnTo>
                    <a:close/>
                    <a:moveTo>
                      <a:pt x="10675" y="3670"/>
                    </a:moveTo>
                    <a:cubicBezTo>
                      <a:pt x="11442" y="3803"/>
                      <a:pt x="12210" y="3970"/>
                      <a:pt x="13043" y="4170"/>
                    </a:cubicBezTo>
                    <a:cubicBezTo>
                      <a:pt x="13544" y="5171"/>
                      <a:pt x="13844" y="6305"/>
                      <a:pt x="13944" y="7473"/>
                    </a:cubicBezTo>
                    <a:lnTo>
                      <a:pt x="11609" y="7473"/>
                    </a:lnTo>
                    <a:lnTo>
                      <a:pt x="11609" y="7306"/>
                    </a:lnTo>
                    <a:cubicBezTo>
                      <a:pt x="11509" y="5938"/>
                      <a:pt x="11175" y="4671"/>
                      <a:pt x="10675" y="3670"/>
                    </a:cubicBezTo>
                    <a:close/>
                    <a:moveTo>
                      <a:pt x="13611" y="4304"/>
                    </a:moveTo>
                    <a:cubicBezTo>
                      <a:pt x="13844" y="4370"/>
                      <a:pt x="14111" y="4470"/>
                      <a:pt x="14344" y="4504"/>
                    </a:cubicBezTo>
                    <a:cubicBezTo>
                      <a:pt x="14778" y="5371"/>
                      <a:pt x="15045" y="6372"/>
                      <a:pt x="15112" y="7439"/>
                    </a:cubicBezTo>
                    <a:lnTo>
                      <a:pt x="14344" y="7439"/>
                    </a:lnTo>
                    <a:lnTo>
                      <a:pt x="14344" y="7473"/>
                    </a:lnTo>
                    <a:cubicBezTo>
                      <a:pt x="14311" y="6338"/>
                      <a:pt x="14044" y="5271"/>
                      <a:pt x="13611" y="4304"/>
                    </a:cubicBezTo>
                    <a:close/>
                    <a:moveTo>
                      <a:pt x="1335" y="7940"/>
                    </a:moveTo>
                    <a:cubicBezTo>
                      <a:pt x="1368" y="9274"/>
                      <a:pt x="1702" y="10541"/>
                      <a:pt x="2336" y="11642"/>
                    </a:cubicBezTo>
                    <a:cubicBezTo>
                      <a:pt x="2036" y="11542"/>
                      <a:pt x="1769" y="11475"/>
                      <a:pt x="1435" y="11375"/>
                    </a:cubicBezTo>
                    <a:cubicBezTo>
                      <a:pt x="835" y="10341"/>
                      <a:pt x="501" y="9174"/>
                      <a:pt x="468" y="7940"/>
                    </a:cubicBezTo>
                    <a:close/>
                    <a:moveTo>
                      <a:pt x="15112" y="7940"/>
                    </a:moveTo>
                    <a:cubicBezTo>
                      <a:pt x="15045" y="9274"/>
                      <a:pt x="14678" y="10508"/>
                      <a:pt x="14011" y="11609"/>
                    </a:cubicBezTo>
                    <a:cubicBezTo>
                      <a:pt x="13811" y="11676"/>
                      <a:pt x="13510" y="11776"/>
                      <a:pt x="13277" y="11842"/>
                    </a:cubicBezTo>
                    <a:cubicBezTo>
                      <a:pt x="13944" y="10675"/>
                      <a:pt x="14311" y="9341"/>
                      <a:pt x="14344" y="7940"/>
                    </a:cubicBezTo>
                    <a:close/>
                    <a:moveTo>
                      <a:pt x="4104" y="7940"/>
                    </a:moveTo>
                    <a:cubicBezTo>
                      <a:pt x="4137" y="9374"/>
                      <a:pt x="4504" y="10842"/>
                      <a:pt x="5271" y="12276"/>
                    </a:cubicBezTo>
                    <a:cubicBezTo>
                      <a:pt x="4504" y="12143"/>
                      <a:pt x="3703" y="12009"/>
                      <a:pt x="2936" y="11809"/>
                    </a:cubicBezTo>
                    <a:cubicBezTo>
                      <a:pt x="2202" y="10675"/>
                      <a:pt x="1802" y="9341"/>
                      <a:pt x="1769" y="7940"/>
                    </a:cubicBezTo>
                    <a:close/>
                    <a:moveTo>
                      <a:pt x="13944" y="7873"/>
                    </a:moveTo>
                    <a:cubicBezTo>
                      <a:pt x="13877" y="9374"/>
                      <a:pt x="13444" y="10808"/>
                      <a:pt x="12643" y="11942"/>
                    </a:cubicBezTo>
                    <a:cubicBezTo>
                      <a:pt x="12210" y="12043"/>
                      <a:pt x="11809" y="12176"/>
                      <a:pt x="11342" y="12209"/>
                    </a:cubicBezTo>
                    <a:lnTo>
                      <a:pt x="10342" y="12343"/>
                    </a:lnTo>
                    <a:cubicBezTo>
                      <a:pt x="11142" y="10875"/>
                      <a:pt x="11542" y="9374"/>
                      <a:pt x="11609" y="7873"/>
                    </a:cubicBezTo>
                    <a:close/>
                    <a:moveTo>
                      <a:pt x="7540" y="7973"/>
                    </a:moveTo>
                    <a:lnTo>
                      <a:pt x="7540" y="12476"/>
                    </a:lnTo>
                    <a:cubicBezTo>
                      <a:pt x="7006" y="12443"/>
                      <a:pt x="6439" y="12376"/>
                      <a:pt x="5805" y="12343"/>
                    </a:cubicBezTo>
                    <a:cubicBezTo>
                      <a:pt x="5004" y="10875"/>
                      <a:pt x="4604" y="9441"/>
                      <a:pt x="4537" y="7973"/>
                    </a:cubicBezTo>
                    <a:close/>
                    <a:moveTo>
                      <a:pt x="11142" y="7940"/>
                    </a:moveTo>
                    <a:cubicBezTo>
                      <a:pt x="11109" y="9441"/>
                      <a:pt x="10675" y="10942"/>
                      <a:pt x="9808" y="12443"/>
                    </a:cubicBezTo>
                    <a:cubicBezTo>
                      <a:pt x="9274" y="12476"/>
                      <a:pt x="8640" y="12476"/>
                      <a:pt x="8007" y="12476"/>
                    </a:cubicBezTo>
                    <a:lnTo>
                      <a:pt x="8007" y="7940"/>
                    </a:lnTo>
                    <a:close/>
                    <a:moveTo>
                      <a:pt x="13611" y="12143"/>
                    </a:moveTo>
                    <a:cubicBezTo>
                      <a:pt x="12843" y="13177"/>
                      <a:pt x="11809" y="14011"/>
                      <a:pt x="10608" y="14511"/>
                    </a:cubicBezTo>
                    <a:cubicBezTo>
                      <a:pt x="11509" y="13977"/>
                      <a:pt x="12310" y="13210"/>
                      <a:pt x="12877" y="12343"/>
                    </a:cubicBezTo>
                    <a:cubicBezTo>
                      <a:pt x="13144" y="12276"/>
                      <a:pt x="13377" y="12209"/>
                      <a:pt x="13611" y="12143"/>
                    </a:cubicBezTo>
                    <a:close/>
                    <a:moveTo>
                      <a:pt x="1769" y="11942"/>
                    </a:moveTo>
                    <a:lnTo>
                      <a:pt x="2636" y="12176"/>
                    </a:lnTo>
                    <a:cubicBezTo>
                      <a:pt x="3303" y="13210"/>
                      <a:pt x="4204" y="14044"/>
                      <a:pt x="5305" y="14678"/>
                    </a:cubicBezTo>
                    <a:cubicBezTo>
                      <a:pt x="3870" y="14144"/>
                      <a:pt x="2636" y="13177"/>
                      <a:pt x="1769" y="11942"/>
                    </a:cubicBezTo>
                    <a:close/>
                    <a:moveTo>
                      <a:pt x="6105" y="12776"/>
                    </a:moveTo>
                    <a:cubicBezTo>
                      <a:pt x="6606" y="12843"/>
                      <a:pt x="7106" y="12843"/>
                      <a:pt x="7540" y="12876"/>
                    </a:cubicBezTo>
                    <a:lnTo>
                      <a:pt x="7540" y="14711"/>
                    </a:lnTo>
                    <a:cubicBezTo>
                      <a:pt x="6972" y="14111"/>
                      <a:pt x="6505" y="13410"/>
                      <a:pt x="6105" y="12776"/>
                    </a:cubicBezTo>
                    <a:close/>
                    <a:moveTo>
                      <a:pt x="9541" y="12843"/>
                    </a:moveTo>
                    <a:lnTo>
                      <a:pt x="9541" y="12843"/>
                    </a:lnTo>
                    <a:cubicBezTo>
                      <a:pt x="9141" y="13510"/>
                      <a:pt x="8607" y="14177"/>
                      <a:pt x="8007" y="14845"/>
                    </a:cubicBezTo>
                    <a:lnTo>
                      <a:pt x="8007" y="12876"/>
                    </a:lnTo>
                    <a:lnTo>
                      <a:pt x="8307" y="12876"/>
                    </a:lnTo>
                    <a:cubicBezTo>
                      <a:pt x="8707" y="12876"/>
                      <a:pt x="9141" y="12876"/>
                      <a:pt x="9541" y="12843"/>
                    </a:cubicBezTo>
                    <a:close/>
                    <a:moveTo>
                      <a:pt x="12276" y="12476"/>
                    </a:moveTo>
                    <a:lnTo>
                      <a:pt x="12276" y="12476"/>
                    </a:lnTo>
                    <a:cubicBezTo>
                      <a:pt x="11309" y="13644"/>
                      <a:pt x="10041" y="14478"/>
                      <a:pt x="8540" y="14878"/>
                    </a:cubicBezTo>
                    <a:cubicBezTo>
                      <a:pt x="9141" y="14211"/>
                      <a:pt x="9641" y="13510"/>
                      <a:pt x="10108" y="12810"/>
                    </a:cubicBezTo>
                    <a:cubicBezTo>
                      <a:pt x="10875" y="12710"/>
                      <a:pt x="11642" y="12643"/>
                      <a:pt x="12276" y="12476"/>
                    </a:cubicBezTo>
                    <a:close/>
                    <a:moveTo>
                      <a:pt x="3303" y="12343"/>
                    </a:moveTo>
                    <a:lnTo>
                      <a:pt x="3303" y="12343"/>
                    </a:lnTo>
                    <a:cubicBezTo>
                      <a:pt x="4104" y="12510"/>
                      <a:pt x="4838" y="12643"/>
                      <a:pt x="5538" y="12710"/>
                    </a:cubicBezTo>
                    <a:cubicBezTo>
                      <a:pt x="5972" y="13477"/>
                      <a:pt x="6505" y="14211"/>
                      <a:pt x="7139" y="14945"/>
                    </a:cubicBezTo>
                    <a:cubicBezTo>
                      <a:pt x="5605" y="14511"/>
                      <a:pt x="4271" y="13544"/>
                      <a:pt x="3303" y="12343"/>
                    </a:cubicBezTo>
                    <a:close/>
                    <a:moveTo>
                      <a:pt x="7773" y="1"/>
                    </a:moveTo>
                    <a:cubicBezTo>
                      <a:pt x="3470" y="1"/>
                      <a:pt x="1" y="3470"/>
                      <a:pt x="1" y="7773"/>
                    </a:cubicBezTo>
                    <a:cubicBezTo>
                      <a:pt x="1" y="12043"/>
                      <a:pt x="3470" y="15512"/>
                      <a:pt x="7773" y="15512"/>
                    </a:cubicBezTo>
                    <a:lnTo>
                      <a:pt x="7940" y="15512"/>
                    </a:lnTo>
                    <a:cubicBezTo>
                      <a:pt x="12143" y="15445"/>
                      <a:pt x="15512" y="11976"/>
                      <a:pt x="15512" y="7773"/>
                    </a:cubicBezTo>
                    <a:cubicBezTo>
                      <a:pt x="15512" y="3536"/>
                      <a:pt x="12143" y="101"/>
                      <a:pt x="7940" y="1"/>
                    </a:cubicBezTo>
                    <a:close/>
                  </a:path>
                </a:pathLst>
              </a:custGeom>
              <a:solidFill>
                <a:srgbClr val="92F7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0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2" name="Google Shape;10782;p8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2E5C36DC49DC47B79D6C51D023A389" ma:contentTypeVersion="4" ma:contentTypeDescription="Create a new document." ma:contentTypeScope="" ma:versionID="8908604266cc0052a197fd3e805d53da">
  <xsd:schema xmlns:xsd="http://www.w3.org/2001/XMLSchema" xmlns:xs="http://www.w3.org/2001/XMLSchema" xmlns:p="http://schemas.microsoft.com/office/2006/metadata/properties" xmlns:ns3="208637c5-b928-4ac1-9566-a5150cdb1a83" targetNamespace="http://schemas.microsoft.com/office/2006/metadata/properties" ma:root="true" ma:fieldsID="45ba3dda80f6884a07cb450c306156f8" ns3:_="">
    <xsd:import namespace="208637c5-b928-4ac1-9566-a5150cdb1a8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8637c5-b928-4ac1-9566-a5150cdb1a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D0DE71-D178-461E-93FF-CB737A6A33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8637c5-b928-4ac1-9566-a5150cdb1a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1C079C-8E0D-4C52-9EE3-0372C169D4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6F14F0-7F21-4F5B-88D4-6EC4701F496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283</Words>
  <Application>Microsoft Office PowerPoint</Application>
  <PresentationFormat>Apresentação na tela (16:9)</PresentationFormat>
  <Paragraphs>69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14</vt:i4>
      </vt:variant>
    </vt:vector>
  </HeadingPairs>
  <TitlesOfParts>
    <vt:vector size="26" baseType="lpstr">
      <vt:lpstr>Archivo Light</vt:lpstr>
      <vt:lpstr>Archivo</vt:lpstr>
      <vt:lpstr>Söhne</vt:lpstr>
      <vt:lpstr>Aptos</vt:lpstr>
      <vt:lpstr>Arial Rounded MT Bold</vt:lpstr>
      <vt:lpstr>Proxima Nova</vt:lpstr>
      <vt:lpstr>Proxima Nova Semibold</vt:lpstr>
      <vt:lpstr>Orbitron</vt:lpstr>
      <vt:lpstr>Arial</vt:lpstr>
      <vt:lpstr>Symbol</vt:lpstr>
      <vt:lpstr>Virtual Metaverse Project Proposal by Slidesgo</vt:lpstr>
      <vt:lpstr>Slidesgo Final Pages</vt:lpstr>
      <vt:lpstr>Desenvolvimento GUIADO por TESTES (TDD)</vt:lpstr>
      <vt:lpstr>Conclusão</vt:lpstr>
      <vt:lpstr>Documentação</vt:lpstr>
      <vt:lpstr>Documentação:</vt:lpstr>
      <vt:lpstr>Teste Unitário:</vt:lpstr>
      <vt:lpstr>Teste Unitário:</vt:lpstr>
      <vt:lpstr>Teste Unitário:</vt:lpstr>
      <vt:lpstr>Benefícios:</vt:lpstr>
      <vt:lpstr>Benefícios:</vt:lpstr>
      <vt:lpstr>05</vt:lpstr>
      <vt:lpstr>Custos:</vt:lpstr>
      <vt:lpstr>Referências:</vt:lpstr>
      <vt:lpstr>Agradeçemos pela  atenção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GUIADO por TESTES (TDD)</dc:title>
  <dc:creator>User</dc:creator>
  <cp:lastModifiedBy>Maria Eduarda</cp:lastModifiedBy>
  <cp:revision>3</cp:revision>
  <dcterms:modified xsi:type="dcterms:W3CDTF">2024-03-03T21:10:23Z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0x010100282E5C36DC49DC47B79D6C51D023A389</vt:lpwstr>
  </property>
</Properties>
</file>